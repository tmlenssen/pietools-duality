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4"/>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24" r:id="rId17"/>
    <p:sldId id="425" r:id="rId18"/>
    <p:sldId id="440" r:id="rId19"/>
    <p:sldId id="404" r:id="rId20"/>
    <p:sldId id="405" r:id="rId21"/>
    <p:sldId id="406" r:id="rId22"/>
    <p:sldId id="407" r:id="rId23"/>
    <p:sldId id="408" r:id="rId24"/>
    <p:sldId id="409" r:id="rId25"/>
    <p:sldId id="426" r:id="rId26"/>
    <p:sldId id="441" r:id="rId27"/>
    <p:sldId id="442" r:id="rId28"/>
    <p:sldId id="443" r:id="rId29"/>
    <p:sldId id="435" r:id="rId30"/>
    <p:sldId id="436" r:id="rId31"/>
    <p:sldId id="437" r:id="rId32"/>
    <p:sldId id="438" r:id="rId33"/>
    <p:sldId id="439" r:id="rId34"/>
    <p:sldId id="421" r:id="rId35"/>
    <p:sldId id="427" r:id="rId36"/>
    <p:sldId id="431" r:id="rId37"/>
    <p:sldId id="428" r:id="rId38"/>
    <p:sldId id="429" r:id="rId39"/>
    <p:sldId id="432" r:id="rId40"/>
    <p:sldId id="430" r:id="rId41"/>
    <p:sldId id="433" r:id="rId42"/>
    <p:sldId id="434" r:id="rId43"/>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varScale="1">
        <p:scale>
          <a:sx n="84" d="100"/>
          <a:sy n="84" d="100"/>
        </p:scale>
        <p:origin x="2376" y="762"/>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25/09/2026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16</a:t>
            </a:fld>
            <a:endParaRPr lang="en-GB"/>
          </a:p>
        </p:txBody>
      </p:sp>
    </p:spTree>
    <p:extLst>
      <p:ext uri="{BB962C8B-B14F-4D97-AF65-F5344CB8AC3E}">
        <p14:creationId xmlns:p14="http://schemas.microsoft.com/office/powerpoint/2010/main" val="2645701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7FB1-094A-B8EA-B1A3-88158F04A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D46CB-8AA4-A207-E755-3C87E61DD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8875B-C080-32D5-5838-B091F114DB1D}"/>
              </a:ext>
            </a:extLst>
          </p:cNvPr>
          <p:cNvSpPr>
            <a:spLocks noGrp="1"/>
          </p:cNvSpPr>
          <p:nvPr>
            <p:ph type="body" idx="1"/>
          </p:nvPr>
        </p:nvSpPr>
        <p:spPr/>
        <p:txBody>
          <a:bodyPr/>
          <a:lstStyle/>
          <a:p>
            <a:r>
              <a:rPr lang="en-US" dirty="0"/>
              <a:t>Assume full state information is known</a:t>
            </a:r>
          </a:p>
          <a:p>
            <a:endParaRPr lang="en-US" dirty="0"/>
          </a:p>
          <a:p>
            <a:r>
              <a:rPr lang="en-US" dirty="0"/>
              <a:t>Needs to be satisfied for all uncertainty, infinite dimensional system, uncertainty</a:t>
            </a:r>
          </a:p>
          <a:p>
            <a:endParaRPr lang="en-US" dirty="0"/>
          </a:p>
          <a:p>
            <a:r>
              <a:rPr lang="en-US" dirty="0"/>
              <a:t>Thinking of discretization have already lost the battle, the physics of the system determines that PDE is the representation of the system. First thing AI tries to do is discretize the model</a:t>
            </a:r>
            <a:endParaRPr lang="en-NL" dirty="0"/>
          </a:p>
        </p:txBody>
      </p:sp>
      <p:sp>
        <p:nvSpPr>
          <p:cNvPr id="4" name="Slide Number Placeholder 3">
            <a:extLst>
              <a:ext uri="{FF2B5EF4-FFF2-40B4-BE49-F238E27FC236}">
                <a16:creationId xmlns:a16="http://schemas.microsoft.com/office/drawing/2014/main" id="{2E39ABB2-5B7B-B47D-854E-5E660D1E7555}"/>
              </a:ext>
            </a:extLst>
          </p:cNvPr>
          <p:cNvSpPr>
            <a:spLocks noGrp="1"/>
          </p:cNvSpPr>
          <p:nvPr>
            <p:ph type="sldNum" sz="quarter" idx="5"/>
          </p:nvPr>
        </p:nvSpPr>
        <p:spPr/>
        <p:txBody>
          <a:bodyPr/>
          <a:lstStyle/>
          <a:p>
            <a:fld id="{AA799BBE-B871-48D7-983C-C0B1D7156DCD}" type="slidenum">
              <a:rPr lang="en-GB" smtClean="0"/>
              <a:t>17</a:t>
            </a:fld>
            <a:endParaRPr lang="en-GB"/>
          </a:p>
        </p:txBody>
      </p:sp>
    </p:spTree>
    <p:extLst>
      <p:ext uri="{BB962C8B-B14F-4D97-AF65-F5344CB8AC3E}">
        <p14:creationId xmlns:p14="http://schemas.microsoft.com/office/powerpoint/2010/main" val="312820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F2CC4-64BA-41F9-F81A-498612787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95AD93-F5F7-C821-9E72-B115490DC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D64D6-7401-AA83-1E04-D8737E210D94}"/>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4DEE983-7A01-9522-EA1E-BFE65BC3BF9D}"/>
              </a:ext>
            </a:extLst>
          </p:cNvPr>
          <p:cNvSpPr>
            <a:spLocks noGrp="1"/>
          </p:cNvSpPr>
          <p:nvPr>
            <p:ph type="sldNum" sz="quarter" idx="5"/>
          </p:nvPr>
        </p:nvSpPr>
        <p:spPr/>
        <p:txBody>
          <a:bodyPr/>
          <a:lstStyle/>
          <a:p>
            <a:fld id="{AA799BBE-B871-48D7-983C-C0B1D7156DCD}" type="slidenum">
              <a:rPr lang="en-GB" smtClean="0"/>
              <a:t>18</a:t>
            </a:fld>
            <a:endParaRPr lang="en-GB"/>
          </a:p>
        </p:txBody>
      </p:sp>
    </p:spTree>
    <p:extLst>
      <p:ext uri="{BB962C8B-B14F-4D97-AF65-F5344CB8AC3E}">
        <p14:creationId xmlns:p14="http://schemas.microsoft.com/office/powerpoint/2010/main" val="21079783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29</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30</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37</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38</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39</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40</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 Id="rId28" Type="http://schemas.openxmlformats.org/officeDocument/2006/relationships/image" Target="../media/image2.png"/><Relationship Id="rIdBakedFigure10" Type="http://schemas.openxmlformats.org/officeDocument/2006/relationships/image" Target="../media/bakedFigure1_10.png"/></Relationships>
</file>

<file path=ppt/slides/_rels/slide2.xml.rels><?xml version="1.0" encoding="utf-8"?><Relationships xmlns="http://schemas.openxmlformats.org/package/2006/relationships"><Relationship Id="rId8" Type="http://schemas.openxmlformats.org/officeDocument/2006/relationships/image" Target="../media/image29.png"/><Relationship Id="rId3" Type="http://schemas.microsoft.com/office/2007/relationships/media" Target="../media/media2.mp4"/><Relationship Id="rId7" Type="http://schemas.openxmlformats.org/officeDocument/2006/relationships/image" Target="../media/image28.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 Id="rId9" Type="http://schemas.openxmlformats.org/officeDocument/2006/relationships/image" Target="../media/image1.png"/></Relationships>
</file>

<file path=ppt/slides/_rels/slide3.xml.rels><?xml version="1.0" encoding="utf-8"?><Relationships xmlns="http://schemas.openxmlformats.org/package/2006/relationships"><Relationship Id="rId8" Type="http://schemas.openxmlformats.org/officeDocument/2006/relationships/image" Target="../media/image43.gif"/><Relationship Id="rId3" Type="http://schemas.openxmlformats.org/officeDocument/2006/relationships/image" Target="../media/image30.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31.jpg"/><Relationship Id="rIdBakedFigure24" Type="http://schemas.openxmlformats.org/officeDocument/2006/relationships/image" Target="../media/bakedFigure3_24.png"/><Relationship Id="rIdBakedFigure29" Type="http://schemas.openxmlformats.org/officeDocument/2006/relationships/image" Target="../media/bakedFigure3_29.png"/></Relationships>
</file>

<file path=ppt/slides/_rels/slide4.xml.rels><?xml version="1.0" encoding="utf-8"?><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510.png"/><Relationship Id="rId4" Type="http://schemas.openxmlformats.org/officeDocument/2006/relationships/image" Target="../media/image1.png"/><Relationship Id="rIdBakedFigure18" Type="http://schemas.openxmlformats.org/officeDocument/2006/relationships/image" Target="../media/bakedFigure4_18.png"/><Relationship Id="rIdBakedFigure7" Type="http://schemas.openxmlformats.org/officeDocument/2006/relationships/image" Target="../media/bakedFigure4_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2.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2.jpg"/><Relationship Id="rId1" Type="http://schemas.openxmlformats.org/officeDocument/2006/relationships/slideLayout" Target="../slideLayouts/slideLayout5.xml"/></Relationships>
</file>

<file path=ppt/slides/_rels/slide7.xml.rels><?xml version="1.0" encoding="utf-8"?><Relationships xmlns="http://schemas.openxmlformats.org/package/2006/relationships"><Relationship Id="rId3" Type="http://schemas.openxmlformats.org/officeDocument/2006/relationships/image" Target="../media/image1410.png"/><Relationship Id="rId2" Type="http://schemas.openxmlformats.org/officeDocument/2006/relationships/notesSlide" Target="../notesSlides/notesSlide5.xml"/><Relationship Id="rId1" Type="http://schemas.openxmlformats.org/officeDocument/2006/relationships/slideLayout" Target="../slideLayouts/slideLayout5.xml"/><Relationship Id="rId11" Type="http://schemas.openxmlformats.org/officeDocument/2006/relationships/image" Target="../media/image1.png"/><Relationship Id="rIdBakedFigure56" Type="http://schemas.openxmlformats.org/officeDocument/2006/relationships/image" Target="../media/bakedFigure7_56.png"/></Relationships>
</file>

<file path=ppt/slides/_rels/slide8.xml.rels><?xml version="1.0" encoding="utf-8"?><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6.xml"/><Relationship Id="rId1" Type="http://schemas.openxmlformats.org/officeDocument/2006/relationships/slideLayout" Target="../slideLayouts/slideLayout5.xml"/><Relationship Id="rId19" Type="http://schemas.openxmlformats.org/officeDocument/2006/relationships/image" Target="../media/image1.png"/><Relationship Id="rIdBakedFigure62" Type="http://schemas.openxmlformats.org/officeDocument/2006/relationships/image" Target="../media/bakedFigure8_62.png"/></Relationships>
</file>

<file path=ppt/slides/_rels/slide9.xml.rels><?xml version="1.0" encoding="utf-8"?><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7.xml"/><Relationship Id="rId1" Type="http://schemas.openxmlformats.org/officeDocument/2006/relationships/slideLayout" Target="../slideLayouts/slideLayout5.xml"/><Relationship Id="rId14" Type="http://schemas.openxmlformats.org/officeDocument/2006/relationships/image" Target="../media/image1.png"/><Relationship Id="rIdBakedFigure60" Type="http://schemas.openxmlformats.org/officeDocument/2006/relationships/image" Target="../media/bakedFigure9_60.png"/></Relationships>
</file>

<file path=ppt/slides/_rels/slide10.xml.rels><?xml version="1.0" encoding="utf-8"?><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8.xml"/><Relationship Id="rId1" Type="http://schemas.openxmlformats.org/officeDocument/2006/relationships/slideLayout" Target="../slideLayouts/slideLayout5.xml"/><Relationship Id="rId14" Type="http://schemas.openxmlformats.org/officeDocument/2006/relationships/image" Target="../media/image1.png"/><Relationship Id="rIdBakedFigure60" Type="http://schemas.openxmlformats.org/officeDocument/2006/relationships/image" Target="../media/bakedFigure10_60.png"/></Relationships>
</file>

<file path=ppt/slides/_rels/slide11.xml.rels><?xml version="1.0" encoding="utf-8"?><Relationships xmlns="http://schemas.openxmlformats.org/package/2006/relationships"><Relationship Id="rId3" Type="http://schemas.openxmlformats.org/officeDocument/2006/relationships/image" Target="../media/image210.png"/><Relationship Id="rId21"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BakedFigure58" Type="http://schemas.openxmlformats.org/officeDocument/2006/relationships/image" Target="../media/bakedFigure11_58.png"/></Relationships>
</file>

<file path=ppt/slides/_rels/slide12.xml.rels><?xml version="1.0" encoding="utf-8"?><Relationships xmlns="http://schemas.openxmlformats.org/package/2006/relationships"><Relationship Id="rId3" Type="http://schemas.openxmlformats.org/officeDocument/2006/relationships/image" Target="../media/image230.png"/><Relationship Id="rId12"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5.xml"/><Relationship Id="rIdBakedFigure54" Type="http://schemas.openxmlformats.org/officeDocument/2006/relationships/image" Target="../media/bakedFigure12_54.png"/></Relationships>
</file>

<file path=ppt/slides/_rels/slide13.xml.rels><?xml version="1.0" encoding="utf-8"?><Relationships xmlns="http://schemas.openxmlformats.org/package/2006/relationships"><Relationship Id="rId2" Type="http://schemas.openxmlformats.org/officeDocument/2006/relationships/notesSlide" Target="../notesSlides/notesSlide11.xml"/><Relationship Id="rId29" Type="http://schemas.openxmlformats.org/officeDocument/2006/relationships/image" Target="../media/image1.png"/><Relationship Id="rId1" Type="http://schemas.openxmlformats.org/officeDocument/2006/relationships/slideLayout" Target="../slideLayouts/slideLayout5.xml"/><Relationship Id="rIdBakedFigure70" Type="http://schemas.openxmlformats.org/officeDocument/2006/relationships/image" Target="../media/bakedFigure13_70.png"/><Relationship Id="rIdBakedFigure76" Type="http://schemas.openxmlformats.org/officeDocument/2006/relationships/image" Target="../media/bakedFigure13_76.png"/></Relationships>
</file>

<file path=ppt/slides/_rels/slide14.xml.rels><?xml version="1.0" encoding="utf-8"?><Relationships xmlns="http://schemas.openxmlformats.org/package/2006/relationships"><Relationship Id="rId2" Type="http://schemas.openxmlformats.org/officeDocument/2006/relationships/notesSlide" Target="../notesSlides/notesSlide12.xml"/><Relationship Id="rId29" Type="http://schemas.openxmlformats.org/officeDocument/2006/relationships/image" Target="../media/image1.png"/><Relationship Id="rId1" Type="http://schemas.openxmlformats.org/officeDocument/2006/relationships/slideLayout" Target="../slideLayouts/slideLayout5.xml"/><Relationship Id="rIdBakedFigure78" Type="http://schemas.openxmlformats.org/officeDocument/2006/relationships/image" Target="../media/bakedFigure14_78.png"/><Relationship Id="rIdBakedFigure80" Type="http://schemas.openxmlformats.org/officeDocument/2006/relationships/image" Target="../media/bakedFigure14_80.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Relationships xmlns="http://schemas.openxmlformats.org/package/2006/relationships"><Relationship Id="rId3" Type="http://schemas.openxmlformats.org/officeDocument/2006/relationships/image" Target="../media/image292.png"/><Relationship Id="rId12"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5.xml"/><Relationship Id="rIdBakedFigure54" Type="http://schemas.openxmlformats.org/officeDocument/2006/relationships/image" Target="../media/bakedFigure18_54.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152.png"/><Relationship Id="rId4" Type="http://schemas.openxmlformats.org/officeDocument/2006/relationships/notesSlide" Target="../notesSlides/notesSlide23.xml"/></Relationships>
</file>

<file path=ppt/slides/_rels/slide27.xml.rels><?xml version="1.0" encoding="utf-8"?><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163.png"/><Relationship Id="rId4" Type="http://schemas.openxmlformats.org/officeDocument/2006/relationships/notesSlide" Target="../notesSlides/notesSlide24.xml"/></Relationships>
</file>

<file path=ppt/slides/_rels/slide28.xml.rels><?xml version="1.0" encoding="utf-8"?><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174.png"/><Relationship Id="rId4" Type="http://schemas.openxmlformats.org/officeDocument/2006/relationships/notesSlide" Target="../notesSlides/notesSlide25.xml"/></Relationships>
</file>

<file path=ppt/slides/_rels/slide29.xml.rels><?xml version="1.0" encoding="utf-8"?><Relationships xmlns="http://schemas.openxmlformats.org/package/2006/relationships"><Relationship Id="rId12" Type="http://schemas.openxmlformats.org/officeDocument/2006/relationships/image" Target="../media/image341.png"/><Relationship Id="rId2" Type="http://schemas.openxmlformats.org/officeDocument/2006/relationships/notesSlide" Target="../notesSlides/notesSlide26.xml"/><Relationship Id="rId1" Type="http://schemas.openxmlformats.org/officeDocument/2006/relationships/slideLayout" Target="../slideLayouts/slideLayout12.xml"/><Relationship Id="rIdBakedFigure2" Type="http://schemas.openxmlformats.org/officeDocument/2006/relationships/image" Target="../media/bakedFigure29_2.png"/><Relationship Id="rIdBakedFigure82" Type="http://schemas.openxmlformats.org/officeDocument/2006/relationships/image" Target="../media/bakedFigure29_82.png"/></Relationships>
</file>

<file path=ppt/slides/_rels/slide30.xml.rels><?xml version="1.0" encoding="utf-8"?><Relationships xmlns="http://schemas.openxmlformats.org/package/2006/relationships"><Relationship Id="rId12" Type="http://schemas.openxmlformats.org/officeDocument/2006/relationships/image" Target="../media/image381.png"/><Relationship Id="rId2" Type="http://schemas.openxmlformats.org/officeDocument/2006/relationships/notesSlide" Target="../notesSlides/notesSlide27.xml"/><Relationship Id="rId1" Type="http://schemas.openxmlformats.org/officeDocument/2006/relationships/slideLayout" Target="../slideLayouts/slideLayout12.xml"/><Relationship Id="rIdBakedFigure2" Type="http://schemas.openxmlformats.org/officeDocument/2006/relationships/image" Target="../media/bakedFigure30_2.png"/><Relationship Id="rIdBakedFigure82" Type="http://schemas.openxmlformats.org/officeDocument/2006/relationships/image" Target="../media/bakedFigure30_82.png"/></Relationships>
</file>

<file path=ppt/slides/_rels/slide31.xml.rels><?xml version="1.0" encoding="utf-8"?><Relationships xmlns="http://schemas.openxmlformats.org/package/2006/relationships"><Relationship Id="rId12" Type="http://schemas.openxmlformats.org/officeDocument/2006/relationships/image" Target="../media/image401.png"/><Relationship Id="rId2" Type="http://schemas.openxmlformats.org/officeDocument/2006/relationships/notesSlide" Target="../notesSlides/notesSlide28.xml"/><Relationship Id="rId1" Type="http://schemas.openxmlformats.org/officeDocument/2006/relationships/slideLayout" Target="../slideLayouts/slideLayout12.xml"/><Relationship Id="rIdBakedFigure2" Type="http://schemas.openxmlformats.org/officeDocument/2006/relationships/image" Target="../media/bakedFigure31_2.png"/><Relationship Id="rIdBakedFigure82" Type="http://schemas.openxmlformats.org/officeDocument/2006/relationships/image" Target="../media/bakedFigure31_82.png"/></Relationships>
</file>

<file path=ppt/slides/_rels/slide32.xml.rels><?xml version="1.0" encoding="utf-8"?><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 Id="rIdBakedFigure2" Type="http://schemas.openxmlformats.org/officeDocument/2006/relationships/image" Target="../media/bakedFigure32_2.png"/><Relationship Id="rIdBakedFigure82" Type="http://schemas.openxmlformats.org/officeDocument/2006/relationships/image" Target="../media/bakedFigure32_8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3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3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3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39.xml.rels><?xml version="1.0" encoding="utf-8"?><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 Id="rId10" Type="http://schemas.openxmlformats.org/officeDocument/2006/relationships/image" Target="../media/image520.png"/><Relationship Id="rIdBakedFigure2" Type="http://schemas.openxmlformats.org/officeDocument/2006/relationships/image" Target="../media/bakedFigure39_2.png"/><Relationship Id="rIdBakedFigure3" Type="http://schemas.openxmlformats.org/officeDocument/2006/relationships/image" Target="../media/bakedFigure39_3.png"/></Relationships>
</file>

<file path=ppt/slides/_rels/slide40.xml.rels><?xml version="1.0" encoding="utf-8"?><Relationships xmlns="http://schemas.openxmlformats.org/package/2006/relationships"><Relationship Id="rId8" Type="http://schemas.openxmlformats.org/officeDocument/2006/relationships/image" Target="../media/image550.png"/><Relationship Id="rId2" Type="http://schemas.openxmlformats.org/officeDocument/2006/relationships/notesSlide" Target="../notesSlides/notesSlide35.xml"/><Relationship Id="rId1" Type="http://schemas.openxmlformats.org/officeDocument/2006/relationships/slideLayout" Target="../slideLayouts/slideLayout12.xml"/><Relationship Id="rIdBakedFigure2" Type="http://schemas.openxmlformats.org/officeDocument/2006/relationships/image" Target="../media/bakedFigure40_2.png"/><Relationship Id="rIdBakedFigure3" Type="http://schemas.openxmlformats.org/officeDocument/2006/relationships/image" Target="../media/bakedFigure40_3.png"/></Relationships>
</file>

<file path=ppt/slides/_rels/slide41.xml.rels><?xml version="1.0" encoding="utf-8"?><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 Id="rId10" Type="http://schemas.openxmlformats.org/officeDocument/2006/relationships/image" Target="../media/image620.png"/><Relationship Id="rIdBakedFigure2" Type="http://schemas.openxmlformats.org/officeDocument/2006/relationships/image" Target="../media/bakedFigure41_2.png"/><Relationship Id="rIdBakedFigure3" Type="http://schemas.openxmlformats.org/officeDocument/2006/relationships/image" Target="../media/bakedFigure41_3.png"/></Relationships>
</file>

<file path=ppt/slides/_rels/slide42.xml.rels><?xml version="1.0" encoding="utf-8"?><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BakedFigure2" Type="http://schemas.openxmlformats.org/officeDocument/2006/relationships/image" Target="../media/bakedFigure42_2.png"/><Relationship Id="rIdBakedFigure3" Type="http://schemas.openxmlformats.org/officeDocument/2006/relationships/image" Target="../media/bakedFigure42_3.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10" name="Baked figure with larger labels"/>
          <p:cNvPicPr>
            <a:picLocks noChangeAspect="1"/>
          </p:cNvPicPr>
          <p:nvPr/>
        </p:nvPicPr>
        <p:blipFill>
          <a:blip r:embed="rIdBakedFigure10"/>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28"/>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44500" y="1833724"/>
            <a:ext cx="3943350" cy="2228850"/>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435475" y="1833239"/>
            <a:ext cx="4552950" cy="2619375"/>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24" name="Baked figure with larger labels"/>
          <p:cNvPicPr>
            <a:picLocks noChangeAspect="1"/>
          </p:cNvPicPr>
          <p:nvPr/>
        </p:nvPicPr>
        <p:blipFill>
          <a:blip r:embed="rIdBakedFigure24"/>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29" name="Baked figure with larger labels"/>
          <p:cNvPicPr>
            <a:picLocks noChangeAspect="1"/>
          </p:cNvPicPr>
          <p:nvPr/>
        </p:nvPicPr>
        <p:blipFill>
          <a:blip r:embed="rIdBakedFigure29"/>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3"/>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4"/>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2600077" y="295788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xmlns:m="http://schemas.openxmlformats.org/officeDocument/2006/math">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2600077" y="2957885"/>
                <a:ext cx="1537024" cy="784830"/>
              </a:xfrm>
              <a:prstGeom prst="rect">
                <a:avLst/>
              </a:prstGeom>
              <a:blipFill>
                <a:blip r:embed="rId6"/>
                <a:stretch>
                  <a:fillRect/>
                </a:stretch>
              </a:blipFill>
            </p:spPr>
            <p:txBody>
              <a:bodyPr/>
              <a:lstStyle/>
              <a:p>
                <a:r>
                  <a:rPr lang="en-NL">
                    <a:noFill/>
                  </a:rPr>
                  <a:t> </a:t>
                </a:r>
              </a:p>
            </p:txBody>
          </p:sp>
        </mc:Fallback>
      </mc:AlternateContent>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18" name="Baked figure with larger labels"/>
          <p:cNvPicPr>
            <a:picLocks noChangeAspect="1"/>
          </p:cNvPicPr>
          <p:nvPr/>
        </p:nvPicPr>
        <p:blipFill>
          <a:blip r:embed="rIdBakedFigure18"/>
          <a:stretch>
            <a:fillRect/>
          </a:stretch>
        </p:blipFill>
        <p:spPr>
          <a:xfrm>
            <a:off x="1147762" y="2619375"/>
            <a:ext cx="3590925" cy="2009775"/>
          </a:xfrm>
          <a:prstGeom prst="rect">
            <a:avLst/>
          </a:prstGeom>
        </p:spPr>
      </p:pic>
      <p:sp>
        <p:nvSpPr>
          <p:cNvPr id="3" name="TextBox 2">
            <a:extLst>
              <a:ext uri="{FF2B5EF4-FFF2-40B4-BE49-F238E27FC236}">
                <a16:creationId xmlns:a16="http://schemas.microsoft.com/office/drawing/2014/main" id="{F8836475-C67C-5FD6-CA27-4A6AECE9B89D}"/>
              </a:ext>
            </a:extLst>
          </p:cNvPr>
          <p:cNvSpPr txBox="1"/>
          <p:nvPr/>
        </p:nvSpPr>
        <p:spPr>
          <a:xfrm>
            <a:off x="5810250" y="3321050"/>
            <a:ext cx="964495" cy="300082"/>
          </a:xfrm>
          <a:prstGeom prst="rect">
            <a:avLst/>
          </a:prstGeom>
          <a:noFill/>
        </p:spPr>
        <p:txBody>
          <a:bodyPr wrap="none" rtlCol="0">
            <a:spAutoFit/>
          </a:bodyPr>
          <a:lstStyle/>
          <a:p>
            <a:r>
              <a:rPr lang="en-US" dirty="0"/>
              <a:t>Cite paper</a:t>
            </a:r>
            <a:endParaRPr lang="en-NL" dirty="0"/>
          </a:p>
        </p:txBody>
      </p:sp>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7" name="Baked figure with larger labels"/>
          <p:cNvPicPr>
            <a:picLocks noChangeAspect="1"/>
          </p:cNvPicPr>
          <p:nvPr/>
        </p:nvPicPr>
        <p:blipFill>
          <a:blip r:embed="rIdBakedFigure7"/>
          <a:stretch>
            <a:fillRect/>
          </a:stretch>
        </p:blipFill>
        <p:spPr>
          <a:xfrm>
            <a:off x="1057275" y="366712"/>
            <a:ext cx="6581775" cy="1109662"/>
          </a:xfrm>
          <a:prstGeom prst="rect">
            <a:avLst/>
          </a:prstGeom>
        </p:spPr>
      </p:pic>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56" name="Baked figure with larger labels"/>
          <p:cNvPicPr>
            <a:picLocks noChangeAspect="1"/>
          </p:cNvPicPr>
          <p:nvPr/>
        </p:nvPicPr>
        <p:blipFill>
          <a:blip r:embed="rIdBakedFigure56"/>
          <a:stretch>
            <a:fillRect/>
          </a:stretch>
        </p:blipFill>
        <p:spPr>
          <a:xfrm>
            <a:off x="1990725" y="547688"/>
            <a:ext cx="4681538" cy="20097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62" name="Baked figure with larger labels"/>
          <p:cNvPicPr>
            <a:picLocks noChangeAspect="1"/>
          </p:cNvPicPr>
          <p:nvPr/>
        </p:nvPicPr>
        <p:blipFill>
          <a:blip r:embed="rIdBakedFigure62"/>
          <a:stretch>
            <a:fillRect/>
          </a:stretch>
        </p:blipFill>
        <p:spPr>
          <a:xfrm>
            <a:off x="1909762" y="390525"/>
            <a:ext cx="4762500" cy="22336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9"/>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60" name="Baked figure with larger labels"/>
          <p:cNvPicPr>
            <a:picLocks noChangeAspect="1"/>
          </p:cNvPicPr>
          <p:nvPr/>
        </p:nvPicPr>
        <p:blipFill>
          <a:blip r:embed="rIdBakedFigure60"/>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60" name="Baked figure with larger labels"/>
          <p:cNvPicPr>
            <a:picLocks noChangeAspect="1"/>
          </p:cNvPicPr>
          <p:nvPr/>
        </p:nvPicPr>
        <p:blipFill>
          <a:blip r:embed="rIdBakedFigure60"/>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DE5ACBCD-6245-5808-3E38-E90CD319A76E}"/>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m="http://schemas.openxmlformats.org/officeDocument/2006/math"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58" name="Baked figure with larger labels"/>
          <p:cNvPicPr>
            <a:picLocks noChangeAspect="1"/>
          </p:cNvPicPr>
          <p:nvPr/>
        </p:nvPicPr>
        <p:blipFill>
          <a:blip r:embed="rIdBakedFigure58"/>
          <a:stretch>
            <a:fillRect/>
          </a:stretch>
        </p:blipFill>
        <p:spPr>
          <a:xfrm>
            <a:off x="2438400" y="595312"/>
            <a:ext cx="4138612" cy="169545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delays and nonlinear activation </a:t>
            </a:r>
            <a:r>
              <a:rPr lang="en-US" sz="1300" b="1" u="none" cap="none" dirty="0" err="1">
                <a:solidFill>
                  <a:srgbClr val="C81919"/>
                </a:solidFill>
                <a:latin typeface="Aptos"/>
                <a:ea typeface="Aptos"/>
                <a:cs typeface="Aptos"/>
              </a:rPr>
              <a:t>funtions</a:t>
            </a:r>
            <a:r>
              <a:rPr lang="en-US" sz="1300" b="1" u="none" cap="none" dirty="0">
                <a:solidFill>
                  <a:srgbClr val="C81919"/>
                </a:solidFill>
                <a:latin typeface="Aptos"/>
                <a:ea typeface="Aptos"/>
                <a:cs typeface="Aptos"/>
              </a:rPr>
              <a:t>!</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2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m="http://schemas.openxmlformats.org/officeDocument/2006/math"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54" name="Baked figure with larger labels"/>
          <p:cNvPicPr>
            <a:picLocks noChangeAspect="1"/>
          </p:cNvPicPr>
          <p:nvPr/>
        </p:nvPicPr>
        <p:blipFill>
          <a:blip r:embed="rIdBakedFigure5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13</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70" name="Baked figure with larger labels"/>
          <p:cNvPicPr>
            <a:picLocks noChangeAspect="1"/>
          </p:cNvPicPr>
          <p:nvPr/>
        </p:nvPicPr>
        <p:blipFill>
          <a:blip r:embed="rIdBakedFigure70"/>
          <a:stretch>
            <a:fillRect/>
          </a:stretch>
        </p:blipFill>
        <p:spPr>
          <a:xfrm>
            <a:off x="438150" y="1190625"/>
            <a:ext cx="4157662" cy="1785938"/>
          </a:xfrm>
          <a:prstGeom prst="rect">
            <a:avLst/>
          </a:prstGeom>
        </p:spPr>
      </p:pic>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76" name="Baked figure with larger labels"/>
          <p:cNvPicPr>
            <a:picLocks noChangeAspect="1"/>
          </p:cNvPicPr>
          <p:nvPr/>
        </p:nvPicPr>
        <p:blipFill>
          <a:blip r:embed="rIdBakedFigure76"/>
          <a:stretch>
            <a:fillRect/>
          </a:stretch>
        </p:blipFill>
        <p:spPr>
          <a:xfrm>
            <a:off x="4943475" y="1219200"/>
            <a:ext cx="3952875" cy="2305050"/>
          </a:xfrm>
          <a:prstGeom prst="rect">
            <a:avLst/>
          </a:prstGeom>
        </p:spPr>
      </p:pic>
      <p:pic>
        <p:nvPicPr>
          <p:cNvPr id="77" name="Original TUe logo"/>
          <p:cNvPicPr>
            <a:picLocks noChangeAspect="1"/>
          </p:cNvPicPr>
          <p:nvPr/>
        </p:nvPicPr>
        <p:blipFill>
          <a:blip r:embed="rId29"/>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14</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78" name="Baked figure with larger labels"/>
          <p:cNvPicPr>
            <a:picLocks noChangeAspect="1"/>
          </p:cNvPicPr>
          <p:nvPr/>
        </p:nvPicPr>
        <p:blipFill>
          <a:blip r:embed="rIdBakedFigure78"/>
          <a:stretch>
            <a:fillRect/>
          </a:stretch>
        </p:blipFill>
        <p:spPr>
          <a:xfrm>
            <a:off x="4962525" y="1452562"/>
            <a:ext cx="3805238" cy="1819275"/>
          </a:xfrm>
          <a:prstGeom prst="rect">
            <a:avLst/>
          </a:prstGeom>
        </p:spPr>
      </p:pic>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80" name="Baked figure with larger labels"/>
          <p:cNvPicPr>
            <a:picLocks noChangeAspect="1"/>
          </p:cNvPicPr>
          <p:nvPr/>
        </p:nvPicPr>
        <p:blipFill>
          <a:blip r:embed="rIdBakedFigure80"/>
          <a:stretch>
            <a:fillRect/>
          </a:stretch>
        </p:blipFill>
        <p:spPr>
          <a:xfrm>
            <a:off x="438150" y="1190625"/>
            <a:ext cx="4157662" cy="1785938"/>
          </a:xfrm>
          <a:prstGeom prst="rect">
            <a:avLst/>
          </a:prstGeom>
        </p:spPr>
      </p:pic>
      <p:pic>
        <p:nvPicPr>
          <p:cNvPr id="81" name="Original TUe logo"/>
          <p:cNvPicPr>
            <a:picLocks noChangeAspect="1"/>
          </p:cNvPicPr>
          <p:nvPr/>
        </p:nvPicPr>
        <p:blipFill>
          <a:blip r:embed="rId29"/>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a:t>
            </a:r>
            <a:r>
              <a:rPr lang="en-US" sz="2500" b="1" u="none" cap="none" dirty="0" err="1">
                <a:solidFill>
                  <a:srgbClr val="252529"/>
                </a:solidFill>
                <a:latin typeface="Aptos"/>
                <a:ea typeface="Aptos"/>
                <a:cs typeface="Aptos"/>
              </a:rPr>
              <a:t>oscilations</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ACDC46-5B03-CC7E-FA93-F4744B6FDFF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BC131D-D2FB-D741-D331-ED81110CD9A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39D3539-02C4-6006-7956-CD599CA0BC1B}"/>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F6C2857C-4D39-CEAB-95BF-5566109DC79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750847A4-E047-3912-D770-1425B63DA482}"/>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a:t>
            </a:r>
            <a:endParaRPr lang="en-NL" sz="1600" b="1" dirty="0">
              <a:solidFill>
                <a:srgbClr val="C81919">
                  <a:alpha val="100000"/>
                </a:srgbClr>
              </a:solidFill>
              <a:latin typeface="Aptos"/>
            </a:endParaRPr>
          </a:p>
        </p:txBody>
      </p:sp>
      <p:pic>
        <p:nvPicPr>
          <p:cNvPr id="8" name="Original TUe logo">
            <a:extLst>
              <a:ext uri="{FF2B5EF4-FFF2-40B4-BE49-F238E27FC236}">
                <a16:creationId xmlns:a16="http://schemas.microsoft.com/office/drawing/2014/main" id="{3532277B-2F23-0968-D05E-CCA3C295582D}"/>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841627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E538-AB9A-55DE-F2AA-096FBEE5468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A75B8DC-BBD4-3BC9-CE29-702DCEA4274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969BF0BA-A706-9BD9-951F-3C8C952FAE0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29A80ADD-A6A4-ADAF-E56B-FE0EE63645B3}"/>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6EC9DF87-E14A-2F72-BE4A-6FE32DF3255E}"/>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800" dirty="0">
                <a:solidFill>
                  <a:srgbClr val="252529"/>
                </a:solidFill>
                <a:latin typeface="Aptos"/>
              </a:rPr>
              <a:t>Convex state feedback synthesis</a:t>
            </a:r>
            <a:endParaRPr lang="en-NL" sz="1800" dirty="0">
              <a:solidFill>
                <a:srgbClr val="252529"/>
              </a:solidFill>
              <a:latin typeface="Aptos"/>
            </a:endParaRPr>
          </a:p>
        </p:txBody>
      </p:sp>
      <p:pic>
        <p:nvPicPr>
          <p:cNvPr id="8" name="Original TUe logo">
            <a:extLst>
              <a:ext uri="{FF2B5EF4-FFF2-40B4-BE49-F238E27FC236}">
                <a16:creationId xmlns:a16="http://schemas.microsoft.com/office/drawing/2014/main" id="{06976AFE-2C4D-6CF7-7B45-E5598D2FC38F}"/>
              </a:ext>
            </a:extLst>
          </p:cNvPr>
          <p:cNvPicPr>
            <a:picLocks noChangeAspect="1"/>
          </p:cNvPicPr>
          <p:nvPr/>
        </p:nvPicPr>
        <p:blipFill>
          <a:blip r:embed="rId3"/>
          <a:stretch>
            <a:fillRect/>
          </a:stretch>
        </p:blipFill>
        <p:spPr>
          <a:xfrm>
            <a:off x="8458200" y="4813300"/>
            <a:ext cx="457200" cy="254000"/>
          </a:xfrm>
          <a:prstGeom prst="rect">
            <a:avLst/>
          </a:prstGeom>
        </p:spPr>
      </p:pic>
      <p:sp>
        <p:nvSpPr>
          <p:cNvPr id="2" name="Right Brace 1">
            <a:extLst>
              <a:ext uri="{FF2B5EF4-FFF2-40B4-BE49-F238E27FC236}">
                <a16:creationId xmlns:a16="http://schemas.microsoft.com/office/drawing/2014/main" id="{68C5DC0B-E777-5046-9842-142B316C3DE3}"/>
              </a:ext>
            </a:extLst>
          </p:cNvPr>
          <p:cNvSpPr/>
          <p:nvPr/>
        </p:nvSpPr>
        <p:spPr>
          <a:xfrm>
            <a:off x="4196079" y="2468880"/>
            <a:ext cx="460587" cy="25527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3" name="TextBox 2">
            <a:extLst>
              <a:ext uri="{FF2B5EF4-FFF2-40B4-BE49-F238E27FC236}">
                <a16:creationId xmlns:a16="http://schemas.microsoft.com/office/drawing/2014/main" id="{D4BB2500-71D7-F457-766E-38B03B073DEB}"/>
              </a:ext>
            </a:extLst>
          </p:cNvPr>
          <p:cNvSpPr txBox="1"/>
          <p:nvPr/>
        </p:nvSpPr>
        <p:spPr>
          <a:xfrm>
            <a:off x="4893644" y="2365682"/>
            <a:ext cx="2662908" cy="461665"/>
          </a:xfrm>
          <a:prstGeom prst="rect">
            <a:avLst/>
          </a:prstGeom>
          <a:noFill/>
        </p:spPr>
        <p:txBody>
          <a:bodyPr wrap="none" rtlCol="0">
            <a:spAutoFit/>
          </a:bodyPr>
          <a:lstStyle/>
          <a:p>
            <a:r>
              <a:rPr lang="en-US" sz="2400" b="1" dirty="0">
                <a:solidFill>
                  <a:srgbClr val="C81919"/>
                </a:solidFill>
                <a:latin typeface="Aptos"/>
              </a:rPr>
              <a:t>Main contribution</a:t>
            </a:r>
            <a:endParaRPr lang="en-NL" sz="2400" b="1" dirty="0">
              <a:solidFill>
                <a:srgbClr val="C81919"/>
              </a:solidFill>
              <a:latin typeface="Aptos"/>
            </a:endParaRPr>
          </a:p>
        </p:txBody>
      </p:sp>
    </p:spTree>
    <p:extLst>
      <p:ext uri="{BB962C8B-B14F-4D97-AF65-F5344CB8AC3E}">
        <p14:creationId xmlns:p14="http://schemas.microsoft.com/office/powerpoint/2010/main" val="4244936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81BB5-7ED6-30B1-E3E5-0BAE6397327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180B62-B314-B389-54E2-38DB2FC761F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A468E71B-610D-BA1C-0353-7E00C28B25E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86C2F95-F51D-3379-0604-32C543ED84D0}"/>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chemeClr val="tx1"/>
                              </a:solidFill>
                              <a:latin typeface="Cambria Math" panose="02040503050406030204" pitchFamily="18" charset="0"/>
                            </a:rPr>
                            <m:t>𝑢</m:t>
                          </m:r>
                          <m:d>
                            <m:dPr>
                              <m:ctrlPr>
                                <a:rPr lang="en-US" sz="1700" b="0" i="1" smtClean="0">
                                  <a:solidFill>
                                    <a:schemeClr val="tx1"/>
                                  </a:solidFill>
                                  <a:latin typeface="Cambria Math" panose="02040503050406030204" pitchFamily="18" charset="0"/>
                                </a:rPr>
                              </m:ctrlPr>
                            </m:dPr>
                            <m:e>
                              <m:r>
                                <a:rPr lang="en-US" sz="1700" b="0" i="1" smtClean="0">
                                  <a:solidFill>
                                    <a:schemeClr val="tx1"/>
                                  </a:solidFill>
                                  <a:latin typeface="Cambria Math" panose="02040503050406030204" pitchFamily="18" charset="0"/>
                                </a:rPr>
                                <m:t>𝑡</m:t>
                              </m:r>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m="http://schemas.openxmlformats.org/officeDocument/2006/math" xmlns="">
          <p:sp>
            <p:nvSpPr>
              <p:cNvPr id="46" name="TextBox 45">
                <a:extLst>
                  <a:ext uri="{FF2B5EF4-FFF2-40B4-BE49-F238E27FC236}">
                    <a16:creationId xmlns:a16="http://schemas.microsoft.com/office/drawing/2014/main" id="{986C2F95-F51D-3379-0604-32C543ED84D0}"/>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54" name="Baked figure with larger labels"/>
          <p:cNvPicPr>
            <a:picLocks noChangeAspect="1"/>
          </p:cNvPicPr>
          <p:nvPr/>
        </p:nvPicPr>
        <p:blipFill>
          <a:blip r:embed="rIdBakedFigure5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29357B7B-159A-B941-76F1-7163EEB8E7B8}"/>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71938516-7999-D17B-19D3-561F98E24727}"/>
              </a:ext>
            </a:extLst>
          </p:cNvPr>
          <p:cNvPicPr>
            <a:picLocks noChangeAspect="1"/>
          </p:cNvPicPr>
          <p:nvPr/>
        </p:nvPicPr>
        <p:blipFill>
          <a:blip r:embed="rId1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09134054"/>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spTree>
    <p:extLst>
      <p:ext uri="{BB962C8B-B14F-4D97-AF65-F5344CB8AC3E}">
        <p14:creationId xmlns:p14="http://schemas.microsoft.com/office/powerpoint/2010/main" val="2552327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2" name="Baked figure with larger labels"/>
          <p:cNvPicPr>
            <a:picLocks noChangeAspect="1"/>
          </p:cNvPicPr>
          <p:nvPr/>
        </p:nvPicPr>
        <p:blipFill>
          <a:blip r:embed="rIdBakedFigure2"/>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82" name="Baked figure with larger labels"/>
          <p:cNvPicPr>
            <a:picLocks noChangeAspect="1"/>
          </p:cNvPicPr>
          <p:nvPr/>
        </p:nvPicPr>
        <p:blipFill>
          <a:blip r:embed="rIdBakedFigure82"/>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2" name="Baked figure with larger labels"/>
          <p:cNvPicPr>
            <a:picLocks noChangeAspect="1"/>
          </p:cNvPicPr>
          <p:nvPr/>
        </p:nvPicPr>
        <p:blipFill>
          <a:blip r:embed="rIdBakedFigure2"/>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82" name="Baked figure with larger labels"/>
          <p:cNvPicPr>
            <a:picLocks noChangeAspect="1"/>
          </p:cNvPicPr>
          <p:nvPr/>
        </p:nvPicPr>
        <p:blipFill>
          <a:blip r:embed="rIdBakedFigure82"/>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2" name="Baked figure with larger labels"/>
          <p:cNvPicPr>
            <a:picLocks noChangeAspect="1"/>
          </p:cNvPicPr>
          <p:nvPr/>
        </p:nvPicPr>
        <p:blipFill>
          <a:blip r:embed="rIdBakedFigure2"/>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82" name="Baked figure with larger labels"/>
          <p:cNvPicPr>
            <a:picLocks noChangeAspect="1"/>
          </p:cNvPicPr>
          <p:nvPr/>
        </p:nvPicPr>
        <p:blipFill>
          <a:blip r:embed="rIdBakedFigure82"/>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2" name="Baked figure with larger labels"/>
          <p:cNvPicPr>
            <a:picLocks noChangeAspect="1"/>
          </p:cNvPicPr>
          <p:nvPr/>
        </p:nvPicPr>
        <p:blipFill>
          <a:blip r:embed="rIdBakedFigure2"/>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82" name="Baked figure with larger labels"/>
          <p:cNvPicPr>
            <a:picLocks noChangeAspect="1"/>
          </p:cNvPicPr>
          <p:nvPr/>
        </p:nvPicPr>
        <p:blipFill>
          <a:blip r:embed="rIdBakedFigure82"/>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33</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34</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extLst>
      <p:ext uri="{BB962C8B-B14F-4D97-AF65-F5344CB8AC3E}">
        <p14:creationId xmlns:p14="http://schemas.microsoft.com/office/powerpoint/2010/main" val="19626724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2" name="Baked figure with larger labels"/>
          <p:cNvPicPr>
            <a:picLocks noChangeAspect="1"/>
          </p:cNvPicPr>
          <p:nvPr/>
        </p:nvPicPr>
        <p:blipFill>
          <a:blip r:embed="rIdBakedFigure2"/>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3" name="Baked figure with larger labels"/>
          <p:cNvPicPr>
            <a:picLocks noChangeAspect="1"/>
          </p:cNvPicPr>
          <p:nvPr/>
        </p:nvPicPr>
        <p:blipFill>
          <a:blip r:embed="rIdBakedFigure3"/>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2" name="Baked figure with larger labels"/>
          <p:cNvPicPr>
            <a:picLocks noChangeAspect="1"/>
          </p:cNvPicPr>
          <p:nvPr/>
        </p:nvPicPr>
        <p:blipFill>
          <a:blip r:embed="rIdBakedFigure2"/>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3" name="Baked figure with larger labels"/>
          <p:cNvPicPr>
            <a:picLocks noChangeAspect="1"/>
          </p:cNvPicPr>
          <p:nvPr/>
        </p:nvPicPr>
        <p:blipFill>
          <a:blip r:embed="rIdBakedFigure3"/>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2" name="Baked figure with larger labels"/>
          <p:cNvPicPr>
            <a:picLocks noChangeAspect="1"/>
          </p:cNvPicPr>
          <p:nvPr/>
        </p:nvPicPr>
        <p:blipFill>
          <a:blip r:embed="rIdBakedFigure2"/>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3" name="Baked figure with larger labels"/>
          <p:cNvPicPr>
            <a:picLocks noChangeAspect="1"/>
          </p:cNvPicPr>
          <p:nvPr/>
        </p:nvPicPr>
        <p:blipFill>
          <a:blip r:embed="rIdBakedFigure3"/>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2" name="Baked figure with larger labels"/>
          <p:cNvPicPr>
            <a:picLocks noChangeAspect="1"/>
          </p:cNvPicPr>
          <p:nvPr/>
        </p:nvPicPr>
        <p:blipFill>
          <a:blip r:embed="rIdBakedFigure2"/>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xmlns:p="http://schemas.openxmlformats.org/presentationml/2006/main" xmlns:a="http://schemas.openxmlformats.org/drawingml/2006/main" xmlns:r="http://schemas.openxmlformats.org/officeDocument/2006/relationships" xmlns:m="http://schemas.openxmlformats.org/officeDocument/2006/math" xmlns:a14="http://schemas.microsoft.com/office/drawing/2010/main" xmlns:mc="http://schemas.openxmlformats.org/markup-compatibility/2006">
        <p:nvPicPr>
          <p:cNvPr id="3" name="Baked figure with larger labels"/>
          <p:cNvPicPr>
            <a:picLocks noChangeAspect="1"/>
          </p:cNvPicPr>
          <p:nvPr/>
        </p:nvPicPr>
        <p:blipFill>
          <a:blip r:embed="rIdBakedFigure3"/>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2665</TotalTime>
  <Words>5235</Words>
  <Application>Microsoft Office PowerPoint</Application>
  <PresentationFormat>On-screen Show (16:9)</PresentationFormat>
  <Paragraphs>958</Paragraphs>
  <Slides>42</Slides>
  <Notes>37</Notes>
  <HiddenSlides>0</HiddenSlides>
  <MMClips>5</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Beta-oscilations</vt:lpstr>
      <vt:lpstr>PowerPoint Presentation</vt:lpstr>
      <vt:lpstr>PowerPoint Presentation</vt:lpstr>
      <vt:lpstr>PowerPoint Presentation</vt:lpstr>
      <vt:lpstr>PowerPoint Presentation</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20</cp:revision>
  <dcterms:created xsi:type="dcterms:W3CDTF">2019-11-27T15:26:32Z</dcterms:created>
  <dcterms:modified xsi:type="dcterms:W3CDTF">2026-09-25T10:59:05Z</dcterms:modified>
</cp:coreProperties>
</file>