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78" r:id="rId43"/>
    <p:sldId id="477" r:id="rId4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theta_image145.png"/><Relationship Id="rId3" Type="http://schemas.openxmlformats.org/officeDocument/2006/relationships/image" Target="../media/slide43theta_image140.png"/><Relationship Id="rId7" Type="http://schemas.openxmlformats.org/officeDocument/2006/relationships/image" Target="../media/slide43theta_image144.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slide43theta_image143.png"/><Relationship Id="rId5" Type="http://schemas.openxmlformats.org/officeDocument/2006/relationships/image" Target="../media/slide43theta_image142.png"/><Relationship Id="rId4" Type="http://schemas.openxmlformats.org/officeDocument/2006/relationships/image" Target="../media/slide43theta_image141.png"/><Relationship Id="rId9" Type="http://schemas.openxmlformats.org/officeDocument/2006/relationships/image" Target="../media/slide43theta_image146.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mc:Choice xmlns:a14="http://schemas.microsoft.com/office/drawing/2010/main"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𝛩</m:t>
                      </m: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252529"/>
                                    </a:solidFill>
                                    <a:latin typeface="Cambria Math"/>
                                  </a:rPr>
                                  <m:t>−</m:t>
                                </m:r>
                                <m:r>
                                  <a:rPr sz="2300">
                                    <a:solidFill>
                                      <a:srgbClr val="252529"/>
                                    </a:solidFill>
                                    <a:latin typeface="Cambria Math"/>
                                  </a:rPr>
                                  <m:t>𝐾</m:t>
                                </m:r>
                              </m:e>
                              <m:e>
                                <m:r>
                                  <m:rPr>
                                    <m:sty m:val="p"/>
                                  </m:rPr>
                                  <a:rPr sz="2300">
                                    <a:solidFill>
                                      <a:srgbClr val="252529"/>
                                    </a:solidFill>
                                    <a:latin typeface="Cambria Math"/>
                                  </a:rPr>
                                  <m:t>I</m:t>
                                </m:r>
                              </m:e>
                            </m:mr>
                          </m:m>
                        </m:e>
                      </m:d>
                    </m:oMath>
                  </m:oMathPara>
                </a14:m>
                <a:endParaRPr sz="2300"/>
              </a:p>
            </p:txBody>
          </p:sp>
        </mc:Choice>
        <mc:Fallback>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300">
                              <a:solidFill>
                                <a:srgbClr val="252529"/>
                              </a:solidFill>
                              <a:latin typeface="Cambria Math"/>
                            </a:rPr>
                          </m:ctrlPr>
                        </m:barPr>
                        <m:e>
                          <m:r>
                            <a:rPr sz="2300">
                              <a:solidFill>
                                <a:srgbClr val="252529"/>
                              </a:solidFill>
                              <a:latin typeface="Cambria Math"/>
                            </a:rPr>
                            <m:t>𝛩</m:t>
                          </m:r>
                        </m:e>
                      </m:ba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e>
                              <m:e>
                                <m:r>
                                  <m:rPr>
                                    <m:sty m:val="p"/>
                                  </m:rPr>
                                  <a:rPr sz="2300">
                                    <a:solidFill>
                                      <a:srgbClr val="252529"/>
                                    </a:solidFill>
                                    <a:latin typeface="Cambria Math"/>
                                  </a:rPr>
                                  <m:t>I</m:t>
                                </m:r>
                              </m:e>
                            </m:mr>
                          </m:m>
                        </m:e>
                      </m:d>
                    </m:oMath>
                  </m:oMathPara>
                </a14:m>
                <a:endParaRPr sz="2300"/>
              </a:p>
            </p:txBody>
          </p:sp>
        </mc:Choice>
        <mc:Fallback>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8253</Words>
  <Application>Microsoft Office PowerPoint</Application>
  <PresentationFormat>On-screen Show (16:9)</PresentationFormat>
  <Paragraphs>1125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2026-09-27T21:05:24Z</dcterms:modified>
</cp:coreProperties>
</file>