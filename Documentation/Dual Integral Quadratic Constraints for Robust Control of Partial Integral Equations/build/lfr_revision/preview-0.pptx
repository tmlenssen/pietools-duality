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LFR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LFR1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LFR118"/>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LFR1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LFR108"/>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