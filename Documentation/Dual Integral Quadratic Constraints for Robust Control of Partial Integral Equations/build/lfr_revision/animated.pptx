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4"/>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5" r:id="rId22"/>
    <p:sldId id="406" r:id="rId23"/>
    <p:sldId id="407" r:id="rId24"/>
    <p:sldId id="408" r:id="rId25"/>
    <p:sldId id="409" r:id="rId26"/>
    <p:sldId id="426" r:id="rId27"/>
    <p:sldId id="453" r:id="rId28"/>
    <p:sldId id="441" r:id="rId29"/>
    <p:sldId id="442" r:id="rId30"/>
    <p:sldId id="443" r:id="rId31"/>
    <p:sldId id="435" r:id="rId32"/>
    <p:sldId id="436" r:id="rId33"/>
    <p:sldId id="437" r:id="rId34"/>
    <p:sldId id="438" r:id="rId35"/>
    <p:sldId id="446" r:id="rId36"/>
    <p:sldId id="447" r:id="rId37"/>
    <p:sldId id="450" r:id="rId38"/>
    <p:sldId id="451" r:id="rId39"/>
    <p:sldId id="452" r:id="rId40"/>
    <p:sldId id="448" r:id="rId41"/>
    <p:sldId id="449" r:id="rId42"/>
    <p:sldId id="439" r:id="rId43"/>
    <p:sldId id="458" r:id="rId44"/>
    <p:sldId id="421" r:id="rId45"/>
    <p:sldId id="427" r:id="rId46"/>
    <p:sldId id="431" r:id="rId47"/>
    <p:sldId id="428" r:id="rId48"/>
    <p:sldId id="429" r:id="rId49"/>
    <p:sldId id="432" r:id="rId50"/>
    <p:sldId id="430" r:id="rId51"/>
    <p:sldId id="433" r:id="rId52"/>
    <p:sldId id="434" r:id="rId53"/>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640" y="-268"/>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LFR114" Type="http://schemas.openxmlformats.org/officeDocument/2006/relationships/image" Target="../media/lfr19_image34.png"/><Relationship Id="rIdLFR106" Type="http://schemas.openxmlformats.org/officeDocument/2006/relationships/image" Target="../media/lfr19_image35.png"/><Relationship Id="rIdLFR101" Type="http://schemas.openxmlformats.org/officeDocument/2006/relationships/image" Target="../media/lfr19_image73.png"/><Relationship Id="rId13" Type="http://schemas.openxmlformats.org/officeDocument/2006/relationships/image" Target="../media/image101.png"/><Relationship Id="rId18" Type="http://schemas.openxmlformats.org/officeDocument/2006/relationships/image" Target="../media/image70.png"/><Relationship Id="rId3" Type="http://schemas.openxmlformats.org/officeDocument/2006/relationships/image" Target="../media/image1.png"/><Relationship Id="rIdLFR118" Type="http://schemas.openxmlformats.org/officeDocument/2006/relationships/image" Target="../media/lfr19_image75.png"/><Relationship Id="rIdLFR105" Type="http://schemas.openxmlformats.org/officeDocument/2006/relationships/image" Target="../media/lfr19_image81.png"/><Relationship Id="rIdLFR100" Type="http://schemas.openxmlformats.org/officeDocument/2006/relationships/image" Target="../media/lfr19_image55.png"/><Relationship Id="rIdLFR121" Type="http://schemas.openxmlformats.org/officeDocument/2006/relationships/image" Target="../media/lfr19_image79.png"/><Relationship Id="rId12" Type="http://schemas.openxmlformats.org/officeDocument/2006/relationships/image" Target="../media/image100.png"/><Relationship Id="rId17" Type="http://schemas.openxmlformats.org/officeDocument/2006/relationships/image" Target="../media/image7.jpg"/><Relationship Id="rId2" Type="http://schemas.openxmlformats.org/officeDocument/2006/relationships/notesSlide" Target="../notesSlides/notesSlide13.xml"/><Relationship Id="rIdLFR117" Type="http://schemas.openxmlformats.org/officeDocument/2006/relationships/image" Target="../media/lfr19_image33.png"/><Relationship Id="rIdLFR112" Type="http://schemas.openxmlformats.org/officeDocument/2006/relationships/image" Target="../media/lfr19_image80.png"/><Relationship Id="rId16" Type="http://schemas.openxmlformats.org/officeDocument/2006/relationships/image" Target="../media/image6.jpeg"/><Relationship Id="rId1" Type="http://schemas.openxmlformats.org/officeDocument/2006/relationships/slideLayout" Target="../slideLayouts/slideLayout5.xml"/><Relationship Id="rIdLFR120" Type="http://schemas.openxmlformats.org/officeDocument/2006/relationships/image" Target="../media/lfr19_image70.png"/><Relationship Id="rIdLFR108" Type="http://schemas.openxmlformats.org/officeDocument/2006/relationships/image" Target="../media/lfr19_image77.png"/><Relationship Id="rId11" Type="http://schemas.openxmlformats.org/officeDocument/2006/relationships/image" Target="../media/image74.png"/><Relationship Id="rIdLFR111" Type="http://schemas.openxmlformats.org/officeDocument/2006/relationships/image" Target="../media/lfr19_image76.png"/><Relationship Id="rId15" Type="http://schemas.openxmlformats.org/officeDocument/2006/relationships/image" Target="../media/image103.png"/><Relationship Id="rIdLFR115" Type="http://schemas.openxmlformats.org/officeDocument/2006/relationships/image" Target="../media/lfr19_image71.png"/><Relationship Id="rIdLFR107" Type="http://schemas.openxmlformats.org/officeDocument/2006/relationships/image" Target="../media/lfr19_image72.png"/><Relationship Id="rIdLFR102" Type="http://schemas.openxmlformats.org/officeDocument/2006/relationships/image" Target="../media/lfr19_image78.png"/><Relationship Id="rId10" Type="http://schemas.openxmlformats.org/officeDocument/2006/relationships/image" Target="../media/image97.png"/><Relationship Id="rId4" Type="http://schemas.openxmlformats.org/officeDocument/2006/relationships/image" Target="../media/image54.png"/><Relationship Id="rIdLFR123" Type="http://schemas.openxmlformats.org/officeDocument/2006/relationships/image" Target="../media/lfr19_image74.png"/><Relationship Id="rId14" Type="http://schemas.openxmlformats.org/officeDocument/2006/relationships/image" Target="../media/image102.png"/><Relationship Id="rId9" Type="http://schemas.openxmlformats.org/officeDocument/2006/relationships/image" Target="../media/image96.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71.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72.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73.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75.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77.png"/></Relationships>
</file>

<file path=ppt/slides/_rels/slide32.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78.png"/></Relationships>
</file>

<file path=ppt/slides/_rels/slide33.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79.png"/></Relationships>
</file>

<file path=ppt/slides/_rels/slide3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8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82.png"/><Relationship Id="rIdClosing4" Type="http://schemas.openxmlformats.org/officeDocument/2006/relationships/image" Target="../media/image33.png"/><Relationship Id="rId4" Type="http://schemas.openxmlformats.org/officeDocument/2006/relationships/image" Target="../media/image7.jpg"/></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84.png"/></Relationships>
</file>

<file path=ppt/slides/_rels/slide50.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83.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87.png"/></Relationships>
</file>

<file path=ppt/slides/_rels/slide5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88.png"/></Relationships>
</file>

<file path=ppt/slides/_rels/slide5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89.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LFR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LFR100"/>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LFR1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LFR10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LFR118"/>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LFR1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LFR10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LFR1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LFR1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LFR105"/>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1"/>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1"/>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4"/>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77"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Linear fractional representation</a:t>
            </a:r>
            <a:endParaRPr sz="250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1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1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mc:Choice xmlns:a14="http://schemas.microsoft.com/office/drawing/2010/main"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18"/>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Connect the controller K.</a:t>
            </a:r>
            <a:endParaRPr sz="150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entr"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entr"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entr"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entr"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entr"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 xmlns:m="http://schemas.openxmlformats.org/officeDocument/2006/math">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 xmlns:m="http://schemas.openxmlformats.org/officeDocument/2006/math">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 xmlns:m="http://schemas.openxmlformats.org/officeDocument/2006/math">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 xmlns:m="http://schemas.openxmlformats.org/officeDocument/2006/math">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 xmlns:m="http://schemas.openxmlformats.org/officeDocument/2006/math">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 xmlns:m="http://schemas.openxmlformats.org/officeDocument/2006/math">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 xmlns:m="http://schemas.openxmlformats.org/officeDocument/2006/math">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 xmlns:m="http://schemas.openxmlformats.org/officeDocument/2006/math">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 xmlns:m="http://schemas.openxmlformats.org/officeDocument/2006/math">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 xmlns:m="http://schemas.openxmlformats.org/officeDocument/2006/math">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 xmlns:m="http://schemas.openxmlformats.org/officeDocument/2006/math">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5263</TotalTime>
  <Words>6185</Words>
  <Application>Microsoft Office PowerPoint</Application>
  <PresentationFormat>On-screen Show (16:9)</PresentationFormat>
  <Paragraphs>960</Paragraphs>
  <Slides>52</Slides>
  <Notes>36</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29</cp:revision>
  <dcterms:created xsi:type="dcterms:W3CDTF">2019-11-27T15:26:32Z</dcterms:created>
  <dcterms:modified xsi:type="dcterms:W3CDTF">2026-09-27T09:59:55Z</dcterms:modified>
</cp:coreProperties>
</file>