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 Id="rIdIndustry136" Type="http://schemas.openxmlformats.org/officeDocument/2006/relationships/image" Target="../media/image6.jpeg"/><Relationship Id="rIdIndustry137" Type="http://schemas.openxmlformats.org/officeDocument/2006/relationships/image" Target="../media/image7.jp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4813300" y="1193800"/>
            <a:ext cx="3750389" cy="1803908"/>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Industry13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Industry13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aseline="0" b="0" i="0" u="none">
                <a:solidFill>
                  <a:srgbClr val="252529"/>
                </a:solidFill>
                <a:latin typeface="Aptos"/>
                <a:ea typeface="Aptos"/>
                <a:cs typeface="Aptos"/>
              </a:rPr>
              <a:t xml:space="preserve">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aseline="0" b="0" i="0" u="none">
                <a:solidFill>
                  <a:srgbClr val="747B82"/>
                </a:solidFill>
                <a:latin typeface="Aptos"/>
                <a:ea typeface="Aptos"/>
                <a:cs typeface="Aptos"/>
              </a:rPr>
              <a:t xml:space="preserve">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sp>
      </p:grpSp>
      <p:grpSp>
        <p:nvGrpSpPr>
          <p:cNvPr id="20094" name="Neural equivalence"/>
          <p:cNvGrpSpPr/>
          <p:nvPr/>
        </p:nvGrpSpPr>
        <p:grpSpPr>
          <a:xfrm>
            <a:off x="4127500" y="1841500"/>
            <a:ext cx="584200" cy="508000"/>
            <a:chOff x="4127500" y="1841500"/>
            <a:chExt cx="584200" cy="508000"/>
          </a:xfrm>
        </p:grpSpPr>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200">
                        <a:solidFill>
                          <a:srgbClr val="252529"/>
                        </a:solidFill>
                        <a:latin typeface="Cambria Math"/>
                      </a:rPr>
                      <m:t xml:space="preserve">⇔</m:t>
                    </m:r>
                  </m:oMath>
                </m:oMathPara>
              </a14:m>
              <a:endParaRPr sz="2200"/>
            </a:p>
          </p:txBody>
        </p:sp>
      </p:gr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