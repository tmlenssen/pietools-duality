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LFR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LFR1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LFR118"/>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LFR1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LFR10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LFR1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LFR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LFR105"/>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20077"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Linear fractional representation</a:t>
            </a:r>
            <a:endParaRPr sz="250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Industry13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Industry13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sp>
      </p:grpSp>
      <p:grpSp>
        <p:nvGrpSpPr>
          <p:cNvPr id="20094" name="Neural equivalence"/>
          <p:cNvGrpSpPr/>
          <p:nvPr/>
        </p:nvGrpSpPr>
        <p:grpSpPr>
          <a:xfrm>
            <a:off x="4127500" y="1841500"/>
            <a:ext cx="584200" cy="508000"/>
            <a:chOff x="4127500" y="1841500"/>
            <a:chExt cx="584200" cy="508000"/>
          </a:xfrm>
        </p:grpSpPr>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m:t>
                    </m:r>
                  </m:oMath>
                </m:oMathPara>
              </a14:m>
              <a:endParaRPr sz="2200"/>
            </a:p>
          </p:txBody>
        </p:sp>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Connect the controller K.</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