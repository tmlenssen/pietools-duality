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4813300" y="1193800"/>
            <a:ext cx="3750389" cy="1803908"/>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gr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linear dynamics and delays in G.</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