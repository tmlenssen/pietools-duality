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57" r:id="rId2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 Id="rIdRevisedLFR100" Type="http://schemas.openxmlformats.org/officeDocument/2006/relationships/image" Target="../media/revised_lfr19_lfr19_image34.png"/><Relationship Id="rIdRevisedLFR101" Type="http://schemas.openxmlformats.org/officeDocument/2006/relationships/image" Target="../media/revised_lfr19_lfr19_image35.png"/><Relationship Id="rIdRevisedLFR102" Type="http://schemas.openxmlformats.org/officeDocument/2006/relationships/image" Target="../media/revised_lfr19_lfr19_image73.png"/><Relationship Id="rIdRevisedLFR103" Type="http://schemas.openxmlformats.org/officeDocument/2006/relationships/image" Target="../media/revised_lfr19_image101.png"/><Relationship Id="rIdRevisedLFR104" Type="http://schemas.openxmlformats.org/officeDocument/2006/relationships/image" Target="../media/revised_lfr19_image70.png"/><Relationship Id="rIdRevisedLFR105" Type="http://schemas.openxmlformats.org/officeDocument/2006/relationships/image" Target="../media/revised_lfr19_image1.png"/><Relationship Id="rIdRevisedLFR106" Type="http://schemas.openxmlformats.org/officeDocument/2006/relationships/image" Target="../media/revised_lfr19_lfr19_image75.png"/><Relationship Id="rIdRevisedLFR107" Type="http://schemas.openxmlformats.org/officeDocument/2006/relationships/image" Target="../media/revised_lfr19_lfr19_image81.png"/><Relationship Id="rIdRevisedLFR108" Type="http://schemas.openxmlformats.org/officeDocument/2006/relationships/image" Target="../media/revised_lfr19_lfr19_image55.png"/><Relationship Id="rIdRevisedLFR109" Type="http://schemas.openxmlformats.org/officeDocument/2006/relationships/image" Target="../media/revised_lfr19_lfr19_image79.png"/><Relationship Id="rIdRevisedLFR110" Type="http://schemas.openxmlformats.org/officeDocument/2006/relationships/image" Target="../media/revised_lfr19_image100.png"/><Relationship Id="rIdRevisedLFR111" Type="http://schemas.openxmlformats.org/officeDocument/2006/relationships/image" Target="../media/revised_lfr19_image7.jpg"/><Relationship Id="rIdRevisedLFR113" Type="http://schemas.openxmlformats.org/officeDocument/2006/relationships/image" Target="../media/revised_lfr19_lfr19_image33.png"/><Relationship Id="rIdRevisedLFR114" Type="http://schemas.openxmlformats.org/officeDocument/2006/relationships/image" Target="../media/revised_lfr19_lfr19_image80.png"/><Relationship Id="rIdRevisedLFR115" Type="http://schemas.openxmlformats.org/officeDocument/2006/relationships/image" Target="../media/revised_lfr19_image6.jpeg"/><Relationship Id="rIdRevisedLFR117" Type="http://schemas.openxmlformats.org/officeDocument/2006/relationships/image" Target="../media/revised_lfr19_lfr19_image70.png"/><Relationship Id="rIdRevisedLFR118" Type="http://schemas.openxmlformats.org/officeDocument/2006/relationships/image" Target="../media/revised_lfr19_lfr19_image77.png"/><Relationship Id="rIdRevisedLFR119" Type="http://schemas.openxmlformats.org/officeDocument/2006/relationships/image" Target="../media/revised_lfr19_image74.png"/><Relationship Id="rIdRevisedLFR120" Type="http://schemas.openxmlformats.org/officeDocument/2006/relationships/image" Target="../media/revised_lfr19_lfr19_image76.png"/><Relationship Id="rIdRevisedLFR121" Type="http://schemas.openxmlformats.org/officeDocument/2006/relationships/image" Target="../media/revised_lfr19_image103.png"/><Relationship Id="rIdRevisedLFR122" Type="http://schemas.openxmlformats.org/officeDocument/2006/relationships/image" Target="../media/revised_lfr19_lfr19_image71.png"/><Relationship Id="rIdRevisedLFR123" Type="http://schemas.openxmlformats.org/officeDocument/2006/relationships/image" Target="../media/revised_lfr19_lfr19_image72.png"/><Relationship Id="rIdRevisedLFR124" Type="http://schemas.openxmlformats.org/officeDocument/2006/relationships/image" Target="../media/revised_lfr19_lfr19_image78.png"/><Relationship Id="rIdRevisedLFR125" Type="http://schemas.openxmlformats.org/officeDocument/2006/relationships/image" Target="../media/revised_lfr19_image97.png"/><Relationship Id="rIdRevisedLFR126" Type="http://schemas.openxmlformats.org/officeDocument/2006/relationships/image" Target="../media/revised_lfr19_image54.png"/><Relationship Id="rIdRevisedLFR127" Type="http://schemas.openxmlformats.org/officeDocument/2006/relationships/image" Target="../media/revised_lfr19_lfr19_image74.png"/><Relationship Id="rIdRevisedLFR128" Type="http://schemas.openxmlformats.org/officeDocument/2006/relationships/image" Target="../media/revised_lfr19_image102.png"/><Relationship Id="rIdRevisedLFR129" Type="http://schemas.openxmlformats.org/officeDocument/2006/relationships/image" Target="../media/revised_lfr19_image9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RevisedLFR10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RevisedLFR12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77"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Linear fractional representation</a:t>
            </a:r>
            <a:endParaRPr sz="250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RevisedLFR115"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RevisedLFR111"/>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mc:Choice xmlns:a14="http://schemas.microsoft.com/office/drawing/2010/main"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Connect the controller K.</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