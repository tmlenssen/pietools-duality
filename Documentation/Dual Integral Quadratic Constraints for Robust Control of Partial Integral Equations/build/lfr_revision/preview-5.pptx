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20057" name="Complete LFR">
            <a:extLst>
              <a:ext uri="{FF2B5EF4-FFF2-40B4-BE49-F238E27FC236}">
                <a16:creationId xmlns:a16="http://schemas.microsoft.com/office/drawing/2014/main" id="{BEEA59A6-286F-A2D2-D96E-07B7D80854DA}"/>
              </a:ext>
            </a:extLst>
          </p:cNvPr>
          <p:cNvGrpSpPr/>
          <p:nvPr/>
        </p:nvGrpSpPr>
        <p:grpSpPr>
          <a:xfrm>
            <a:off x="2580640" y="1305788"/>
            <a:ext cx="3982720" cy="3052624"/>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20077"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Linear fractional representation</a:t>
            </a:r>
            <a:endParaRPr sz="2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