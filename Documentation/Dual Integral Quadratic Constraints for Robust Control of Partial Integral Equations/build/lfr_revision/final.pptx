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4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Relationships xmlns="http://schemas.openxmlformats.org/package/2006/relationships"><Relationship Id="rId13" Type="http://schemas.openxmlformats.org/officeDocument/2006/relationships/image" Target="../media/image101.png"/><Relationship Id="rId3" Type="http://schemas.openxmlformats.org/officeDocument/2006/relationships/image" Target="../media/image54.png"/><Relationship Id="rIdLFR118" Type="http://schemas.openxmlformats.org/officeDocument/2006/relationships/image" Target="../media/lfr19_image75.png"/><Relationship Id="rIdLFR105" Type="http://schemas.openxmlformats.org/officeDocument/2006/relationships/image" Target="../media/lfr19_image81.png"/><Relationship Id="rIdLFR100" Type="http://schemas.openxmlformats.org/officeDocument/2006/relationships/image" Target="../media/lfr19_image55.png"/><Relationship Id="rIdLFR121" Type="http://schemas.openxmlformats.org/officeDocument/2006/relationships/image" Target="../media/lfr19_image79.png"/><Relationship Id="rId7" Type="http://schemas.openxmlformats.org/officeDocument/2006/relationships/image" Target="../media/image72.png"/><Relationship Id="rId12" Type="http://schemas.openxmlformats.org/officeDocument/2006/relationships/image" Target="../media/image100.png"/><Relationship Id="rId2" Type="http://schemas.openxmlformats.org/officeDocument/2006/relationships/notesSlide" Target="../notesSlides/notesSlide13.xml"/><Relationship Id="rIdLFR117" Type="http://schemas.openxmlformats.org/officeDocument/2006/relationships/image" Target="../media/lfr19_image33.png"/><Relationship Id="rIdLFR112" Type="http://schemas.openxmlformats.org/officeDocument/2006/relationships/image" Target="../media/lfr19_image80.png"/><Relationship Id="rIdLFR109" Type="http://schemas.openxmlformats.org/officeDocument/2006/relationships/image" Target="../media/lfr19_image85.png"/><Relationship Id="rIdLFR125" Type="http://schemas.openxmlformats.org/officeDocument/2006/relationships/image" Target="../media/lfr19_image87.png"/><Relationship Id="rId1" Type="http://schemas.openxmlformats.org/officeDocument/2006/relationships/slideLayout" Target="../slideLayouts/slideLayout5.xml"/><Relationship Id="rIdLFR120" Type="http://schemas.openxmlformats.org/officeDocument/2006/relationships/image" Target="../media/lfr19_image70.png"/><Relationship Id="rIdLFR108" Type="http://schemas.openxmlformats.org/officeDocument/2006/relationships/image" Target="../media/lfr19_image77.png"/><Relationship Id="rId6" Type="http://schemas.openxmlformats.org/officeDocument/2006/relationships/image" Target="../media/image71.png"/><Relationship Id="rId11" Type="http://schemas.openxmlformats.org/officeDocument/2006/relationships/image" Target="../media/image74.png"/><Relationship Id="rIdLFR111" Type="http://schemas.openxmlformats.org/officeDocument/2006/relationships/image" Target="../media/lfr19_image76.png"/><Relationship Id="rId5" Type="http://schemas.openxmlformats.org/officeDocument/2006/relationships/image" Target="../media/image70.png"/><Relationship Id="rIdLFR124" Type="http://schemas.openxmlformats.org/officeDocument/2006/relationships/image" Target="../media/lfr19_image82.png"/><Relationship Id="rIdLFR116" Type="http://schemas.openxmlformats.org/officeDocument/2006/relationships/image" Target="../media/lfr19_image84.png"/><Relationship Id="rId15" Type="http://schemas.openxmlformats.org/officeDocument/2006/relationships/image" Target="../media/image103.png"/><Relationship Id="rIdLFR115" Type="http://schemas.openxmlformats.org/officeDocument/2006/relationships/image" Target="../media/lfr19_image71.png"/><Relationship Id="rIdLFR107" Type="http://schemas.openxmlformats.org/officeDocument/2006/relationships/image" Target="../media/lfr19_image72.png"/><Relationship Id="rIdLFR102" Type="http://schemas.openxmlformats.org/officeDocument/2006/relationships/image" Target="../media/lfr19_image78.png"/><Relationship Id="rId10" Type="http://schemas.openxmlformats.org/officeDocument/2006/relationships/image" Target="../media/image97.png"/><Relationship Id="rId4" Type="http://schemas.openxmlformats.org/officeDocument/2006/relationships/image" Target="../media/image1.png"/><Relationship Id="rIdLFR123" Type="http://schemas.openxmlformats.org/officeDocument/2006/relationships/image" Target="../media/lfr19_image74.png"/><Relationship Id="rIdLFR119" Type="http://schemas.openxmlformats.org/officeDocument/2006/relationships/image" Target="../media/lfr19_image83.png"/><Relationship Id="rId9" Type="http://schemas.openxmlformats.org/officeDocument/2006/relationships/image" Target="../media/image96.png"/><Relationship Id="rId14" Type="http://schemas.openxmlformats.org/officeDocument/2006/relationships/image" Target="../media/image102.png"/><Relationship Id="rIdLFR114" Type="http://schemas.openxmlformats.org/officeDocument/2006/relationships/image" Target="../media/lfr19_image34.png"/><Relationship Id="rIdLFR106" Type="http://schemas.openxmlformats.org/officeDocument/2006/relationships/image" Target="../media/lfr19_image35.png"/><Relationship Id="rIdLFR101" Type="http://schemas.openxmlformats.org/officeDocument/2006/relationships/image" Target="../media/lfr19_image73.png"/><Relationship Id="rId8" Type="http://schemas.openxmlformats.org/officeDocument/2006/relationships/image" Target="../media/image73.png"/><Relationship Id="rIdIndustry136" Type="http://schemas.openxmlformats.org/officeDocument/2006/relationships/image" Target="../media/image6.jpeg"/><Relationship Id="rIdIndustry137" Type="http://schemas.openxmlformats.org/officeDocument/2006/relationships/image" Target="../media/image7.jpg"/><Relationship Id="rIdRevisedLFR100" Type="http://schemas.openxmlformats.org/officeDocument/2006/relationships/image" Target="../media/revised_lfr19_lfr19_image34.png"/><Relationship Id="rIdRevisedLFR101" Type="http://schemas.openxmlformats.org/officeDocument/2006/relationships/image" Target="../media/revised_lfr19_lfr19_image35.png"/><Relationship Id="rIdRevisedLFR102" Type="http://schemas.openxmlformats.org/officeDocument/2006/relationships/image" Target="../media/revised_lfr19_lfr19_image73.png"/><Relationship Id="rIdRevisedLFR103" Type="http://schemas.openxmlformats.org/officeDocument/2006/relationships/image" Target="../media/revised_lfr19_image101.png"/><Relationship Id="rIdRevisedLFR104" Type="http://schemas.openxmlformats.org/officeDocument/2006/relationships/image" Target="../media/revised_lfr19_image70.png"/><Relationship Id="rIdRevisedLFR105" Type="http://schemas.openxmlformats.org/officeDocument/2006/relationships/image" Target="../media/revised_lfr19_image1.png"/><Relationship Id="rIdRevisedLFR106" Type="http://schemas.openxmlformats.org/officeDocument/2006/relationships/image" Target="../media/revised_lfr19_lfr19_image75.png"/><Relationship Id="rIdRevisedLFR107" Type="http://schemas.openxmlformats.org/officeDocument/2006/relationships/image" Target="../media/revised_lfr19_lfr19_image81.png"/><Relationship Id="rIdRevisedLFR108" Type="http://schemas.openxmlformats.org/officeDocument/2006/relationships/image" Target="../media/revised_lfr19_lfr19_image55.png"/><Relationship Id="rIdRevisedLFR109" Type="http://schemas.openxmlformats.org/officeDocument/2006/relationships/image" Target="../media/revised_lfr19_lfr19_image79.png"/><Relationship Id="rIdRevisedLFR110" Type="http://schemas.openxmlformats.org/officeDocument/2006/relationships/image" Target="../media/revised_lfr19_image100.png"/><Relationship Id="rIdRevisedLFR111" Type="http://schemas.openxmlformats.org/officeDocument/2006/relationships/image" Target="../media/revised_lfr19_image7.jpg"/><Relationship Id="rIdRevisedLFR113" Type="http://schemas.openxmlformats.org/officeDocument/2006/relationships/image" Target="../media/revised_lfr19_lfr19_image33.png"/><Relationship Id="rIdRevisedLFR114" Type="http://schemas.openxmlformats.org/officeDocument/2006/relationships/image" Target="../media/revised_lfr19_lfr19_image80.png"/><Relationship Id="rIdRevisedLFR115" Type="http://schemas.openxmlformats.org/officeDocument/2006/relationships/image" Target="../media/revised_lfr19_image6.jpeg"/><Relationship Id="rIdRevisedLFR117" Type="http://schemas.openxmlformats.org/officeDocument/2006/relationships/image" Target="../media/revised_lfr19_lfr19_image70.png"/><Relationship Id="rIdRevisedLFR118" Type="http://schemas.openxmlformats.org/officeDocument/2006/relationships/image" Target="../media/revised_lfr19_lfr19_image77.png"/><Relationship Id="rIdRevisedLFR119" Type="http://schemas.openxmlformats.org/officeDocument/2006/relationships/image" Target="../media/revised_lfr19_image74.png"/><Relationship Id="rIdRevisedLFR120" Type="http://schemas.openxmlformats.org/officeDocument/2006/relationships/image" Target="../media/revised_lfr19_lfr19_image76.png"/><Relationship Id="rIdRevisedLFR121" Type="http://schemas.openxmlformats.org/officeDocument/2006/relationships/image" Target="../media/revised_lfr19_image103.png"/><Relationship Id="rIdRevisedLFR122" Type="http://schemas.openxmlformats.org/officeDocument/2006/relationships/image" Target="../media/revised_lfr19_lfr19_image71.png"/><Relationship Id="rIdRevisedLFR123" Type="http://schemas.openxmlformats.org/officeDocument/2006/relationships/image" Target="../media/revised_lfr19_lfr19_image72.png"/><Relationship Id="rIdRevisedLFR124" Type="http://schemas.openxmlformats.org/officeDocument/2006/relationships/image" Target="../media/revised_lfr19_lfr19_image78.png"/><Relationship Id="rIdRevisedLFR125" Type="http://schemas.openxmlformats.org/officeDocument/2006/relationships/image" Target="../media/revised_lfr19_image97.png"/><Relationship Id="rIdRevisedLFR126" Type="http://schemas.openxmlformats.org/officeDocument/2006/relationships/image" Target="../media/revised_lfr19_image54.png"/><Relationship Id="rIdRevisedLFR127" Type="http://schemas.openxmlformats.org/officeDocument/2006/relationships/image" Target="../media/revised_lfr19_lfr19_image74.png"/><Relationship Id="rIdRevisedLFR128" Type="http://schemas.openxmlformats.org/officeDocument/2006/relationships/image" Target="../media/revised_lfr19_image102.png"/><Relationship Id="rIdRevisedLFR129" Type="http://schemas.openxmlformats.org/officeDocument/2006/relationships/image" Target="../media/revised_lfr19_image9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7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8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RevisedLFR10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RevisedLFR12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77"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Linear fractional representation</a:t>
            </a:r>
            <a:endParaRPr sz="250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RevisedLFR115"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RevisedLFR111"/>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mc:Choice xmlns:a14="http://schemas.microsoft.com/office/drawing/2010/main"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Connect the controller K.</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5263</TotalTime>
  <Words>6070</Words>
  <Application>Microsoft Office PowerPoint</Application>
  <PresentationFormat>On-screen Show (16:9)</PresentationFormat>
  <Paragraphs>965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28</cp:revision>
  <dcterms:created xsi:type="dcterms:W3CDTF">2019-11-27T15:26:32Z</dcterms:created>
  <dcterms:modified xsi:type="dcterms:W3CDTF">2026-09-27T09:49:54Z</dcterms:modified>
</cp:coreProperties>
</file>