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40" y="-2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Relationships xmlns="http://schemas.openxmlformats.org/package/2006/relationships"><Relationship Id="rId13" Type="http://schemas.openxmlformats.org/officeDocument/2006/relationships/image" Target="../media/image101.png"/><Relationship Id="rId3" Type="http://schemas.openxmlformats.org/officeDocument/2006/relationships/image" Target="../media/image54.png"/><Relationship Id="rIdLFR118" Type="http://schemas.openxmlformats.org/officeDocument/2006/relationships/image" Target="../media/lfr19_image75.png"/><Relationship Id="rIdLFR105" Type="http://schemas.openxmlformats.org/officeDocument/2006/relationships/image" Target="../media/lfr19_image81.png"/><Relationship Id="rIdLFR100" Type="http://schemas.openxmlformats.org/officeDocument/2006/relationships/image" Target="../media/lfr19_image55.png"/><Relationship Id="rIdLFR121" Type="http://schemas.openxmlformats.org/officeDocument/2006/relationships/image" Target="../media/lfr19_image79.png"/><Relationship Id="rId7" Type="http://schemas.openxmlformats.org/officeDocument/2006/relationships/image" Target="../media/image72.png"/><Relationship Id="rId12" Type="http://schemas.openxmlformats.org/officeDocument/2006/relationships/image" Target="../media/image100.png"/><Relationship Id="rId2" Type="http://schemas.openxmlformats.org/officeDocument/2006/relationships/notesSlide" Target="../notesSlides/notesSlide13.xml"/><Relationship Id="rIdLFR117" Type="http://schemas.openxmlformats.org/officeDocument/2006/relationships/image" Target="../media/lfr19_image33.png"/><Relationship Id="rIdLFR112" Type="http://schemas.openxmlformats.org/officeDocument/2006/relationships/image" Target="../media/lfr19_image80.png"/><Relationship Id="rIdLFR109" Type="http://schemas.openxmlformats.org/officeDocument/2006/relationships/image" Target="../media/lfr19_image85.png"/><Relationship Id="rIdLFR125" Type="http://schemas.openxmlformats.org/officeDocument/2006/relationships/image" Target="../media/lfr19_image87.png"/><Relationship Id="rId1" Type="http://schemas.openxmlformats.org/officeDocument/2006/relationships/slideLayout" Target="../slideLayouts/slideLayout5.xml"/><Relationship Id="rIdLFR120" Type="http://schemas.openxmlformats.org/officeDocument/2006/relationships/image" Target="../media/lfr19_image70.png"/><Relationship Id="rIdLFR108" Type="http://schemas.openxmlformats.org/officeDocument/2006/relationships/image" Target="../media/lfr19_image77.png"/><Relationship Id="rId6" Type="http://schemas.openxmlformats.org/officeDocument/2006/relationships/image" Target="../media/image71.png"/><Relationship Id="rId11" Type="http://schemas.openxmlformats.org/officeDocument/2006/relationships/image" Target="../media/image74.png"/><Relationship Id="rIdLFR111" Type="http://schemas.openxmlformats.org/officeDocument/2006/relationships/image" Target="../media/lfr19_image76.png"/><Relationship Id="rId5" Type="http://schemas.openxmlformats.org/officeDocument/2006/relationships/image" Target="../media/image70.png"/><Relationship Id="rIdLFR124" Type="http://schemas.openxmlformats.org/officeDocument/2006/relationships/image" Target="../media/lfr19_image82.png"/><Relationship Id="rIdLFR116" Type="http://schemas.openxmlformats.org/officeDocument/2006/relationships/image" Target="../media/lfr19_image84.png"/><Relationship Id="rId15" Type="http://schemas.openxmlformats.org/officeDocument/2006/relationships/image" Target="../media/image103.png"/><Relationship Id="rIdLFR115" Type="http://schemas.openxmlformats.org/officeDocument/2006/relationships/image" Target="../media/lfr19_image71.png"/><Relationship Id="rIdLFR107" Type="http://schemas.openxmlformats.org/officeDocument/2006/relationships/image" Target="../media/lfr19_image72.png"/><Relationship Id="rIdLFR102" Type="http://schemas.openxmlformats.org/officeDocument/2006/relationships/image" Target="../media/lfr19_image78.png"/><Relationship Id="rId10" Type="http://schemas.openxmlformats.org/officeDocument/2006/relationships/image" Target="../media/image97.png"/><Relationship Id="rId4" Type="http://schemas.openxmlformats.org/officeDocument/2006/relationships/image" Target="../media/image1.png"/><Relationship Id="rIdLFR123" Type="http://schemas.openxmlformats.org/officeDocument/2006/relationships/image" Target="../media/lfr19_image74.png"/><Relationship Id="rIdLFR119" Type="http://schemas.openxmlformats.org/officeDocument/2006/relationships/image" Target="../media/lfr19_image83.png"/><Relationship Id="rId9" Type="http://schemas.openxmlformats.org/officeDocument/2006/relationships/image" Target="../media/image96.png"/><Relationship Id="rId14" Type="http://schemas.openxmlformats.org/officeDocument/2006/relationships/image" Target="../media/image102.png"/><Relationship Id="rIdLFR114" Type="http://schemas.openxmlformats.org/officeDocument/2006/relationships/image" Target="../media/lfr19_image34.png"/><Relationship Id="rIdLFR106" Type="http://schemas.openxmlformats.org/officeDocument/2006/relationships/image" Target="../media/lfr19_image35.png"/><Relationship Id="rIdLFR101" Type="http://schemas.openxmlformats.org/officeDocument/2006/relationships/image" Target="../media/lfr19_image73.png"/><Relationship Id="rId8" Type="http://schemas.openxmlformats.org/officeDocument/2006/relationships/image" Target="../media/image73.png"/><Relationship Id="rIdIndustry136" Type="http://schemas.openxmlformats.org/officeDocument/2006/relationships/image" Target="../media/image6.jpeg"/><Relationship Id="rIdIndustry137" Type="http://schemas.openxmlformats.org/officeDocument/2006/relationships/image" Target="../media/image7.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7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3.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8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4"/>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4813300" y="1193800"/>
            <a:ext cx="3750389" cy="1803908"/>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LFR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LFR100"/>
                  <a:stretch>
                    <a:fillRect/>
                  </a:stretch>
                </a:blipFill>
                <a:ln>
                  <a:noFill/>
                </a:ln>
              </p:spPr>
              <p:txBody>
                <a:bodyPr/>
                <a:lstStyle/>
                <a:p>
                  <a:r>
                    <a:rPr lang="en-NL">
                      <a:noFill/>
                    </a:rPr>
                    <a:t> </a:t>
                  </a:r>
                </a:p>
              </p:txBody>
            </p:sp>
          </mc:Fallback>
        </mc:AlternateContent>
      </p:grpSp>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LFR1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LFR1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LFR105"/>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Collect the nonlinearities in Δ.</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5263</TotalTime>
  <Words>6070</Words>
  <Application>Microsoft Office PowerPoint</Application>
  <PresentationFormat>On-screen Show (16:9)</PresentationFormat>
  <Paragraphs>965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28</cp:revision>
  <dcterms:created xsi:type="dcterms:W3CDTF">2019-11-27T15:26:32Z</dcterms:created>
  <dcterms:modified xsi:type="dcterms:W3CDTF">2026-09-27T09:49:54Z</dcterms:modified>
</cp:coreProperties>
</file>