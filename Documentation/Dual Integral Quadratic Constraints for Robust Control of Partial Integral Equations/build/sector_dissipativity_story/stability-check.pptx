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41" r:id="rId40"/>
    <p:sldId id="471" r:id="rIdSectorStability"/>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SectorStability"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 Id="rIdZoom13" Type="http://schemas.openxmlformats.org/officeDocument/2006/relationships/image" Target="../media/revised_lfr19_image102.png"/><Relationship Id="rIdSectorStory34_0" Type="http://schemas.openxmlformats.org/officeDocument/2006/relationships/image" Target="../media/sectorstory34_image103.png"/><Relationship Id="rIdSectorStory34_1" Type="http://schemas.openxmlformats.org/officeDocument/2006/relationships/image" Target="../media/sectorstory34_image98.png"/><Relationship Id="rIdSectorStory34_2" Type="http://schemas.openxmlformats.org/officeDocument/2006/relationships/image" Target="../media/sectorstory34_image102.png"/><Relationship Id="rIdSectorStory34_4" Type="http://schemas.openxmlformats.org/officeDocument/2006/relationships/image" Target="../media/sectorstory34_revised_lfr19_image102.png"/><Relationship Id="rIdSectorStory34_6" Type="http://schemas.openxmlformats.org/officeDocument/2006/relationships/image" Target="../media/sectorstory34_image101.png"/><Relationship Id="rIdSectorStory34_7" Type="http://schemas.openxmlformats.org/officeDocument/2006/relationships/image" Target="../media/sectorstory34_image106.png"/><Relationship Id="rIdSectorStory34_8" Type="http://schemas.openxmlformats.org/officeDocument/2006/relationships/image" Target="../media/sectorstory34_image100.png"/><Relationship Id="rIdSectorStory34_9" Type="http://schemas.openxmlformats.org/officeDocument/2006/relationships/image" Target="../media/sectorstory34_image105.png"/><Relationship Id="rIdSectorStory34_10" Type="http://schemas.openxmlformats.org/officeDocument/2006/relationships/image" Target="../media/sectorstory34_image99.png"/><Relationship Id="rIdSectorStory34_11" Type="http://schemas.openxmlformats.org/officeDocument/2006/relationships/image" Target="../media/sectorstory34_image104.png"/></Relationships>
</file>

<file path=ppt/slides/_rels/slide35.xml.rels><?xml version="1.0" encoding="utf-8"?><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 Id="rIdSectorStory35_0" Type="http://schemas.openxmlformats.org/officeDocument/2006/relationships/image" Target="../media/sectorstory35_image100.png"/><Relationship Id="rIdSectorStory35_1" Type="http://schemas.openxmlformats.org/officeDocument/2006/relationships/image" Target="../media/sectorstory35_image111.png"/><Relationship Id="rIdSectorStory35_3" Type="http://schemas.openxmlformats.org/officeDocument/2006/relationships/image" Target="../media/sectorstory35_image99.png"/><Relationship Id="rIdSectorStory35_4" Type="http://schemas.openxmlformats.org/officeDocument/2006/relationships/image" Target="../media/sectorstory35_image110.png"/><Relationship Id="rIdSectorStory35_5" Type="http://schemas.openxmlformats.org/officeDocument/2006/relationships/video" Target="../media/sectorstory35_media6.mp4"/><Relationship Id="rIdSectorStory35_6" Type="http://schemas.microsoft.com/office/2007/relationships/media" Target="../media/sectorstory35_media6.mp4"/><Relationship Id="rIdSectorStory35_7" Type="http://schemas.openxmlformats.org/officeDocument/2006/relationships/image" Target="../media/sectorstory35_image98.png"/><Relationship Id="rIdSectorStory35_8" Type="http://schemas.openxmlformats.org/officeDocument/2006/relationships/image" Target="../media/sectorstory35_image109.png"/><Relationship Id="rIdSectorStory35_9" Type="http://schemas.openxmlformats.org/officeDocument/2006/relationships/image" Target="../media/sectorstory35_image107.png"/><Relationship Id="rIdSectorStory35_10" Type="http://schemas.openxmlformats.org/officeDocument/2006/relationships/image" Target="../media/sectorstory35_image113.png"/><Relationship Id="rIdSectorStory35_11" Type="http://schemas.openxmlformats.org/officeDocument/2006/relationships/image" Target="../media/sectorstory35_image108.png"/><Relationship Id="rIdSectorStory35_13" Type="http://schemas.openxmlformats.org/officeDocument/2006/relationships/image" Target="../media/sectorstory35_image101.png"/><Relationship Id="rIdSectorStory35_14" Type="http://schemas.openxmlformats.org/officeDocument/2006/relationships/image" Target="../media/sectorstory35_image112.png"/></Relationships>
</file>

<file path=ppt/slides/_rels/slide36.xml.rels><?xml version="1.0" encoding="utf-8"?><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 Id="rIdSectorStory36_0" Type="http://schemas.openxmlformats.org/officeDocument/2006/relationships/image" Target="../media/sectorstory36_image114.png"/><Relationship Id="rIdSectorStory36_3" Type="http://schemas.openxmlformats.org/officeDocument/2006/relationships/image" Target="../media/sectorstory36_image116.png"/><Relationship Id="rIdSectorStory36_4" Type="http://schemas.openxmlformats.org/officeDocument/2006/relationships/image" Target="../media/sectorstory36_image115.png"/></Relationships>
</file>

<file path=ppt/slides/_rels/slide37.xml.rels><?xml version="1.0" encoding="utf-8"?><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 Id="rIdSectorStory37_0" Type="http://schemas.openxmlformats.org/officeDocument/2006/relationships/image" Target="../media/sectorstory37_image122.png"/><Relationship Id="rIdSectorStory37_1" Type="http://schemas.openxmlformats.org/officeDocument/2006/relationships/image" Target="../media/sectorstory37_image117.png"/><Relationship Id="rIdSectorStory37_2" Type="http://schemas.openxmlformats.org/officeDocument/2006/relationships/image" Target="../media/sectorstory37_image121.png"/><Relationship Id="rIdSectorStory37_3" Type="http://schemas.openxmlformats.org/officeDocument/2006/relationships/image" Target="../media/sectorstory37_image126.png"/><Relationship Id="rIdSectorStory37_6" Type="http://schemas.openxmlformats.org/officeDocument/2006/relationships/image" Target="../media/sectorstory37_image120.png"/><Relationship Id="rIdSectorStory37_7" Type="http://schemas.openxmlformats.org/officeDocument/2006/relationships/image" Target="../media/sectorstory37_image125.png"/><Relationship Id="rIdSectorStory37_8" Type="http://schemas.openxmlformats.org/officeDocument/2006/relationships/image" Target="../media/sectorstory37_image119.png"/><Relationship Id="rIdSectorStory37_9" Type="http://schemas.openxmlformats.org/officeDocument/2006/relationships/image" Target="../media/sectorstory37_image124.png"/><Relationship Id="rIdSectorStory37_10" Type="http://schemas.openxmlformats.org/officeDocument/2006/relationships/image" Target="../media/sectorstory37_image118.png"/><Relationship Id="rIdSectorStory37_11" Type="http://schemas.openxmlformats.org/officeDocument/2006/relationships/image" Target="../media/sectorstory37_image123.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4.xml"/><Relationship Id="rIdSectorStory40_0" Type="http://schemas.openxmlformats.org/officeDocument/2006/relationships/image" Target="../media/sectorstory40_image130.png"/><Relationship Id="rIdSectorStory40_1" Type="http://schemas.openxmlformats.org/officeDocument/2006/relationships/image" Target="../media/sectorstory40_image134.png"/><Relationship Id="rIdSectorStory40_4" Type="http://schemas.openxmlformats.org/officeDocument/2006/relationships/image" Target="../media/sectorstory40_image133.png"/><Relationship Id="rIdSectorStory40_5" Type="http://schemas.openxmlformats.org/officeDocument/2006/relationships/image" Target="../media/sectorstory40_image132.png"/><Relationship Id="rIdSectorStory40_6" Type="http://schemas.openxmlformats.org/officeDocument/2006/relationships/image" Target="../media/sectorstory40_image13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4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4_10"/>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4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4_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SectorStory34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SectorStory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a:p>
            </p:txBody>
          </p:sp>
        </mc:Choice>
        <mc:Fallback>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SectorStory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SectorStory34_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SectorStory34_7"/>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Story34_4"/>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107"/>
                                        </p:tgtEl>
                                        <p:attrNameLst>
                                          <p:attrName>style.visibility</p:attrName>
                                        </p:attrNameLst>
                                      </p:cBhvr>
                                      <p:to>
                                        <p:strVal val="visible"/>
                                      </p:to>
                                    </p:set>
                                    <p:animEffect transition="in" filter="wipe(left)">
                                      <p:cBhvr>
                                        <p:cTn id="7" dur="1200"/>
                                        <p:tgtEl>
                                          <p:spTgt spid="1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gtEl>
                                        <p:attrNameLst>
                                          <p:attrName>style.visibility</p:attrName>
                                        </p:attrNameLst>
                                      </p:cBhvr>
                                      <p:to>
                                        <p:strVal val="visible"/>
                                      </p:to>
                                    </p:set>
                                    <p:animEffect transition="in" filter="fade">
                                      <p:cBhvr>
                                        <p:cTn id="12" dur="500"/>
                                        <p:tgtEl>
                                          <p:spTgt spid="1101"/>
                                        </p:tgtEl>
                                      </p:cBhvr>
                                    </p:animEffect>
                                  </p:childTnLst>
                                </p:cTn>
                              </p:par>
                              <p:par>
                                <p:cTn id="13" presetID="10" presetClass="entr" presetSubtype="0" fill="hold" nodeType="withEffect">
                                  <p:stCondLst>
                                    <p:cond delay="0"/>
                                  </p:stCondLst>
                                  <p:childTnLst>
                                    <p:set>
                                      <p:cBhvr>
                                        <p:cTn id="14" dur="1" fill="hold">
                                          <p:stCondLst>
                                            <p:cond delay="0"/>
                                          </p:stCondLst>
                                        </p:cTn>
                                        <p:tgtEl>
                                          <p:spTgt spid="1102"/>
                                        </p:tgtEl>
                                        <p:attrNameLst>
                                          <p:attrName>style.visibility</p:attrName>
                                        </p:attrNameLst>
                                      </p:cBhvr>
                                      <p:to>
                                        <p:strVal val="visible"/>
                                      </p:to>
                                    </p:set>
                                    <p:animEffect transition="in" filter="fade">
                                      <p:cBhvr>
                                        <p:cTn id="15" dur="500"/>
                                        <p:tgtEl>
                                          <p:spTgt spid="1102"/>
                                        </p:tgtEl>
                                      </p:cBhvr>
                                    </p:animEffect>
                                  </p:childTnLst>
                                </p:cTn>
                              </p:par>
                              <p:par>
                                <p:cTn id="16" presetID="10" presetClass="entr" presetSubtype="0" fill="hold" nodeType="withEffect">
                                  <p:stCondLst>
                                    <p:cond delay="0"/>
                                  </p:stCondLst>
                                  <p:childTnLst>
                                    <p:set>
                                      <p:cBhvr>
                                        <p:cTn id="17" dur="1" fill="hold">
                                          <p:stCondLst>
                                            <p:cond delay="0"/>
                                          </p:stCondLst>
                                        </p:cTn>
                                        <p:tgtEl>
                                          <p:spTgt spid="1105"/>
                                        </p:tgtEl>
                                        <p:attrNameLst>
                                          <p:attrName>style.visibility</p:attrName>
                                        </p:attrNameLst>
                                      </p:cBhvr>
                                      <p:to>
                                        <p:strVal val="visible"/>
                                      </p:to>
                                    </p:set>
                                    <p:animEffect transition="in" filter="fade">
                                      <p:cBhvr>
                                        <p:cTn id="18" dur="500"/>
                                        <p:tgtEl>
                                          <p:spTgt spid="1105"/>
                                        </p:tgtEl>
                                      </p:cBhvr>
                                    </p:animEffect>
                                  </p:childTnLst>
                                </p:cTn>
                              </p:par>
                              <p:par>
                                <p:cTn id="19" presetID="10" presetClass="entr" presetSubtype="0" fill="hold" nodeType="withEffect">
                                  <p:stCondLst>
                                    <p:cond delay="0"/>
                                  </p:stCondLst>
                                  <p:childTnLst>
                                    <p:set>
                                      <p:cBhvr>
                                        <p:cTn id="20" dur="1" fill="hold">
                                          <p:stCondLst>
                                            <p:cond delay="0"/>
                                          </p:stCondLst>
                                        </p:cTn>
                                        <p:tgtEl>
                                          <p:spTgt spid="1106"/>
                                        </p:tgtEl>
                                        <p:attrNameLst>
                                          <p:attrName>style.visibility</p:attrName>
                                        </p:attrNameLst>
                                      </p:cBhvr>
                                      <p:to>
                                        <p:strVal val="visible"/>
                                      </p:to>
                                    </p:set>
                                    <p:animEffect transition="in" filter="fade">
                                      <p:cBhvr>
                                        <p:cTn id="21" dur="500"/>
                                        <p:tgtEl>
                                          <p:spTgt spid="11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6"/>
                                        </p:tgtEl>
                                        <p:attrNameLst>
                                          <p:attrName>style.visibility</p:attrName>
                                        </p:attrNameLst>
                                      </p:cBhvr>
                                      <p:to>
                                        <p:strVal val="visible"/>
                                      </p:to>
                                    </p:set>
                                    <p:animEffect transition="in" filter="fade">
                                      <p:cBhvr>
                                        <p:cTn id="24" dur="500"/>
                                        <p:tgtEl>
                                          <p:spTgt spid="12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07"/>
                                        </p:tgtEl>
                                        <p:attrNameLst>
                                          <p:attrName>style.visibility</p:attrName>
                                        </p:attrNameLst>
                                      </p:cBhvr>
                                      <p:to>
                                        <p:strVal val="visible"/>
                                      </p:to>
                                    </p:set>
                                    <p:animEffect transition="in" filter="fade">
                                      <p:cBhvr>
                                        <p:cTn id="27" dur="500"/>
                                        <p:tgtEl>
                                          <p:spTgt spid="120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14"/>
                                        </p:tgtEl>
                                        <p:attrNameLst>
                                          <p:attrName>style.visibility</p:attrName>
                                        </p:attrNameLst>
                                      </p:cBhvr>
                                      <p:to>
                                        <p:strVal val="visible"/>
                                      </p:to>
                                    </p:set>
                                    <p:animEffect transition="in" filter="fade">
                                      <p:cBhvr>
                                        <p:cTn id="30" dur="500"/>
                                        <p:tgtEl>
                                          <p:spTgt spid="12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5"/>
                                        </p:tgtEl>
                                        <p:attrNameLst>
                                          <p:attrName>style.visibility</p:attrName>
                                        </p:attrNameLst>
                                      </p:cBhvr>
                                      <p:to>
                                        <p:strVal val="visible"/>
                                      </p:to>
                                    </p:set>
                                    <p:animEffect transition="in" filter="fade">
                                      <p:cBhvr>
                                        <p:cTn id="33" dur="500"/>
                                        <p:tgtEl>
                                          <p:spTgt spid="12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16"/>
                                        </p:tgtEl>
                                        <p:attrNameLst>
                                          <p:attrName>style.visibility</p:attrName>
                                        </p:attrNameLst>
                                      </p:cBhvr>
                                      <p:to>
                                        <p:strVal val="visible"/>
                                      </p:to>
                                    </p:set>
                                    <p:animEffect transition="in" filter="fade">
                                      <p:cBhvr>
                                        <p:cTn id="36" dur="5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SectorStory35_5"/>
            <p:extLst>
              <p:ext uri="{DAA4B4D4-6D71-4841-9C94-3DE7FCFB9230}">
                <p14:media xmlns:p14="http://schemas.microsoft.com/office/powerpoint/2010/main" r:embed="rIdSectorStory35_6"/>
              </p:ext>
            </p:extLst>
          </p:nvPr>
        </p:nvPicPr>
        <p:blipFill>
          <a:blip r:embed="rIdSectorStory35_9"/>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mc:Choice xmlns:a14="http://schemas.microsoft.com/office/drawing/2010/main"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5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5_3"/>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5_13"/>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mc:Choice xmlns:a14="http://schemas.microsoft.com/office/drawing/2010/main"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SectorStory35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SectorStory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a:p>
            </p:txBody>
          </p:sp>
        </mc:Choice>
        <mc:Fallback>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SectorStory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SectorStory35_10"/>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mc:Choice xmlns:a14="http://schemas.microsoft.com/office/drawing/2010/main"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SectorStory36_0"/>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mc:Choice xmlns:a14="http://schemas.microsoft.com/office/drawing/2010/main"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SectorStory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SectorStory36_3"/>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mc:Choice xmlns:a14="http://schemas.microsoft.com/office/drawing/2010/main"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600">
                          <a:solidFill>
                            <a:srgbClr val="252529"/>
                          </a:solidFill>
                          <a:latin typeface="Cambria Math"/>
                        </a:rPr>
                      </m:ctrlPr>
                    </m:naryPr>
                    <m:sub>
                      <m:r>
                        <m:rPr>
                          <m:sty m:val="p"/>
                        </m:rPr>
                        <a:rPr sz="1600">
                          <a:solidFill>
                            <a:srgbClr val="252529"/>
                          </a:solidFill>
                          <a:latin typeface="Cambria Math"/>
                        </a:rPr>
                        <m:t xml:space="preserve">0</m:t>
                      </m:r>
                    </m:sub>
                    <m:sup>
                      <m:r>
                        <m:rPr>
                          <m:sty m:val="i"/>
                        </m:rPr>
                        <a:rPr sz="1600">
                          <a:solidFill>
                            <a:srgbClr val="252529"/>
                          </a:solidFill>
                          <a:latin typeface="Cambria Math"/>
                        </a:rPr>
                        <m:t xml:space="preserve">T</m:t>
                      </m:r>
                    </m:sup>
                    <m:e>
                      <m:sSub>
                        <m:sSubPr>
                          <m:ctrlPr>
                            <a:rPr sz="1600">
                              <a:solidFill>
                                <a:srgbClr val="252529"/>
                              </a:solidFill>
                              <a:latin typeface="Cambria Math"/>
                            </a:rPr>
                          </m:ctrlPr>
                        </m:sSubPr>
                        <m:e>
                          <m:r>
                            <m:rPr>
                              <m:sty m:val="i"/>
                            </m:rPr>
                            <a:rPr sz="1600">
                              <a:solidFill>
                                <a:srgbClr val="252529"/>
                              </a:solidFill>
                              <a:latin typeface="Cambria Math"/>
                            </a:rPr>
                            <m:t xml:space="preserve">σ</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d</m:t>
                      </m:r>
                      <m:r>
                        <m:rPr>
                          <m:sty m:val="i"/>
                        </m:rPr>
                        <a:rPr sz="1600">
                          <a:solidFill>
                            <a:srgbClr val="252529"/>
                          </a:solidFill>
                          <a:latin typeface="Cambria Math"/>
                        </a:rPr>
                        <m:t xml:space="preserve">t</m:t>
                      </m:r>
                    </m:e>
                  </m:nary>
                  <m:r>
                    <m:rPr>
                      <m:sty m:val="i"/>
                    </m:rPr>
                    <a:rPr sz="1600">
                      <a:solidFill>
                        <a:srgbClr val="252529"/>
                      </a:solidFill>
                      <a:latin typeface="Cambria Math"/>
                    </a:rPr>
                    <m:t xml:space="preserve">≥</m:t>
                  </m:r>
                  <m:r>
                    <m:rPr>
                      <m:sty m:val="i"/>
                    </m:rPr>
                    <a:rPr sz="1600">
                      <a:solidFill>
                        <a:srgbClr val="252529"/>
                      </a:solidFill>
                      <a:latin typeface="Cambria Math"/>
                    </a:rPr>
                    <m:t xml:space="preserve">0</m:t>
                  </m:r>
                </m:oMath>
              </m:oMathPara>
            </a14:m>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mc:Choice xmlns:a14="http://schemas.microsoft.com/office/drawing/2010/main"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SectorStory40_0"/>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mc:Choice xmlns:a14="http://schemas.microsoft.com/office/drawing/2010/main"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SectorStory40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SectorStory40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SectorStory4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SectorStory40_1"/>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