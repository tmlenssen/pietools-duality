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png"/><Relationship Id="rId3" Type="http://schemas.openxmlformats.org/officeDocument/2006/relationships/image" Target="../media/image116.png"/><Relationship Id="rId21" Type="http://schemas.openxmlformats.org/officeDocument/2006/relationships/image" Target="../media/image127.png"/><Relationship Id="rId34" Type="http://schemas.openxmlformats.org/officeDocument/2006/relationships/image" Target="../media/image135.png"/><Relationship Id="rId7" Type="http://schemas.openxmlformats.org/officeDocument/2006/relationships/image" Target="../media/slide41original_restore41_image118.png"/><Relationship Id="rId25" Type="http://schemas.openxmlformats.org/officeDocument/2006/relationships/image" Target="../media/image128.png"/><Relationship Id="rId33" Type="http://schemas.openxmlformats.org/officeDocument/2006/relationships/image" Target="../media/image134.png"/><Relationship Id="rId2" Type="http://schemas.openxmlformats.org/officeDocument/2006/relationships/image" Target="../media/image115.png"/><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slide41original_image120.png"/><Relationship Id="rId1" Type="http://schemas.openxmlformats.org/officeDocument/2006/relationships/slideLayout" Target="../slideLayouts/slideLayout12.xml"/><Relationship Id="rId24" Type="http://schemas.openxmlformats.org/officeDocument/2006/relationships/image" Target="../media/slide41original_image117.png"/><Relationship Id="rId32" Type="http://schemas.openxmlformats.org/officeDocument/2006/relationships/image" Target="../media/image133.png"/><Relationship Id="rId5" Type="http://schemas.openxmlformats.org/officeDocument/2006/relationships/image" Target="../media/image118.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slide41original_image119.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slide41original_image115.png"/><Relationship Id="rId27" Type="http://schemas.openxmlformats.org/officeDocument/2006/relationships/image" Target="../media/image131.png"/><Relationship Id="rId30" Type="http://schemas.openxmlformats.org/officeDocument/2006/relationships/image" Target="../media/slide41original_image121.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0.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2.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1.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3.png"/></Relationships>
</file>

<file path=ppt/slides/_rels/slide5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4.png"/></Relationships>
</file>

<file path=ppt/slides/_rels/slide5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a:t>Thought experiment: </a:t>
                </a:r>
                <a:r>
                  <a:rPr lang="en-US" dirty="0"/>
                  <a:t>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5"/>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xmlns="" xmlns:m="http://schemas.openxmlformats.org/officeDocument/2006/math">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𝐾𝑦</m:t>
                      </m:r>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xmlns:m="http://schemas.openxmlformats.org/officeDocument/2006/math">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𝑦</m:t>
                                  </m: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xmlns:m="http://schemas.openxmlformats.org/officeDocument/2006/math"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xmlns="" xmlns:m="http://schemas.openxmlformats.org/officeDocument/2006/math">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xmlns:m="http://schemas.openxmlformats.org/officeDocument/2006/math">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700">
                              <a:solidFill>
                                <a:srgbClr val="252529"/>
                              </a:solidFill>
                              <a:latin typeface="Cambria Math"/>
                            </a:rPr>
                          </m:ctrlPr>
                        </m:barPr>
                        <m:e>
                          <m:r>
                            <a:rPr sz="1700">
                              <a:solidFill>
                                <a:srgbClr val="252529"/>
                              </a:solidFill>
                              <a:latin typeface="Cambria Math"/>
                            </a:rPr>
                            <m:t>𝑢</m:t>
                          </m:r>
                        </m:e>
                      </m:ba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xmlns:m="http://schemas.openxmlformats.org/officeDocument/2006/math">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bar>
                                    <m:barPr>
                                      <m:pos m:val="bot"/>
                                      <m:ctrlPr>
                                        <a:rPr lang="en-US" sz="1800" i="1" smtClean="0">
                                          <a:solidFill>
                                            <a:srgbClr val="252529"/>
                                          </a:solidFill>
                                          <a:latin typeface="Cambria Math" panose="02040503050406030204" pitchFamily="18" charset="0"/>
                                        </a:rPr>
                                      </m:ctrlPr>
                                    </m:barPr>
                                    <m:e>
                                      <m:r>
                                        <a:rPr lang="en-US" sz="1800" i="1" smtClean="0">
                                          <a:solidFill>
                                            <a:srgbClr val="252529"/>
                                          </a:solidFill>
                                          <a:latin typeface="Cambria Math" panose="02040503050406030204" pitchFamily="18" charset="0"/>
                                        </a:rPr>
                                        <m:t>𝑦</m:t>
                                      </m:r>
                                    </m:e>
                                  </m:ba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xmlns:m="http://schemas.openxmlformats.org/officeDocument/2006/math"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5689</TotalTime>
  <Words>8188</Words>
  <Application>Microsoft Office PowerPoint</Application>
  <PresentationFormat>On-screen Show (16:9)</PresentationFormat>
  <Paragraphs>1106</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51</cp:revision>
  <dcterms:created xsi:type="dcterms:W3CDTF">2019-11-27T15:26:32Z</dcterms:created>
  <dcterms:modified xsi:type="dcterms:W3CDTF">2026-09-27T20:42:53Z</dcterms:modified>
</cp:coreProperties>
</file>