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34" Type="http://schemas.openxmlformats.org/officeDocument/2006/relationships/image" Target="../media/image135.png"/><Relationship Id="rId7" Type="http://schemas.openxmlformats.org/officeDocument/2006/relationships/image" Target="../media/slide41original_restore41_image118.png"/><Relationship Id="rId25" Type="http://schemas.openxmlformats.org/officeDocument/2006/relationships/image" Target="../media/image128.png"/><Relationship Id="rId33" Type="http://schemas.openxmlformats.org/officeDocument/2006/relationships/image" Target="../media/image134.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0.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2.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1.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3.png"/></Relationships>
</file>

<file path=ppt/slides/_rels/slide5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4.png"/></Relationships>
</file>

<file path=ppt/slides/_rels/slide5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xmlns:m="http://schemas.openxmlformats.org/officeDocument/2006/math">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xmlns:m="http://schemas.openxmlformats.org/officeDocument/2006/math">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xmlns:m="http://schemas.openxmlformats.org/officeDocument/2006/math"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xmlns:m="http://schemas.openxmlformats.org/officeDocument/2006/math">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xmlns:m="http://schemas.openxmlformats.org/officeDocument/2006/math">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xmlns:m="http://schemas.openxmlformats.org/officeDocument/2006/math">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xmlns:m="http://schemas.openxmlformats.org/officeDocument/2006/math"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5689</TotalTime>
  <Words>8188</Words>
  <Application>Microsoft Office PowerPoint</Application>
  <PresentationFormat>On-screen Show (16:9)</PresentationFormat>
  <Paragraphs>1106</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51</cp:revision>
  <dcterms:created xsi:type="dcterms:W3CDTF">2019-11-27T15:26:32Z</dcterms:created>
  <dcterms:modified xsi:type="dcterms:W3CDTF">2026-09-27T20:42:53Z</dcterms:modified>
</cp:coreProperties>
</file>