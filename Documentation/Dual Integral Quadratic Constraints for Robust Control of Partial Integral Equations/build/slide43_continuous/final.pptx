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0.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1.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4.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6.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5.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47.png"/></Relationships>
</file>

<file path=ppt/slides/_rels/slide5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8.png"/></Relationships>
</file>

<file path=ppt/slides/_rels/slide5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 xmlns:m="http://schemas.openxmlformats.org/officeDocument/2006/math">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par>
                                <p:cTn id="46" presetID="10" presetClass="exit" presetSubtype="0" fill="hold" nodeType="withEffect">
                                  <p:stCondLst>
                                    <p:cond delay="850"/>
                                  </p:stCondLst>
                                  <p:childTnLst>
                                    <p:animEffect transition="out" filter="fade">
                                      <p:cBhvr>
                                        <p:cTn id="47" dur="104"/>
                                        <p:tgtEl>
                                          <p:spTgt spid="14001"/>
                                        </p:tgtEl>
                                      </p:cBhvr>
                                    </p:animEffect>
                                    <p:set>
                                      <p:cBhvr>
                                        <p:cTn id="48" dur="1" fill="hold">
                                          <p:stCondLst>
                                            <p:cond delay="103"/>
                                          </p:stCondLst>
                                        </p:cTn>
                                        <p:tgtEl>
                                          <p:spTgt spid="14001"/>
                                        </p:tgtEl>
                                        <p:attrNameLst>
                                          <p:attrName>style.visibility</p:attrName>
                                        </p:attrNameLst>
                                      </p:cBhvr>
                                      <p:to>
                                        <p:strVal val="hidden"/>
                                      </p:to>
                                    </p:set>
                                  </p:childTnLst>
                                </p:cTn>
                              </p:par>
                              <p:par>
                                <p:cTn id="49" presetID="10" presetClass="exit" presetSubtype="0" fill="hold" nodeType="withEffect">
                                  <p:stCondLst>
                                    <p:cond delay="850"/>
                                  </p:stCondLst>
                                  <p:childTnLst>
                                    <p:animEffect transition="out" filter="fade">
                                      <p:cBhvr>
                                        <p:cTn id="50" dur="104"/>
                                        <p:tgtEl>
                                          <p:spTgt spid="14002"/>
                                        </p:tgtEl>
                                      </p:cBhvr>
                                    </p:animEffect>
                                    <p:set>
                                      <p:cBhvr>
                                        <p:cTn id="51" dur="1" fill="hold">
                                          <p:stCondLst>
                                            <p:cond delay="103"/>
                                          </p:stCondLst>
                                        </p:cTn>
                                        <p:tgtEl>
                                          <p:spTgt spid="14002"/>
                                        </p:tgtEl>
                                        <p:attrNameLst>
                                          <p:attrName>style.visibility</p:attrName>
                                        </p:attrNameLst>
                                      </p:cBhvr>
                                      <p:to>
                                        <p:strVal val="hidden"/>
                                      </p:to>
                                    </p:set>
                                  </p:childTnLst>
                                </p:cTn>
                              </p:par>
                              <p:par>
                                <p:cTn id="52" presetID="10" presetClass="exit" presetSubtype="0" fill="hold" nodeType="withEffect">
                                  <p:stCondLst>
                                    <p:cond delay="850"/>
                                  </p:stCondLst>
                                  <p:childTnLst>
                                    <p:animEffect transition="out" filter="fade">
                                      <p:cBhvr>
                                        <p:cTn id="53" dur="104"/>
                                        <p:tgtEl>
                                          <p:spTgt spid="14003"/>
                                        </p:tgtEl>
                                      </p:cBhvr>
                                    </p:animEffect>
                                    <p:set>
                                      <p:cBhvr>
                                        <p:cTn id="54" dur="1" fill="hold">
                                          <p:stCondLst>
                                            <p:cond delay="103"/>
                                          </p:stCondLst>
                                        </p:cTn>
                                        <p:tgtEl>
                                          <p:spTgt spid="14003"/>
                                        </p:tgtEl>
                                        <p:attrNameLst>
                                          <p:attrName>style.visibility</p:attrName>
                                        </p:attrNameLst>
                                      </p:cBhvr>
                                      <p:to>
                                        <p:strVal val="hidden"/>
                                      </p:to>
                                    </p:set>
                                  </p:childTnLst>
                                </p:cTn>
                              </p:par>
                              <p:par>
                                <p:cTn id="55" presetID="10" presetClass="exit" presetSubtype="0" fill="hold" nodeType="withEffect">
                                  <p:stCondLst>
                                    <p:cond delay="850"/>
                                  </p:stCondLst>
                                  <p:childTnLst>
                                    <p:animEffect transition="out" filter="fade">
                                      <p:cBhvr>
                                        <p:cTn id="56" dur="104"/>
                                        <p:tgtEl>
                                          <p:spTgt spid="14004"/>
                                        </p:tgtEl>
                                      </p:cBhvr>
                                    </p:animEffect>
                                    <p:set>
                                      <p:cBhvr>
                                        <p:cTn id="57" dur="1" fill="hold">
                                          <p:stCondLst>
                                            <p:cond delay="103"/>
                                          </p:stCondLst>
                                        </p:cTn>
                                        <p:tgtEl>
                                          <p:spTgt spid="14004"/>
                                        </p:tgtEl>
                                        <p:attrNameLst>
                                          <p:attrName>style.visibility</p:attrName>
                                        </p:attrNameLst>
                                      </p:cBhvr>
                                      <p:to>
                                        <p:strVal val="hidden"/>
                                      </p:to>
                                    </p:set>
                                  </p:childTnLst>
                                </p:cTn>
                              </p:par>
                              <p:par>
                                <p:cTn id="58" presetID="10" presetClass="exit" presetSubtype="0" fill="hold" nodeType="withEffect">
                                  <p:stCondLst>
                                    <p:cond delay="850"/>
                                  </p:stCondLst>
                                  <p:childTnLst>
                                    <p:animEffect transition="out" filter="fade">
                                      <p:cBhvr>
                                        <p:cTn id="59" dur="104"/>
                                        <p:tgtEl>
                                          <p:spTgt spid="14005"/>
                                        </p:tgtEl>
                                      </p:cBhvr>
                                    </p:animEffect>
                                    <p:set>
                                      <p:cBhvr>
                                        <p:cTn id="60" dur="1" fill="hold">
                                          <p:stCondLst>
                                            <p:cond delay="103"/>
                                          </p:stCondLst>
                                        </p:cTn>
                                        <p:tgtEl>
                                          <p:spTgt spid="14005"/>
                                        </p:tgtEl>
                                        <p:attrNameLst>
                                          <p:attrName>style.visibility</p:attrName>
                                        </p:attrNameLst>
                                      </p:cBhvr>
                                      <p:to>
                                        <p:strVal val="hidden"/>
                                      </p:to>
                                    </p:set>
                                  </p:childTnLst>
                                </p:cTn>
                              </p:par>
                              <p:par>
                                <p:cTn id="61" presetID="10" presetClass="exit" presetSubtype="0" fill="hold" nodeType="withEffect">
                                  <p:stCondLst>
                                    <p:cond delay="850"/>
                                  </p:stCondLst>
                                  <p:childTnLst>
                                    <p:animEffect transition="out" filter="fade">
                                      <p:cBhvr>
                                        <p:cTn id="62" dur="104"/>
                                        <p:tgtEl>
                                          <p:spTgt spid="14006"/>
                                        </p:tgtEl>
                                      </p:cBhvr>
                                    </p:animEffect>
                                    <p:set>
                                      <p:cBhvr>
                                        <p:cTn id="63" dur="1" fill="hold">
                                          <p:stCondLst>
                                            <p:cond delay="103"/>
                                          </p:stCondLst>
                                        </p:cTn>
                                        <p:tgtEl>
                                          <p:spTgt spid="14006"/>
                                        </p:tgtEl>
                                        <p:attrNameLst>
                                          <p:attrName>style.visibility</p:attrName>
                                        </p:attrNameLst>
                                      </p:cBhvr>
                                      <p:to>
                                        <p:strVal val="hidden"/>
                                      </p:to>
                                    </p:set>
                                  </p:childTnLst>
                                </p:cTn>
                              </p:par>
                              <p:par>
                                <p:cTn id="64" presetID="10" presetClass="exit" presetSubtype="0" fill="hold" nodeType="withEffect">
                                  <p:stCondLst>
                                    <p:cond delay="663"/>
                                  </p:stCondLst>
                                  <p:childTnLst>
                                    <p:animEffect transition="out" filter="fade">
                                      <p:cBhvr>
                                        <p:cTn id="65" dur="104"/>
                                        <p:tgtEl>
                                          <p:spTgt spid="14007"/>
                                        </p:tgtEl>
                                      </p:cBhvr>
                                    </p:animEffect>
                                    <p:set>
                                      <p:cBhvr>
                                        <p:cTn id="66" dur="1" fill="hold">
                                          <p:stCondLst>
                                            <p:cond delay="103"/>
                                          </p:stCondLst>
                                        </p:cTn>
                                        <p:tgtEl>
                                          <p:spTgt spid="14007"/>
                                        </p:tgtEl>
                                        <p:attrNameLst>
                                          <p:attrName>style.visibility</p:attrName>
                                        </p:attrNameLst>
                                      </p:cBhvr>
                                      <p:to>
                                        <p:strVal val="hidden"/>
                                      </p:to>
                                    </p:set>
                                  </p:childTnLst>
                                </p:cTn>
                              </p:par>
                              <p:par>
                                <p:cTn id="67" presetID="10" presetClass="entr" presetSubtype="0" fill="hold" nodeType="withEffect">
                                  <p:stCondLst>
                                    <p:cond delay="850"/>
                                  </p:stCondLst>
                                  <p:childTnLst>
                                    <p:animEffect transition="in" filter="fade">
                                      <p:cBhvr>
                                        <p:cTn id="68" dur="124"/>
                                        <p:tgtEl>
                                          <p:spTgt spid="14009"/>
                                        </p:tgtEl>
                                      </p:cBhvr>
                                    </p:animEffect>
                                    <p:set>
                                      <p:cBhvr>
                                        <p:cTn id="69" dur="1" fill="hold">
                                          <p:stCondLst>
                                            <p:cond delay="0"/>
                                          </p:stCondLst>
                                        </p:cTn>
                                        <p:tgtEl>
                                          <p:spTgt spid="14009"/>
                                        </p:tgtEl>
                                        <p:attrNameLst>
                                          <p:attrName>style.visibility</p:attrName>
                                        </p:attrNameLst>
                                      </p:cBhvr>
                                      <p:to>
                                        <p:strVal val="visible"/>
                                      </p:to>
                                    </p:set>
                                  </p:childTnLst>
                                </p:cTn>
                              </p:par>
                              <p:par>
                                <p:cTn id="70" presetID="10" presetClass="entr" presetSubtype="0" fill="hold" nodeType="withEffect">
                                  <p:stCondLst>
                                    <p:cond delay="850"/>
                                  </p:stCondLst>
                                  <p:childTnLst>
                                    <p:animEffect transition="in" filter="fade">
                                      <p:cBhvr>
                                        <p:cTn id="71" dur="124"/>
                                        <p:tgtEl>
                                          <p:spTgt spid="14010"/>
                                        </p:tgtEl>
                                      </p:cBhvr>
                                    </p:animEffect>
                                    <p:set>
                                      <p:cBhvr>
                                        <p:cTn id="72" dur="1" fill="hold">
                                          <p:stCondLst>
                                            <p:cond delay="0"/>
                                          </p:stCondLst>
                                        </p:cTn>
                                        <p:tgtEl>
                                          <p:spTgt spid="14010"/>
                                        </p:tgtEl>
                                        <p:attrNameLst>
                                          <p:attrName>style.visibility</p:attrName>
                                        </p:attrNameLst>
                                      </p:cBhvr>
                                      <p:to>
                                        <p:strVal val="visible"/>
                                      </p:to>
                                    </p:set>
                                  </p:childTnLst>
                                </p:cTn>
                              </p:par>
                              <p:par>
                                <p:cTn id="73" presetID="10" presetClass="entr" presetSubtype="0" fill="hold" nodeType="withEffect">
                                  <p:stCondLst>
                                    <p:cond delay="850"/>
                                  </p:stCondLst>
                                  <p:childTnLst>
                                    <p:animEffect transition="in" filter="fade">
                                      <p:cBhvr>
                                        <p:cTn id="74" dur="124"/>
                                        <p:tgtEl>
                                          <p:spTgt spid="14011"/>
                                        </p:tgtEl>
                                      </p:cBhvr>
                                    </p:animEffect>
                                    <p:set>
                                      <p:cBhvr>
                                        <p:cTn id="75" dur="1" fill="hold">
                                          <p:stCondLst>
                                            <p:cond delay="0"/>
                                          </p:stCondLst>
                                        </p:cTn>
                                        <p:tgtEl>
                                          <p:spTgt spid="14011"/>
                                        </p:tgtEl>
                                        <p:attrNameLst>
                                          <p:attrName>style.visibility</p:attrName>
                                        </p:attrNameLst>
                                      </p:cBhvr>
                                      <p:to>
                                        <p:strVal val="visible"/>
                                      </p:to>
                                    </p:set>
                                  </p:childTnLst>
                                </p:cTn>
                              </p:par>
                              <p:par>
                                <p:cTn id="76" presetID="10" presetClass="entr" presetSubtype="0" fill="hold" nodeType="withEffect">
                                  <p:stCondLst>
                                    <p:cond delay="850"/>
                                  </p:stCondLst>
                                  <p:childTnLst>
                                    <p:animEffect transition="in" filter="fade">
                                      <p:cBhvr>
                                        <p:cTn id="77" dur="124"/>
                                        <p:tgtEl>
                                          <p:spTgt spid="14012"/>
                                        </p:tgtEl>
                                      </p:cBhvr>
                                    </p:animEffect>
                                    <p:set>
                                      <p:cBhvr>
                                        <p:cTn id="78" dur="1" fill="hold">
                                          <p:stCondLst>
                                            <p:cond delay="0"/>
                                          </p:stCondLst>
                                        </p:cTn>
                                        <p:tgtEl>
                                          <p:spTgt spid="14012"/>
                                        </p:tgtEl>
                                        <p:attrNameLst>
                                          <p:attrName>style.visibility</p:attrName>
                                        </p:attrNameLst>
                                      </p:cBhvr>
                                      <p:to>
                                        <p:strVal val="visible"/>
                                      </p:to>
                                    </p:set>
                                  </p:childTnLst>
                                </p:cTn>
                              </p:par>
                              <p:par>
                                <p:cTn id="79" presetID="10" presetClass="entr" presetSubtype="0" fill="hold" nodeType="withEffect">
                                  <p:stCondLst>
                                    <p:cond delay="850"/>
                                  </p:stCondLst>
                                  <p:childTnLst>
                                    <p:animEffect transition="in" filter="fade">
                                      <p:cBhvr>
                                        <p:cTn id="80" dur="124"/>
                                        <p:tgtEl>
                                          <p:spTgt spid="14013"/>
                                        </p:tgtEl>
                                      </p:cBhvr>
                                    </p:animEffect>
                                    <p:set>
                                      <p:cBhvr>
                                        <p:cTn id="81" dur="1" fill="hold">
                                          <p:stCondLst>
                                            <p:cond delay="0"/>
                                          </p:stCondLst>
                                        </p:cTn>
                                        <p:tgtEl>
                                          <p:spTgt spid="14013"/>
                                        </p:tgtEl>
                                        <p:attrNameLst>
                                          <p:attrName>style.visibility</p:attrName>
                                        </p:attrNameLst>
                                      </p:cBhvr>
                                      <p:to>
                                        <p:strVal val="visible"/>
                                      </p:to>
                                    </p:set>
                                  </p:childTnLst>
                                </p:cTn>
                              </p:par>
                              <p:par>
                                <p:cTn id="82" presetID="10" presetClass="entr" presetSubtype="0" fill="hold" nodeType="withEffect">
                                  <p:stCondLst>
                                    <p:cond delay="850"/>
                                  </p:stCondLst>
                                  <p:childTnLst>
                                    <p:animEffect transition="in" filter="fade">
                                      <p:cBhvr>
                                        <p:cTn id="83" dur="124"/>
                                        <p:tgtEl>
                                          <p:spTgt spid="14014"/>
                                        </p:tgtEl>
                                      </p:cBhvr>
                                    </p:animEffect>
                                    <p:set>
                                      <p:cBhvr>
                                        <p:cTn id="84" dur="1" fill="hold">
                                          <p:stCondLst>
                                            <p:cond delay="0"/>
                                          </p:stCondLst>
                                        </p:cTn>
                                        <p:tgtEl>
                                          <p:spTgt spid="14014"/>
                                        </p:tgtEl>
                                        <p:attrNameLst>
                                          <p:attrName>style.visibility</p:attrName>
                                        </p:attrNameLst>
                                      </p:cBhvr>
                                      <p:to>
                                        <p:strVal val="visible"/>
                                      </p:to>
                                    </p:set>
                                  </p:childTnLst>
                                </p:cTn>
                              </p:par>
                              <p:par>
                                <p:cTn id="85" presetID="10" presetClass="entr" presetSubtype="0" fill="hold" nodeType="withEffect">
                                  <p:stCondLst>
                                    <p:cond delay="850"/>
                                  </p:stCondLst>
                                  <p:childTnLst>
                                    <p:animEffect transition="in" filter="fade">
                                      <p:cBhvr>
                                        <p:cTn id="86" dur="124"/>
                                        <p:tgtEl>
                                          <p:spTgt spid="14015"/>
                                        </p:tgtEl>
                                      </p:cBhvr>
                                    </p:animEffect>
                                    <p:set>
                                      <p:cBhvr>
                                        <p:cTn id="87" dur="1" fill="hold">
                                          <p:stCondLst>
                                            <p:cond delay="0"/>
                                          </p:stCondLst>
                                        </p:cTn>
                                        <p:tgtEl>
                                          <p:spTgt spid="14015"/>
                                        </p:tgtEl>
                                        <p:attrNameLst>
                                          <p:attrName>style.visibility</p:attrName>
                                        </p:attrNameLst>
                                      </p:cBhvr>
                                      <p:to>
                                        <p:strVal val="visible"/>
                                      </p:to>
                                    </p:set>
                                  </p:childTnLst>
                                </p:cTn>
                              </p:par>
                              <p:par>
                                <p:cTn id="88" presetID="10" presetClass="entr" presetSubtype="0" fill="hold" nodeType="withEffect">
                                  <p:stCondLst>
                                    <p:cond delay="850"/>
                                  </p:stCondLst>
                                  <p:childTnLst>
                                    <p:animEffect transition="in" filter="fade">
                                      <p:cBhvr>
                                        <p:cTn id="89" dur="124"/>
                                        <p:tgtEl>
                                          <p:spTgt spid="14016"/>
                                        </p:tgtEl>
                                      </p:cBhvr>
                                    </p:animEffect>
                                    <p:set>
                                      <p:cBhvr>
                                        <p:cTn id="90" dur="1" fill="hold">
                                          <p:stCondLst>
                                            <p:cond delay="0"/>
                                          </p:stCondLst>
                                        </p:cTn>
                                        <p:tgtEl>
                                          <p:spTgt spid="14016"/>
                                        </p:tgtEl>
                                        <p:attrNameLst>
                                          <p:attrName>style.visibility</p:attrName>
                                        </p:attrNameLst>
                                      </p:cBhvr>
                                      <p:to>
                                        <p:strVal val="visible"/>
                                      </p:to>
                                    </p:set>
                                  </p:childTnLst>
                                </p:cTn>
                              </p:par>
                              <p:par>
                                <p:cTn id="91" presetID="10" presetClass="entr" presetSubtype="0" fill="hold" nodeType="withEffect">
                                  <p:stCondLst>
                                    <p:cond delay="850"/>
                                  </p:stCondLst>
                                  <p:childTnLst>
                                    <p:animEffect transition="in" filter="fade">
                                      <p:cBhvr>
                                        <p:cTn id="92" dur="124"/>
                                        <p:tgtEl>
                                          <p:spTgt spid="14017"/>
                                        </p:tgtEl>
                                      </p:cBhvr>
                                    </p:animEffect>
                                    <p:set>
                                      <p:cBhvr>
                                        <p:cTn id="93" dur="1" fill="hold">
                                          <p:stCondLst>
                                            <p:cond delay="0"/>
                                          </p:stCondLst>
                                        </p:cTn>
                                        <p:tgtEl>
                                          <p:spTgt spid="14017"/>
                                        </p:tgtEl>
                                        <p:attrNameLst>
                                          <p:attrName>style.visibility</p:attrName>
                                        </p:attrNameLst>
                                      </p:cBhvr>
                                      <p:to>
                                        <p:strVal val="visible"/>
                                      </p:to>
                                    </p:set>
                                  </p:childTnLst>
                                </p:cTn>
                              </p:par>
                              <p:par>
                                <p:cTn id="94" presetID="10" presetClass="entr" presetSubtype="0" fill="hold" nodeType="withEffect">
                                  <p:stCondLst>
                                    <p:cond delay="850"/>
                                  </p:stCondLst>
                                  <p:childTnLst>
                                    <p:animEffect transition="in" filter="fade">
                                      <p:cBhvr>
                                        <p:cTn id="95" dur="124"/>
                                        <p:tgtEl>
                                          <p:spTgt spid="14018"/>
                                        </p:tgtEl>
                                      </p:cBhvr>
                                    </p:animEffect>
                                    <p:set>
                                      <p:cBhvr>
                                        <p:cTn id="96" dur="1" fill="hold">
                                          <p:stCondLst>
                                            <p:cond delay="0"/>
                                          </p:stCondLst>
                                        </p:cTn>
                                        <p:tgtEl>
                                          <p:spTgt spid="14018"/>
                                        </p:tgtEl>
                                        <p:attrNameLst>
                                          <p:attrName>style.visibility</p:attrName>
                                        </p:attrNameLst>
                                      </p:cBhvr>
                                      <p:to>
                                        <p:strVal val="visible"/>
                                      </p:to>
                                    </p:set>
                                  </p:childTnLst>
                                </p:cTn>
                              </p:par>
                              <p:par>
                                <p:cTn id="97" presetID="10" presetClass="entr" presetSubtype="0" fill="hold" nodeType="withEffect">
                                  <p:stCondLst>
                                    <p:cond delay="850"/>
                                  </p:stCondLst>
                                  <p:childTnLst>
                                    <p:animEffect transition="in" filter="fade">
                                      <p:cBhvr>
                                        <p:cTn id="98" dur="124"/>
                                        <p:tgtEl>
                                          <p:spTgt spid="14019"/>
                                        </p:tgtEl>
                                      </p:cBhvr>
                                    </p:animEffect>
                                    <p:set>
                                      <p:cBhvr>
                                        <p:cTn id="99" dur="1" fill="hold">
                                          <p:stCondLst>
                                            <p:cond delay="0"/>
                                          </p:stCondLst>
                                        </p:cTn>
                                        <p:tgtEl>
                                          <p:spTgt spid="14019"/>
                                        </p:tgtEl>
                                        <p:attrNameLst>
                                          <p:attrName>style.visibility</p:attrName>
                                        </p:attrNameLst>
                                      </p:cBhvr>
                                      <p:to>
                                        <p:strVal val="visible"/>
                                      </p:to>
                                    </p:set>
                                  </p:childTnLst>
                                </p:cTn>
                              </p:par>
                              <p:par>
                                <p:cTn id="100" presetID="10" presetClass="entr" presetSubtype="0" fill="hold" nodeType="withEffect">
                                  <p:stCondLst>
                                    <p:cond delay="850"/>
                                  </p:stCondLst>
                                  <p:childTnLst>
                                    <p:animEffect transition="in" filter="fade">
                                      <p:cBhvr>
                                        <p:cTn id="101" dur="124"/>
                                        <p:tgtEl>
                                          <p:spTgt spid="14020"/>
                                        </p:tgtEl>
                                      </p:cBhvr>
                                    </p:animEffect>
                                    <p:set>
                                      <p:cBhvr>
                                        <p:cTn id="102" dur="1" fill="hold">
                                          <p:stCondLst>
                                            <p:cond delay="0"/>
                                          </p:stCondLst>
                                        </p:cTn>
                                        <p:tgtEl>
                                          <p:spTgt spid="14020"/>
                                        </p:tgtEl>
                                        <p:attrNameLst>
                                          <p:attrName>style.visibility</p:attrName>
                                        </p:attrNameLst>
                                      </p:cBhvr>
                                      <p:to>
                                        <p:strVal val="visible"/>
                                      </p:to>
                                    </p:set>
                                  </p:childTnLst>
                                </p:cTn>
                              </p:par>
                              <p:par>
                                <p:cTn id="103" presetID="10" presetClass="entr" presetSubtype="0" fill="hold" nodeType="withEffect">
                                  <p:stCondLst>
                                    <p:cond delay="850"/>
                                  </p:stCondLst>
                                  <p:childTnLst>
                                    <p:animEffect transition="in" filter="fade">
                                      <p:cBhvr>
                                        <p:cTn id="104" dur="124"/>
                                        <p:tgtEl>
                                          <p:spTgt spid="14021"/>
                                        </p:tgtEl>
                                      </p:cBhvr>
                                    </p:animEffect>
                                    <p:set>
                                      <p:cBhvr>
                                        <p:cTn id="105" dur="1" fill="hold">
                                          <p:stCondLst>
                                            <p:cond delay="0"/>
                                          </p:stCondLst>
                                        </p:cTn>
                                        <p:tgtEl>
                                          <p:spTgt spid="14021"/>
                                        </p:tgtEl>
                                        <p:attrNameLst>
                                          <p:attrName>style.visibility</p:attrName>
                                        </p:attrNameLst>
                                      </p:cBhvr>
                                      <p:to>
                                        <p:strVal val="visible"/>
                                      </p:to>
                                    </p:set>
                                  </p:childTnLst>
                                </p:cTn>
                              </p:par>
                              <p:par>
                                <p:cTn id="106" presetID="10" presetClass="exit" presetSubtype="0" fill="hold" nodeType="withEffect">
                                  <p:stCondLst>
                                    <p:cond delay="1720"/>
                                  </p:stCondLst>
                                  <p:childTnLst>
                                    <p:animEffect transition="out" filter="fade">
                                      <p:cBhvr>
                                        <p:cTn id="107" dur="104"/>
                                        <p:tgtEl>
                                          <p:spTgt spid="14009"/>
                                        </p:tgtEl>
                                      </p:cBhvr>
                                    </p:animEffect>
                                    <p:set>
                                      <p:cBhvr>
                                        <p:cTn id="108" dur="1" fill="hold">
                                          <p:stCondLst>
                                            <p:cond delay="103"/>
                                          </p:stCondLst>
                                        </p:cTn>
                                        <p:tgtEl>
                                          <p:spTgt spid="14009"/>
                                        </p:tgtEl>
                                        <p:attrNameLst>
                                          <p:attrName>style.visibility</p:attrName>
                                        </p:attrNameLst>
                                      </p:cBhvr>
                                      <p:to>
                                        <p:strVal val="hidden"/>
                                      </p:to>
                                    </p:set>
                                  </p:childTnLst>
                                </p:cTn>
                              </p:par>
                              <p:par>
                                <p:cTn id="109" presetID="10" presetClass="exit" presetSubtype="0" fill="hold" nodeType="withEffect">
                                  <p:stCondLst>
                                    <p:cond delay="1720"/>
                                  </p:stCondLst>
                                  <p:childTnLst>
                                    <p:animEffect transition="out" filter="fade">
                                      <p:cBhvr>
                                        <p:cTn id="110" dur="104"/>
                                        <p:tgtEl>
                                          <p:spTgt spid="14010"/>
                                        </p:tgtEl>
                                      </p:cBhvr>
                                    </p:animEffect>
                                    <p:set>
                                      <p:cBhvr>
                                        <p:cTn id="111" dur="1" fill="hold">
                                          <p:stCondLst>
                                            <p:cond delay="103"/>
                                          </p:stCondLst>
                                        </p:cTn>
                                        <p:tgtEl>
                                          <p:spTgt spid="14010"/>
                                        </p:tgtEl>
                                        <p:attrNameLst>
                                          <p:attrName>style.visibility</p:attrName>
                                        </p:attrNameLst>
                                      </p:cBhvr>
                                      <p:to>
                                        <p:strVal val="hidden"/>
                                      </p:to>
                                    </p:set>
                                  </p:childTnLst>
                                </p:cTn>
                              </p:par>
                              <p:par>
                                <p:cTn id="112" presetID="10" presetClass="exit" presetSubtype="0" fill="hold" nodeType="withEffect">
                                  <p:stCondLst>
                                    <p:cond delay="1720"/>
                                  </p:stCondLst>
                                  <p:childTnLst>
                                    <p:animEffect transition="out" filter="fade">
                                      <p:cBhvr>
                                        <p:cTn id="113" dur="104"/>
                                        <p:tgtEl>
                                          <p:spTgt spid="14011"/>
                                        </p:tgtEl>
                                      </p:cBhvr>
                                    </p:animEffect>
                                    <p:set>
                                      <p:cBhvr>
                                        <p:cTn id="114" dur="1" fill="hold">
                                          <p:stCondLst>
                                            <p:cond delay="103"/>
                                          </p:stCondLst>
                                        </p:cTn>
                                        <p:tgtEl>
                                          <p:spTgt spid="14011"/>
                                        </p:tgtEl>
                                        <p:attrNameLst>
                                          <p:attrName>style.visibility</p:attrName>
                                        </p:attrNameLst>
                                      </p:cBhvr>
                                      <p:to>
                                        <p:strVal val="hidden"/>
                                      </p:to>
                                    </p:set>
                                  </p:childTnLst>
                                </p:cTn>
                              </p:par>
                              <p:par>
                                <p:cTn id="115" presetID="10" presetClass="exit" presetSubtype="0" fill="hold" nodeType="withEffect">
                                  <p:stCondLst>
                                    <p:cond delay="1720"/>
                                  </p:stCondLst>
                                  <p:childTnLst>
                                    <p:animEffect transition="out" filter="fade">
                                      <p:cBhvr>
                                        <p:cTn id="116" dur="104"/>
                                        <p:tgtEl>
                                          <p:spTgt spid="14012"/>
                                        </p:tgtEl>
                                      </p:cBhvr>
                                    </p:animEffect>
                                    <p:set>
                                      <p:cBhvr>
                                        <p:cTn id="117" dur="1" fill="hold">
                                          <p:stCondLst>
                                            <p:cond delay="103"/>
                                          </p:stCondLst>
                                        </p:cTn>
                                        <p:tgtEl>
                                          <p:spTgt spid="14012"/>
                                        </p:tgtEl>
                                        <p:attrNameLst>
                                          <p:attrName>style.visibility</p:attrName>
                                        </p:attrNameLst>
                                      </p:cBhvr>
                                      <p:to>
                                        <p:strVal val="hidden"/>
                                      </p:to>
                                    </p:set>
                                  </p:childTnLst>
                                </p:cTn>
                              </p:par>
                              <p:par>
                                <p:cTn id="118" presetID="10" presetClass="exit" presetSubtype="0" fill="hold" nodeType="withEffect">
                                  <p:stCondLst>
                                    <p:cond delay="1720"/>
                                  </p:stCondLst>
                                  <p:childTnLst>
                                    <p:animEffect transition="out" filter="fade">
                                      <p:cBhvr>
                                        <p:cTn id="119" dur="104"/>
                                        <p:tgtEl>
                                          <p:spTgt spid="14013"/>
                                        </p:tgtEl>
                                      </p:cBhvr>
                                    </p:animEffect>
                                    <p:set>
                                      <p:cBhvr>
                                        <p:cTn id="120" dur="1" fill="hold">
                                          <p:stCondLst>
                                            <p:cond delay="103"/>
                                          </p:stCondLst>
                                        </p:cTn>
                                        <p:tgtEl>
                                          <p:spTgt spid="14013"/>
                                        </p:tgtEl>
                                        <p:attrNameLst>
                                          <p:attrName>style.visibility</p:attrName>
                                        </p:attrNameLst>
                                      </p:cBhvr>
                                      <p:to>
                                        <p:strVal val="hidden"/>
                                      </p:to>
                                    </p:set>
                                  </p:childTnLst>
                                </p:cTn>
                              </p:par>
                              <p:par>
                                <p:cTn id="121" presetID="10" presetClass="exit" presetSubtype="0" fill="hold" nodeType="withEffect">
                                  <p:stCondLst>
                                    <p:cond delay="1720"/>
                                  </p:stCondLst>
                                  <p:childTnLst>
                                    <p:animEffect transition="out" filter="fade">
                                      <p:cBhvr>
                                        <p:cTn id="122" dur="104"/>
                                        <p:tgtEl>
                                          <p:spTgt spid="14014"/>
                                        </p:tgtEl>
                                      </p:cBhvr>
                                    </p:animEffect>
                                    <p:set>
                                      <p:cBhvr>
                                        <p:cTn id="123"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41" presetID="10" presetClass="exit" presetSubtype="0" fill="hold" nodeType="withEffect">
                                  <p:stCondLst>
                                    <p:cond delay="1720"/>
                                  </p:stCondLst>
                                  <p:childTnLst>
                                    <p:animEffect transition="out" filter="fade">
                                      <p:cBhvr>
                                        <p:cTn id="142" dur="104"/>
                                        <p:tgtEl>
                                          <p:spTgt spid="14018"/>
                                        </p:tgtEl>
                                      </p:cBhvr>
                                    </p:animEffect>
                                    <p:set>
                                      <p:cBhvr>
                                        <p:cTn id="143" dur="1" fill="hold">
                                          <p:stCondLst>
                                            <p:cond delay="103"/>
                                          </p:stCondLst>
                                        </p:cTn>
                                        <p:tgtEl>
                                          <p:spTgt spid="14018"/>
                                        </p:tgtEl>
                                        <p:attrNameLst>
                                          <p:attrName>style.visibility</p:attrName>
                                        </p:attrNameLst>
                                      </p:cBhvr>
                                      <p:to>
                                        <p:strVal val="hidden"/>
                                      </p:to>
                                    </p:set>
                                  </p:childTnLst>
                                </p:cTn>
                              </p:par>
                              <p:par>
                                <p:cTn id="144" presetID="10" presetClass="exit" presetSubtype="0" fill="hold" nodeType="withEffect">
                                  <p:stCondLst>
                                    <p:cond delay="1720"/>
                                  </p:stCondLst>
                                  <p:childTnLst>
                                    <p:animEffect transition="out" filter="fade">
                                      <p:cBhvr>
                                        <p:cTn id="145" dur="104"/>
                                        <p:tgtEl>
                                          <p:spTgt spid="14019"/>
                                        </p:tgtEl>
                                      </p:cBhvr>
                                    </p:animEffect>
                                    <p:set>
                                      <p:cBhvr>
                                        <p:cTn id="146" dur="1" fill="hold">
                                          <p:stCondLst>
                                            <p:cond delay="103"/>
                                          </p:stCondLst>
                                        </p:cTn>
                                        <p:tgtEl>
                                          <p:spTgt spid="14019"/>
                                        </p:tgtEl>
                                        <p:attrNameLst>
                                          <p:attrName>style.visibility</p:attrName>
                                        </p:attrNameLst>
                                      </p:cBhvr>
                                      <p:to>
                                        <p:strVal val="hidden"/>
                                      </p:to>
                                    </p:set>
                                  </p:childTnLst>
                                </p:cTn>
                              </p:par>
                              <p:par>
                                <p:cTn id="147" presetID="10" presetClass="exit" presetSubtype="0" fill="hold" nodeType="withEffect">
                                  <p:stCondLst>
                                    <p:cond delay="1720"/>
                                  </p:stCondLst>
                                  <p:childTnLst>
                                    <p:animEffect transition="out" filter="fade">
                                      <p:cBhvr>
                                        <p:cTn id="148" dur="104"/>
                                        <p:tgtEl>
                                          <p:spTgt spid="14020"/>
                                        </p:tgtEl>
                                      </p:cBhvr>
                                    </p:animEffect>
                                    <p:set>
                                      <p:cBhvr>
                                        <p:cTn id="149" dur="1" fill="hold">
                                          <p:stCondLst>
                                            <p:cond delay="103"/>
                                          </p:stCondLst>
                                        </p:cTn>
                                        <p:tgtEl>
                                          <p:spTgt spid="14020"/>
                                        </p:tgtEl>
                                        <p:attrNameLst>
                                          <p:attrName>style.visibility</p:attrName>
                                        </p:attrNameLst>
                                      </p:cBhvr>
                                      <p:to>
                                        <p:strVal val="hidden"/>
                                      </p:to>
                                    </p:set>
                                  </p:childTnLst>
                                </p:cTn>
                              </p:par>
                              <p:par>
                                <p:cTn id="150" presetID="10" presetClass="exit" presetSubtype="0" fill="hold" nodeType="withEffect">
                                  <p:stCondLst>
                                    <p:cond delay="1326"/>
                                  </p:stCondLst>
                                  <p:childTnLst>
                                    <p:animEffect transition="out" filter="fade">
                                      <p:cBhvr>
                                        <p:cTn id="151" dur="104"/>
                                        <p:tgtEl>
                                          <p:spTgt spid="14021"/>
                                        </p:tgtEl>
                                      </p:cBhvr>
                                    </p:animEffect>
                                    <p:set>
                                      <p:cBhvr>
                                        <p:cTn id="152" dur="1" fill="hold">
                                          <p:stCondLst>
                                            <p:cond delay="103"/>
                                          </p:stCondLst>
                                        </p:cTn>
                                        <p:tgtEl>
                                          <p:spTgt spid="14021"/>
                                        </p:tgtEl>
                                        <p:attrNameLst>
                                          <p:attrName>style.visibility</p:attrName>
                                        </p:attrNameLst>
                                      </p:cBhvr>
                                      <p:to>
                                        <p:strVal val="hidden"/>
                                      </p:to>
                                    </p:set>
                                  </p:childTnLst>
                                </p:cTn>
                              </p:par>
                              <p:par>
                                <p:cTn id="153" presetID="10" presetClass="entr" presetSubtype="0" fill="hold" nodeType="withEffect">
                                  <p:stCondLst>
                                    <p:cond delay="1720"/>
                                  </p:stCondLst>
                                  <p:childTnLst>
                                    <p:animEffect transition="in" filter="fade">
                                      <p:cBhvr>
                                        <p:cTn id="154" dur="124"/>
                                        <p:tgtEl>
                                          <p:spTgt spid="14023"/>
                                        </p:tgtEl>
                                      </p:cBhvr>
                                    </p:animEffect>
                                    <p:set>
                                      <p:cBhvr>
                                        <p:cTn id="155" dur="1" fill="hold">
                                          <p:stCondLst>
                                            <p:cond delay="0"/>
                                          </p:stCondLst>
                                        </p:cTn>
                                        <p:tgtEl>
                                          <p:spTgt spid="14023"/>
                                        </p:tgtEl>
                                        <p:attrNameLst>
                                          <p:attrName>style.visibility</p:attrName>
                                        </p:attrNameLst>
                                      </p:cBhvr>
                                      <p:to>
                                        <p:strVal val="visible"/>
                                      </p:to>
                                    </p:set>
                                  </p:childTnLst>
                                </p:cTn>
                              </p:par>
                              <p:par>
                                <p:cTn id="156" presetID="10" presetClass="entr" presetSubtype="0" fill="hold" nodeType="withEffect">
                                  <p:stCondLst>
                                    <p:cond delay="1720"/>
                                  </p:stCondLst>
                                  <p:childTnLst>
                                    <p:animEffect transition="in" filter="fade">
                                      <p:cBhvr>
                                        <p:cTn id="157" dur="124"/>
                                        <p:tgtEl>
                                          <p:spTgt spid="14024"/>
                                        </p:tgtEl>
                                      </p:cBhvr>
                                    </p:animEffect>
                                    <p:set>
                                      <p:cBhvr>
                                        <p:cTn id="158" dur="1" fill="hold">
                                          <p:stCondLst>
                                            <p:cond delay="0"/>
                                          </p:stCondLst>
                                        </p:cTn>
                                        <p:tgtEl>
                                          <p:spTgt spid="14024"/>
                                        </p:tgtEl>
                                        <p:attrNameLst>
                                          <p:attrName>style.visibility</p:attrName>
                                        </p:attrNameLst>
                                      </p:cBhvr>
                                      <p:to>
                                        <p:strVal val="visible"/>
                                      </p:to>
                                    </p:set>
                                  </p:childTnLst>
                                </p:cTn>
                              </p:par>
                              <p:par>
                                <p:cTn id="159" presetID="10" presetClass="entr" presetSubtype="0" fill="hold" nodeType="withEffect">
                                  <p:stCondLst>
                                    <p:cond delay="1720"/>
                                  </p:stCondLst>
                                  <p:childTnLst>
                                    <p:animEffect transition="in" filter="fade">
                                      <p:cBhvr>
                                        <p:cTn id="160" dur="124"/>
                                        <p:tgtEl>
                                          <p:spTgt spid="14025"/>
                                        </p:tgtEl>
                                      </p:cBhvr>
                                    </p:animEffect>
                                    <p:set>
                                      <p:cBhvr>
                                        <p:cTn id="161" dur="1" fill="hold">
                                          <p:stCondLst>
                                            <p:cond delay="0"/>
                                          </p:stCondLst>
                                        </p:cTn>
                                        <p:tgtEl>
                                          <p:spTgt spid="14025"/>
                                        </p:tgtEl>
                                        <p:attrNameLst>
                                          <p:attrName>style.visibility</p:attrName>
                                        </p:attrNameLst>
                                      </p:cBhvr>
                                      <p:to>
                                        <p:strVal val="visible"/>
                                      </p:to>
                                    </p:set>
                                  </p:childTnLst>
                                </p:cTn>
                              </p:par>
                              <p:par>
                                <p:cTn id="162" presetID="10" presetClass="entr" presetSubtype="0" fill="hold" nodeType="withEffect">
                                  <p:stCondLst>
                                    <p:cond delay="1720"/>
                                  </p:stCondLst>
                                  <p:childTnLst>
                                    <p:animEffect transition="in" filter="fade">
                                      <p:cBhvr>
                                        <p:cTn id="163" dur="124"/>
                                        <p:tgtEl>
                                          <p:spTgt spid="14026"/>
                                        </p:tgtEl>
                                      </p:cBhvr>
                                    </p:animEffect>
                                    <p:set>
                                      <p:cBhvr>
                                        <p:cTn id="164" dur="1" fill="hold">
                                          <p:stCondLst>
                                            <p:cond delay="0"/>
                                          </p:stCondLst>
                                        </p:cTn>
                                        <p:tgtEl>
                                          <p:spTgt spid="14026"/>
                                        </p:tgtEl>
                                        <p:attrNameLst>
                                          <p:attrName>style.visibility</p:attrName>
                                        </p:attrNameLst>
                                      </p:cBhvr>
                                      <p:to>
                                        <p:strVal val="visible"/>
                                      </p:to>
                                    </p:set>
                                  </p:childTnLst>
                                </p:cTn>
                              </p:par>
                              <p:par>
                                <p:cTn id="165" presetID="10" presetClass="entr" presetSubtype="0" fill="hold" nodeType="withEffect">
                                  <p:stCondLst>
                                    <p:cond delay="1720"/>
                                  </p:stCondLst>
                                  <p:childTnLst>
                                    <p:animEffect transition="in" filter="fade">
                                      <p:cBhvr>
                                        <p:cTn id="166" dur="124"/>
                                        <p:tgtEl>
                                          <p:spTgt spid="14027"/>
                                        </p:tgtEl>
                                      </p:cBhvr>
                                    </p:animEffect>
                                    <p:set>
                                      <p:cBhvr>
                                        <p:cTn id="167" dur="1" fill="hold">
                                          <p:stCondLst>
                                            <p:cond delay="0"/>
                                          </p:stCondLst>
                                        </p:cTn>
                                        <p:tgtEl>
                                          <p:spTgt spid="14027"/>
                                        </p:tgtEl>
                                        <p:attrNameLst>
                                          <p:attrName>style.visibility</p:attrName>
                                        </p:attrNameLst>
                                      </p:cBhvr>
                                      <p:to>
                                        <p:strVal val="visible"/>
                                      </p:to>
                                    </p:set>
                                  </p:childTnLst>
                                </p:cTn>
                              </p:par>
                              <p:par>
                                <p:cTn id="168" presetID="10" presetClass="entr" presetSubtype="0" fill="hold" nodeType="withEffect">
                                  <p:stCondLst>
                                    <p:cond delay="1720"/>
                                  </p:stCondLst>
                                  <p:childTnLst>
                                    <p:animEffect transition="in" filter="fade">
                                      <p:cBhvr>
                                        <p:cTn id="169" dur="124"/>
                                        <p:tgtEl>
                                          <p:spTgt spid="14028"/>
                                        </p:tgtEl>
                                      </p:cBhvr>
                                    </p:animEffect>
                                    <p:set>
                                      <p:cBhvr>
                                        <p:cTn id="170" dur="1" fill="hold">
                                          <p:stCondLst>
                                            <p:cond delay="0"/>
                                          </p:stCondLst>
                                        </p:cTn>
                                        <p:tgtEl>
                                          <p:spTgt spid="14028"/>
                                        </p:tgtEl>
                                        <p:attrNameLst>
                                          <p:attrName>style.visibility</p:attrName>
                                        </p:attrNameLst>
                                      </p:cBhvr>
                                      <p:to>
                                        <p:strVal val="visible"/>
                                      </p:to>
                                    </p:set>
                                  </p:childTnLst>
                                </p:cTn>
                              </p:par>
                              <p:par>
                                <p:cTn id="171" presetID="10" presetClass="entr" presetSubtype="0" fill="hold" nodeType="withEffect">
                                  <p:stCondLst>
                                    <p:cond delay="1720"/>
                                  </p:stCondLst>
                                  <p:childTnLst>
                                    <p:animEffect transition="in" filter="fade">
                                      <p:cBhvr>
                                        <p:cTn id="172" dur="124"/>
                                        <p:tgtEl>
                                          <p:spTgt spid="14029"/>
                                        </p:tgtEl>
                                      </p:cBhvr>
                                    </p:animEffect>
                                    <p:set>
                                      <p:cBhvr>
                                        <p:cTn id="173" dur="1" fill="hold">
                                          <p:stCondLst>
                                            <p:cond delay="0"/>
                                          </p:stCondLst>
                                        </p:cTn>
                                        <p:tgtEl>
                                          <p:spTgt spid="14029"/>
                                        </p:tgtEl>
                                        <p:attrNameLst>
                                          <p:attrName>style.visibility</p:attrName>
                                        </p:attrNameLst>
                                      </p:cBhvr>
                                      <p:to>
                                        <p:strVal val="visible"/>
                                      </p:to>
                                    </p:set>
                                  </p:childTnLst>
                                </p:cTn>
                              </p:par>
                              <p:par>
                                <p:cTn id="174" presetID="10" presetClass="entr" presetSubtype="0" fill="hold" nodeType="withEffect">
                                  <p:stCondLst>
                                    <p:cond delay="1720"/>
                                  </p:stCondLst>
                                  <p:childTnLst>
                                    <p:animEffect transition="in" filter="fade">
                                      <p:cBhvr>
                                        <p:cTn id="175" dur="124"/>
                                        <p:tgtEl>
                                          <p:spTgt spid="14030"/>
                                        </p:tgtEl>
                                      </p:cBhvr>
                                    </p:animEffect>
                                    <p:set>
                                      <p:cBhvr>
                                        <p:cTn id="176" dur="1" fill="hold">
                                          <p:stCondLst>
                                            <p:cond delay="0"/>
                                          </p:stCondLst>
                                        </p:cTn>
                                        <p:tgtEl>
                                          <p:spTgt spid="14030"/>
                                        </p:tgtEl>
                                        <p:attrNameLst>
                                          <p:attrName>style.visibility</p:attrName>
                                        </p:attrNameLst>
                                      </p:cBhvr>
                                      <p:to>
                                        <p:strVal val="visible"/>
                                      </p:to>
                                    </p:set>
                                  </p:childTnLst>
                                </p:cTn>
                              </p:par>
                              <p:par>
                                <p:cTn id="177" presetID="10" presetClass="entr" presetSubtype="0" fill="hold" nodeType="withEffect">
                                  <p:stCondLst>
                                    <p:cond delay="1720"/>
                                  </p:stCondLst>
                                  <p:childTnLst>
                                    <p:animEffect transition="in" filter="fade">
                                      <p:cBhvr>
                                        <p:cTn id="178" dur="124"/>
                                        <p:tgtEl>
                                          <p:spTgt spid="14031"/>
                                        </p:tgtEl>
                                      </p:cBhvr>
                                    </p:animEffect>
                                    <p:set>
                                      <p:cBhvr>
                                        <p:cTn id="179" dur="1" fill="hold">
                                          <p:stCondLst>
                                            <p:cond delay="0"/>
                                          </p:stCondLst>
                                        </p:cTn>
                                        <p:tgtEl>
                                          <p:spTgt spid="14031"/>
                                        </p:tgtEl>
                                        <p:attrNameLst>
                                          <p:attrName>style.visibility</p:attrName>
                                        </p:attrNameLst>
                                      </p:cBhvr>
                                      <p:to>
                                        <p:strVal val="visible"/>
                                      </p:to>
                                    </p:set>
                                  </p:childTnLst>
                                </p:cTn>
                              </p:par>
                              <p:par>
                                <p:cTn id="180" presetID="10" presetClass="entr" presetSubtype="0" fill="hold" nodeType="withEffect">
                                  <p:stCondLst>
                                    <p:cond delay="1720"/>
                                  </p:stCondLst>
                                  <p:childTnLst>
                                    <p:animEffect transition="in" filter="fade">
                                      <p:cBhvr>
                                        <p:cTn id="181" dur="124"/>
                                        <p:tgtEl>
                                          <p:spTgt spid="14032"/>
                                        </p:tgtEl>
                                      </p:cBhvr>
                                    </p:animEffect>
                                    <p:set>
                                      <p:cBhvr>
                                        <p:cTn id="182" dur="1" fill="hold">
                                          <p:stCondLst>
                                            <p:cond delay="0"/>
                                          </p:stCondLst>
                                        </p:cTn>
                                        <p:tgtEl>
                                          <p:spTgt spid="14032"/>
                                        </p:tgtEl>
                                        <p:attrNameLst>
                                          <p:attrName>style.visibility</p:attrName>
                                        </p:attrNameLst>
                                      </p:cBhvr>
                                      <p:to>
                                        <p:strVal val="visible"/>
                                      </p:to>
                                    </p:set>
                                  </p:childTnLst>
                                </p:cTn>
                              </p:par>
                              <p:par>
                                <p:cTn id="183" presetID="10" presetClass="entr" presetSubtype="0" fill="hold" nodeType="withEffect">
                                  <p:stCondLst>
                                    <p:cond delay="1720"/>
                                  </p:stCondLst>
                                  <p:childTnLst>
                                    <p:animEffect transition="in" filter="fade">
                                      <p:cBhvr>
                                        <p:cTn id="184" dur="124"/>
                                        <p:tgtEl>
                                          <p:spTgt spid="14033"/>
                                        </p:tgtEl>
                                      </p:cBhvr>
                                    </p:animEffect>
                                    <p:set>
                                      <p:cBhvr>
                                        <p:cTn id="185" dur="1" fill="hold">
                                          <p:stCondLst>
                                            <p:cond delay="0"/>
                                          </p:stCondLst>
                                        </p:cTn>
                                        <p:tgtEl>
                                          <p:spTgt spid="14033"/>
                                        </p:tgtEl>
                                        <p:attrNameLst>
                                          <p:attrName>style.visibility</p:attrName>
                                        </p:attrNameLst>
                                      </p:cBhvr>
                                      <p:to>
                                        <p:strVal val="visible"/>
                                      </p:to>
                                    </p:set>
                                  </p:childTnLst>
                                </p:cTn>
                              </p:par>
                              <p:par>
                                <p:cTn id="186" presetID="10" presetClass="entr" presetSubtype="0" fill="hold" nodeType="withEffect">
                                  <p:stCondLst>
                                    <p:cond delay="1720"/>
                                  </p:stCondLst>
                                  <p:childTnLst>
                                    <p:animEffect transition="in" filter="fade">
                                      <p:cBhvr>
                                        <p:cTn id="187" dur="124"/>
                                        <p:tgtEl>
                                          <p:spTgt spid="14034"/>
                                        </p:tgtEl>
                                      </p:cBhvr>
                                    </p:animEffect>
                                    <p:set>
                                      <p:cBhvr>
                                        <p:cTn id="188" dur="1" fill="hold">
                                          <p:stCondLst>
                                            <p:cond delay="0"/>
                                          </p:stCondLst>
                                        </p:cTn>
                                        <p:tgtEl>
                                          <p:spTgt spid="14034"/>
                                        </p:tgtEl>
                                        <p:attrNameLst>
                                          <p:attrName>style.visibility</p:attrName>
                                        </p:attrNameLst>
                                      </p:cBhvr>
                                      <p:to>
                                        <p:strVal val="visible"/>
                                      </p:to>
                                    </p:set>
                                  </p:childTnLst>
                                </p:cTn>
                              </p:par>
                              <p:par>
                                <p:cTn id="189" presetID="0" presetClass="path" presetSubtype="0" fill="hold" nodeType="withEffect">
                                  <p:stCondLst>
                                    <p:cond delay="2114"/>
                                  </p:stCondLst>
                                  <p:childTnLst>
                                    <p:animMotion origin="layout" path="M 0 0 L 0.118055556 0.000000000 E" pathEditMode="relative" rAng="0">
                                      <p:cBhvr>
                                        <p:cTn id="190" dur="497" accel="20000" decel="20000" fill="hold"/>
                                        <p:tgtEl>
                                          <p:spTgt spid="14023"/>
                                        </p:tgtEl>
                                        <p:attrNameLst>
                                          <p:attrName>ppt_x</p:attrName>
                                          <p:attrName>ppt_y</p:attrName>
                                        </p:attrNameLst>
                                      </p:cBhvr>
                                      <p:rCtr x="0" y="0"/>
                                    </p:animMotion>
                                  </p:childTnLst>
                                </p:cTn>
                              </p:par>
                              <p:par>
                                <p:cTn id="191" presetID="10" presetClass="exit" presetSubtype="0" fill="hold" nodeType="withEffect">
                                  <p:stCondLst>
                                    <p:cond delay="2508"/>
                                  </p:stCondLst>
                                  <p:childTnLst>
                                    <p:animEffect transition="out" filter="fade">
                                      <p:cBhvr>
                                        <p:cTn id="192" dur="104"/>
                                        <p:tgtEl>
                                          <p:spTgt spid="14023"/>
                                        </p:tgtEl>
                                      </p:cBhvr>
                                    </p:animEffect>
                                    <p:set>
                                      <p:cBhvr>
                                        <p:cTn id="193" dur="1" fill="hold">
                                          <p:stCondLst>
                                            <p:cond delay="103"/>
                                          </p:stCondLst>
                                        </p:cTn>
                                        <p:tgtEl>
                                          <p:spTgt spid="14023"/>
                                        </p:tgtEl>
                                        <p:attrNameLst>
                                          <p:attrName>style.visibility</p:attrName>
                                        </p:attrNameLst>
                                      </p:cBhvr>
                                      <p:to>
                                        <p:strVal val="hidden"/>
                                      </p:to>
                                    </p:set>
                                  </p:childTnLst>
                                </p:cTn>
                              </p:par>
                              <p:par>
                                <p:cTn id="194" presetID="0" presetClass="path" presetSubtype="0" fill="hold" nodeType="withEffect">
                                  <p:stCondLst>
                                    <p:cond delay="2114"/>
                                  </p:stCondLst>
                                  <p:childTnLst>
                                    <p:animMotion origin="layout" path="M 0 0 L 0.137500000 0.000000000 E" pathEditMode="relative" rAng="0">
                                      <p:cBhvr>
                                        <p:cTn id="195" dur="497" accel="20000" decel="20000" fill="hold"/>
                                        <p:tgtEl>
                                          <p:spTgt spid="14024"/>
                                        </p:tgtEl>
                                        <p:attrNameLst>
                                          <p:attrName>ppt_x</p:attrName>
                                          <p:attrName>ppt_y</p:attrName>
                                        </p:attrNameLst>
                                      </p:cBhvr>
                                      <p:rCtr x="0" y="0"/>
                                    </p:animMotion>
                                  </p:childTnLst>
                                </p:cTn>
                              </p:par>
                              <p:par>
                                <p:cTn id="196" presetID="10" presetClass="exit" presetSubtype="0" fill="hold" nodeType="withEffect">
                                  <p:stCondLst>
                                    <p:cond delay="2508"/>
                                  </p:stCondLst>
                                  <p:childTnLst>
                                    <p:animEffect transition="out" filter="fade">
                                      <p:cBhvr>
                                        <p:cTn id="197" dur="104"/>
                                        <p:tgtEl>
                                          <p:spTgt spid="14024"/>
                                        </p:tgtEl>
                                      </p:cBhvr>
                                    </p:animEffect>
                                    <p:set>
                                      <p:cBhvr>
                                        <p:cTn id="198" dur="1" fill="hold">
                                          <p:stCondLst>
                                            <p:cond delay="103"/>
                                          </p:stCondLst>
                                        </p:cTn>
                                        <p:tgtEl>
                                          <p:spTgt spid="14024"/>
                                        </p:tgtEl>
                                        <p:attrNameLst>
                                          <p:attrName>style.visibility</p:attrName>
                                        </p:attrNameLst>
                                      </p:cBhvr>
                                      <p:to>
                                        <p:strVal val="hidden"/>
                                      </p:to>
                                    </p:set>
                                  </p:childTnLst>
                                </p:cTn>
                              </p:par>
                              <p:par>
                                <p:cTn id="199" presetID="10" presetClass="exit" presetSubtype="0" fill="hold" nodeType="withEffect">
                                  <p:stCondLst>
                                    <p:cond delay="2508"/>
                                  </p:stCondLst>
                                  <p:childTnLst>
                                    <p:animEffect transition="out" filter="fade">
                                      <p:cBhvr>
                                        <p:cTn id="200" dur="104"/>
                                        <p:tgtEl>
                                          <p:spTgt spid="14025"/>
                                        </p:tgtEl>
                                      </p:cBhvr>
                                    </p:animEffect>
                                    <p:set>
                                      <p:cBhvr>
                                        <p:cTn id="201" dur="1" fill="hold">
                                          <p:stCondLst>
                                            <p:cond delay="103"/>
                                          </p:stCondLst>
                                        </p:cTn>
                                        <p:tgtEl>
                                          <p:spTgt spid="14025"/>
                                        </p:tgtEl>
                                        <p:attrNameLst>
                                          <p:attrName>style.visibility</p:attrName>
                                        </p:attrNameLst>
                                      </p:cBhvr>
                                      <p:to>
                                        <p:strVal val="hidden"/>
                                      </p:to>
                                    </p:set>
                                  </p:childTnLst>
                                </p:cTn>
                              </p:par>
                              <p:par>
                                <p:cTn id="202" presetID="10" presetClass="exit" presetSubtype="0" fill="hold" nodeType="withEffect">
                                  <p:stCondLst>
                                    <p:cond delay="2508"/>
                                  </p:stCondLst>
                                  <p:childTnLst>
                                    <p:animEffect transition="out" filter="fade">
                                      <p:cBhvr>
                                        <p:cTn id="203" dur="104"/>
                                        <p:tgtEl>
                                          <p:spTgt spid="14026"/>
                                        </p:tgtEl>
                                      </p:cBhvr>
                                    </p:animEffect>
                                    <p:set>
                                      <p:cBhvr>
                                        <p:cTn id="204" dur="1" fill="hold">
                                          <p:stCondLst>
                                            <p:cond delay="103"/>
                                          </p:stCondLst>
                                        </p:cTn>
                                        <p:tgtEl>
                                          <p:spTgt spid="14026"/>
                                        </p:tgtEl>
                                        <p:attrNameLst>
                                          <p:attrName>style.visibility</p:attrName>
                                        </p:attrNameLst>
                                      </p:cBhvr>
                                      <p:to>
                                        <p:strVal val="hidden"/>
                                      </p:to>
                                    </p:set>
                                  </p:childTnLst>
                                </p:cTn>
                              </p:par>
                              <p:par>
                                <p:cTn id="205" presetID="10" presetClass="exit" presetSubtype="0" fill="hold" nodeType="withEffect">
                                  <p:stCondLst>
                                    <p:cond delay="2114"/>
                                  </p:stCondLst>
                                  <p:childTnLst>
                                    <p:animEffect transition="out" filter="fade">
                                      <p:cBhvr>
                                        <p:cTn id="206" dur="104"/>
                                        <p:tgtEl>
                                          <p:spTgt spid="14027"/>
                                        </p:tgtEl>
                                      </p:cBhvr>
                                    </p:animEffect>
                                    <p:set>
                                      <p:cBhvr>
                                        <p:cTn id="207" dur="1" fill="hold">
                                          <p:stCondLst>
                                            <p:cond delay="103"/>
                                          </p:stCondLst>
                                        </p:cTn>
                                        <p:tgtEl>
                                          <p:spTgt spid="14027"/>
                                        </p:tgtEl>
                                        <p:attrNameLst>
                                          <p:attrName>style.visibility</p:attrName>
                                        </p:attrNameLst>
                                      </p:cBhvr>
                                      <p:to>
                                        <p:strVal val="hidden"/>
                                      </p:to>
                                    </p:set>
                                  </p:childTnLst>
                                </p:cTn>
                              </p:par>
                              <p:par>
                                <p:cTn id="208" presetID="10" presetClass="exit" presetSubtype="0" fill="hold" nodeType="withEffect">
                                  <p:stCondLst>
                                    <p:cond delay="2508"/>
                                  </p:stCondLst>
                                  <p:childTnLst>
                                    <p:animEffect transition="out" filter="fade">
                                      <p:cBhvr>
                                        <p:cTn id="209" dur="104"/>
                                        <p:tgtEl>
                                          <p:spTgt spid="14028"/>
                                        </p:tgtEl>
                                      </p:cBhvr>
                                    </p:animEffect>
                                    <p:set>
                                      <p:cBhvr>
                                        <p:cTn id="210" dur="1" fill="hold">
                                          <p:stCondLst>
                                            <p:cond delay="103"/>
                                          </p:stCondLst>
                                        </p:cTn>
                                        <p:tgtEl>
                                          <p:spTgt spid="14028"/>
                                        </p:tgtEl>
                                        <p:attrNameLst>
                                          <p:attrName>style.visibility</p:attrName>
                                        </p:attrNameLst>
                                      </p:cBhvr>
                                      <p:to>
                                        <p:strVal val="hidden"/>
                                      </p:to>
                                    </p:set>
                                  </p:childTnLst>
                                </p:cTn>
                              </p:par>
                              <p:par>
                                <p:cTn id="211"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2" dur="497" accel="20000" decel="20000" fill="hold"/>
                                        <p:tgtEl>
                                          <p:spTgt spid="14029"/>
                                        </p:tgtEl>
                                        <p:attrNameLst>
                                          <p:attrName>ppt_x</p:attrName>
                                          <p:attrName>ppt_y</p:attrName>
                                        </p:attrNameLst>
                                      </p:cBhvr>
                                      <p:rCtr x="0" y="0"/>
                                    </p:animMotion>
                                  </p:childTnLst>
                                </p:cTn>
                              </p:par>
                              <p:par>
                                <p:cTn id="213" presetID="10" presetClass="exit" presetSubtype="0" fill="hold" nodeType="withEffect">
                                  <p:stCondLst>
                                    <p:cond delay="2508"/>
                                  </p:stCondLst>
                                  <p:childTnLst>
                                    <p:animEffect transition="out" filter="fade">
                                      <p:cBhvr>
                                        <p:cTn id="214" dur="104"/>
                                        <p:tgtEl>
                                          <p:spTgt spid="14029"/>
                                        </p:tgtEl>
                                      </p:cBhvr>
                                    </p:animEffect>
                                    <p:set>
                                      <p:cBhvr>
                                        <p:cTn id="215" dur="1" fill="hold">
                                          <p:stCondLst>
                                            <p:cond delay="103"/>
                                          </p:stCondLst>
                                        </p:cTn>
                                        <p:tgtEl>
                                          <p:spTgt spid="14029"/>
                                        </p:tgtEl>
                                        <p:attrNameLst>
                                          <p:attrName>style.visibility</p:attrName>
                                        </p:attrNameLst>
                                      </p:cBhvr>
                                      <p:to>
                                        <p:strVal val="hidden"/>
                                      </p:to>
                                    </p:set>
                                  </p:childTnLst>
                                </p:cTn>
                              </p:par>
                              <p:par>
                                <p:cTn id="216"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7" dur="497" accel="20000" decel="20000" fill="hold"/>
                                        <p:tgtEl>
                                          <p:spTgt spid="14030"/>
                                        </p:tgtEl>
                                        <p:attrNameLst>
                                          <p:attrName>ppt_x</p:attrName>
                                          <p:attrName>ppt_y</p:attrName>
                                        </p:attrNameLst>
                                      </p:cBhvr>
                                      <p:rCtr x="0" y="0"/>
                                    </p:animMotion>
                                  </p:childTnLst>
                                </p:cTn>
                              </p:par>
                              <p:par>
                                <p:cTn id="218" presetID="10" presetClass="exit" presetSubtype="0" fill="hold" nodeType="withEffect">
                                  <p:stCondLst>
                                    <p:cond delay="2508"/>
                                  </p:stCondLst>
                                  <p:childTnLst>
                                    <p:animEffect transition="out" filter="fade">
                                      <p:cBhvr>
                                        <p:cTn id="219" dur="104"/>
                                        <p:tgtEl>
                                          <p:spTgt spid="14030"/>
                                        </p:tgtEl>
                                      </p:cBhvr>
                                    </p:animEffect>
                                    <p:set>
                                      <p:cBhvr>
                                        <p:cTn id="220" dur="1" fill="hold">
                                          <p:stCondLst>
                                            <p:cond delay="103"/>
                                          </p:stCondLst>
                                        </p:cTn>
                                        <p:tgtEl>
                                          <p:spTgt spid="14030"/>
                                        </p:tgtEl>
                                        <p:attrNameLst>
                                          <p:attrName>style.visibility</p:attrName>
                                        </p:attrNameLst>
                                      </p:cBhvr>
                                      <p:to>
                                        <p:strVal val="hidden"/>
                                      </p:to>
                                    </p:set>
                                  </p:childTnLst>
                                </p:cTn>
                              </p:par>
                              <p:par>
                                <p:cTn id="221"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2" dur="497" accel="20000" decel="20000" fill="hold"/>
                                        <p:tgtEl>
                                          <p:spTgt spid="14031"/>
                                        </p:tgtEl>
                                        <p:attrNameLst>
                                          <p:attrName>ppt_x</p:attrName>
                                          <p:attrName>ppt_y</p:attrName>
                                        </p:attrNameLst>
                                      </p:cBhvr>
                                      <p:rCtr x="0" y="0"/>
                                    </p:animMotion>
                                  </p:childTnLst>
                                </p:cTn>
                              </p:par>
                              <p:par>
                                <p:cTn id="223" presetID="10" presetClass="exit" presetSubtype="0" fill="hold" nodeType="withEffect">
                                  <p:stCondLst>
                                    <p:cond delay="2508"/>
                                  </p:stCondLst>
                                  <p:childTnLst>
                                    <p:animEffect transition="out" filter="fade">
                                      <p:cBhvr>
                                        <p:cTn id="224" dur="104"/>
                                        <p:tgtEl>
                                          <p:spTgt spid="14031"/>
                                        </p:tgtEl>
                                      </p:cBhvr>
                                    </p:animEffect>
                                    <p:set>
                                      <p:cBhvr>
                                        <p:cTn id="225" dur="1" fill="hold">
                                          <p:stCondLst>
                                            <p:cond delay="103"/>
                                          </p:stCondLst>
                                        </p:cTn>
                                        <p:tgtEl>
                                          <p:spTgt spid="14031"/>
                                        </p:tgtEl>
                                        <p:attrNameLst>
                                          <p:attrName>style.visibility</p:attrName>
                                        </p:attrNameLst>
                                      </p:cBhvr>
                                      <p:to>
                                        <p:strVal val="hidden"/>
                                      </p:to>
                                    </p:set>
                                  </p:childTnLst>
                                </p:cTn>
                              </p:par>
                              <p:par>
                                <p:cTn id="226"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7" dur="497" accel="20000" decel="20000" fill="hold"/>
                                        <p:tgtEl>
                                          <p:spTgt spid="14032"/>
                                        </p:tgtEl>
                                        <p:attrNameLst>
                                          <p:attrName>ppt_x</p:attrName>
                                          <p:attrName>ppt_y</p:attrName>
                                        </p:attrNameLst>
                                      </p:cBhvr>
                                      <p:rCtr x="0" y="0"/>
                                    </p:animMotion>
                                  </p:childTnLst>
                                </p:cTn>
                              </p:par>
                              <p:par>
                                <p:cTn id="228" presetID="10" presetClass="exit" presetSubtype="0" fill="hold" nodeType="withEffect">
                                  <p:stCondLst>
                                    <p:cond delay="2508"/>
                                  </p:stCondLst>
                                  <p:childTnLst>
                                    <p:animEffect transition="out" filter="fade">
                                      <p:cBhvr>
                                        <p:cTn id="229" dur="104"/>
                                        <p:tgtEl>
                                          <p:spTgt spid="14032"/>
                                        </p:tgtEl>
                                      </p:cBhvr>
                                    </p:animEffect>
                                    <p:set>
                                      <p:cBhvr>
                                        <p:cTn id="230" dur="1" fill="hold">
                                          <p:stCondLst>
                                            <p:cond delay="103"/>
                                          </p:stCondLst>
                                        </p:cTn>
                                        <p:tgtEl>
                                          <p:spTgt spid="14032"/>
                                        </p:tgtEl>
                                        <p:attrNameLst>
                                          <p:attrName>style.visibility</p:attrName>
                                        </p:attrNameLst>
                                      </p:cBhvr>
                                      <p:to>
                                        <p:strVal val="hidden"/>
                                      </p:to>
                                    </p:set>
                                  </p:childTnLst>
                                </p:cTn>
                              </p:par>
                              <p:par>
                                <p:cTn id="231" presetID="10" presetClass="exit" presetSubtype="0" fill="hold" nodeType="withEffect">
                                  <p:stCondLst>
                                    <p:cond delay="2508"/>
                                  </p:stCondLst>
                                  <p:childTnLst>
                                    <p:animEffect transition="out" filter="fade">
                                      <p:cBhvr>
                                        <p:cTn id="232" dur="104"/>
                                        <p:tgtEl>
                                          <p:spTgt spid="14033"/>
                                        </p:tgtEl>
                                      </p:cBhvr>
                                    </p:animEffect>
                                    <p:set>
                                      <p:cBhvr>
                                        <p:cTn id="233" dur="1" fill="hold">
                                          <p:stCondLst>
                                            <p:cond delay="103"/>
                                          </p:stCondLst>
                                        </p:cTn>
                                        <p:tgtEl>
                                          <p:spTgt spid="14033"/>
                                        </p:tgtEl>
                                        <p:attrNameLst>
                                          <p:attrName>style.visibility</p:attrName>
                                        </p:attrNameLst>
                                      </p:cBhvr>
                                      <p:to>
                                        <p:strVal val="hidden"/>
                                      </p:to>
                                    </p:set>
                                  </p:childTnLst>
                                </p:cTn>
                              </p:par>
                              <p:par>
                                <p:cTn id="234" presetID="10" presetClass="exit" presetSubtype="0" fill="hold" nodeType="withEffect">
                                  <p:stCondLst>
                                    <p:cond delay="2508"/>
                                  </p:stCondLst>
                                  <p:childTnLst>
                                    <p:animEffect transition="out" filter="fade">
                                      <p:cBhvr>
                                        <p:cTn id="235" dur="104"/>
                                        <p:tgtEl>
                                          <p:spTgt spid="14034"/>
                                        </p:tgtEl>
                                      </p:cBhvr>
                                    </p:animEffect>
                                    <p:set>
                                      <p:cBhvr>
                                        <p:cTn id="236" dur="1" fill="hold">
                                          <p:stCondLst>
                                            <p:cond delay="103"/>
                                          </p:stCondLst>
                                        </p:cTn>
                                        <p:tgtEl>
                                          <p:spTgt spid="14034"/>
                                        </p:tgtEl>
                                        <p:attrNameLst>
                                          <p:attrName>style.visibility</p:attrName>
                                        </p:attrNameLst>
                                      </p:cBhvr>
                                      <p:to>
                                        <p:strVal val="hidden"/>
                                      </p:to>
                                    </p:set>
                                  </p:childTnLst>
                                </p:cTn>
                              </p:par>
                              <p:par>
                                <p:cTn id="237" presetID="10" presetClass="entr" presetSubtype="0" fill="hold" nodeType="withEffect">
                                  <p:stCondLst>
                                    <p:cond delay="2508"/>
                                  </p:stCondLst>
                                  <p:childTnLst>
                                    <p:animEffect transition="in" filter="fade">
                                      <p:cBhvr>
                                        <p:cTn id="238" dur="124"/>
                                        <p:tgtEl>
                                          <p:spTgt spid="14036"/>
                                        </p:tgtEl>
                                      </p:cBhvr>
                                    </p:animEffect>
                                    <p:set>
                                      <p:cBhvr>
                                        <p:cTn id="239" dur="1" fill="hold">
                                          <p:stCondLst>
                                            <p:cond delay="0"/>
                                          </p:stCondLst>
                                        </p:cTn>
                                        <p:tgtEl>
                                          <p:spTgt spid="14036"/>
                                        </p:tgtEl>
                                        <p:attrNameLst>
                                          <p:attrName>style.visibility</p:attrName>
                                        </p:attrNameLst>
                                      </p:cBhvr>
                                      <p:to>
                                        <p:strVal val="visible"/>
                                      </p:to>
                                    </p:set>
                                  </p:childTnLst>
                                </p:cTn>
                              </p:par>
                              <p:par>
                                <p:cTn id="240" presetID="10" presetClass="entr" presetSubtype="0" fill="hold" nodeType="withEffect">
                                  <p:stCondLst>
                                    <p:cond delay="2508"/>
                                  </p:stCondLst>
                                  <p:childTnLst>
                                    <p:animEffect transition="in" filter="fade">
                                      <p:cBhvr>
                                        <p:cTn id="241" dur="124"/>
                                        <p:tgtEl>
                                          <p:spTgt spid="14037"/>
                                        </p:tgtEl>
                                      </p:cBhvr>
                                    </p:animEffect>
                                    <p:set>
                                      <p:cBhvr>
                                        <p:cTn id="242" dur="1" fill="hold">
                                          <p:stCondLst>
                                            <p:cond delay="0"/>
                                          </p:stCondLst>
                                        </p:cTn>
                                        <p:tgtEl>
                                          <p:spTgt spid="14037"/>
                                        </p:tgtEl>
                                        <p:attrNameLst>
                                          <p:attrName>style.visibility</p:attrName>
                                        </p:attrNameLst>
                                      </p:cBhvr>
                                      <p:to>
                                        <p:strVal val="visible"/>
                                      </p:to>
                                    </p:set>
                                  </p:childTnLst>
                                </p:cTn>
                              </p:par>
                              <p:par>
                                <p:cTn id="243" presetID="10" presetClass="entr" presetSubtype="0" fill="hold" nodeType="withEffect">
                                  <p:stCondLst>
                                    <p:cond delay="2508"/>
                                  </p:stCondLst>
                                  <p:childTnLst>
                                    <p:animEffect transition="in" filter="fade">
                                      <p:cBhvr>
                                        <p:cTn id="244" dur="124"/>
                                        <p:tgtEl>
                                          <p:spTgt spid="14038"/>
                                        </p:tgtEl>
                                      </p:cBhvr>
                                    </p:animEffect>
                                    <p:set>
                                      <p:cBhvr>
                                        <p:cTn id="245" dur="1" fill="hold">
                                          <p:stCondLst>
                                            <p:cond delay="0"/>
                                          </p:stCondLst>
                                        </p:cTn>
                                        <p:tgtEl>
                                          <p:spTgt spid="14038"/>
                                        </p:tgtEl>
                                        <p:attrNameLst>
                                          <p:attrName>style.visibility</p:attrName>
                                        </p:attrNameLst>
                                      </p:cBhvr>
                                      <p:to>
                                        <p:strVal val="visible"/>
                                      </p:to>
                                    </p:set>
                                  </p:childTnLst>
                                </p:cTn>
                              </p:par>
                              <p:par>
                                <p:cTn id="246" presetID="10" presetClass="entr" presetSubtype="0" fill="hold" nodeType="withEffect">
                                  <p:stCondLst>
                                    <p:cond delay="2508"/>
                                  </p:stCondLst>
                                  <p:childTnLst>
                                    <p:animEffect transition="in" filter="fade">
                                      <p:cBhvr>
                                        <p:cTn id="247" dur="124"/>
                                        <p:tgtEl>
                                          <p:spTgt spid="14039"/>
                                        </p:tgtEl>
                                      </p:cBhvr>
                                    </p:animEffect>
                                    <p:set>
                                      <p:cBhvr>
                                        <p:cTn id="248" dur="1" fill="hold">
                                          <p:stCondLst>
                                            <p:cond delay="0"/>
                                          </p:stCondLst>
                                        </p:cTn>
                                        <p:tgtEl>
                                          <p:spTgt spid="14039"/>
                                        </p:tgtEl>
                                        <p:attrNameLst>
                                          <p:attrName>style.visibility</p:attrName>
                                        </p:attrNameLst>
                                      </p:cBhvr>
                                      <p:to>
                                        <p:strVal val="visible"/>
                                      </p:to>
                                    </p:set>
                                  </p:childTnLst>
                                </p:cTn>
                              </p:par>
                              <p:par>
                                <p:cTn id="249" presetID="10" presetClass="entr" presetSubtype="0" fill="hold" nodeType="withEffect">
                                  <p:stCondLst>
                                    <p:cond delay="2508"/>
                                  </p:stCondLst>
                                  <p:childTnLst>
                                    <p:animEffect transition="in" filter="fade">
                                      <p:cBhvr>
                                        <p:cTn id="250" dur="124"/>
                                        <p:tgtEl>
                                          <p:spTgt spid="14040"/>
                                        </p:tgtEl>
                                      </p:cBhvr>
                                    </p:animEffect>
                                    <p:set>
                                      <p:cBhvr>
                                        <p:cTn id="251" dur="1" fill="hold">
                                          <p:stCondLst>
                                            <p:cond delay="0"/>
                                          </p:stCondLst>
                                        </p:cTn>
                                        <p:tgtEl>
                                          <p:spTgt spid="14040"/>
                                        </p:tgtEl>
                                        <p:attrNameLst>
                                          <p:attrName>style.visibility</p:attrName>
                                        </p:attrNameLst>
                                      </p:cBhvr>
                                      <p:to>
                                        <p:strVal val="visible"/>
                                      </p:to>
                                    </p:set>
                                  </p:childTnLst>
                                </p:cTn>
                              </p:par>
                              <p:par>
                                <p:cTn id="252" presetID="10" presetClass="entr" presetSubtype="0" fill="hold" nodeType="withEffect">
                                  <p:stCondLst>
                                    <p:cond delay="2508"/>
                                  </p:stCondLst>
                                  <p:childTnLst>
                                    <p:animEffect transition="in" filter="fade">
                                      <p:cBhvr>
                                        <p:cTn id="253" dur="124"/>
                                        <p:tgtEl>
                                          <p:spTgt spid="14041"/>
                                        </p:tgtEl>
                                      </p:cBhvr>
                                    </p:animEffect>
                                    <p:set>
                                      <p:cBhvr>
                                        <p:cTn id="254" dur="1" fill="hold">
                                          <p:stCondLst>
                                            <p:cond delay="0"/>
                                          </p:stCondLst>
                                        </p:cTn>
                                        <p:tgtEl>
                                          <p:spTgt spid="14041"/>
                                        </p:tgtEl>
                                        <p:attrNameLst>
                                          <p:attrName>style.visibility</p:attrName>
                                        </p:attrNameLst>
                                      </p:cBhvr>
                                      <p:to>
                                        <p:strVal val="visible"/>
                                      </p:to>
                                    </p:set>
                                  </p:childTnLst>
                                </p:cTn>
                              </p:par>
                              <p:par>
                                <p:cTn id="255" presetID="10" presetClass="entr" presetSubtype="0" fill="hold" nodeType="withEffect">
                                  <p:stCondLst>
                                    <p:cond delay="2508"/>
                                  </p:stCondLst>
                                  <p:childTnLst>
                                    <p:animEffect transition="in" filter="fade">
                                      <p:cBhvr>
                                        <p:cTn id="256" dur="124"/>
                                        <p:tgtEl>
                                          <p:spTgt spid="14042"/>
                                        </p:tgtEl>
                                      </p:cBhvr>
                                    </p:animEffect>
                                    <p:set>
                                      <p:cBhvr>
                                        <p:cTn id="257" dur="1" fill="hold">
                                          <p:stCondLst>
                                            <p:cond delay="0"/>
                                          </p:stCondLst>
                                        </p:cTn>
                                        <p:tgtEl>
                                          <p:spTgt spid="14042"/>
                                        </p:tgtEl>
                                        <p:attrNameLst>
                                          <p:attrName>style.visibility</p:attrName>
                                        </p:attrNameLst>
                                      </p:cBhvr>
                                      <p:to>
                                        <p:strVal val="visible"/>
                                      </p:to>
                                    </p:set>
                                  </p:childTnLst>
                                </p:cTn>
                              </p:par>
                              <p:par>
                                <p:cTn id="258" presetID="10" presetClass="entr" presetSubtype="0" fill="hold" nodeType="withEffect">
                                  <p:stCondLst>
                                    <p:cond delay="2508"/>
                                  </p:stCondLst>
                                  <p:childTnLst>
                                    <p:animEffect transition="in" filter="fade">
                                      <p:cBhvr>
                                        <p:cTn id="259" dur="124"/>
                                        <p:tgtEl>
                                          <p:spTgt spid="14043"/>
                                        </p:tgtEl>
                                      </p:cBhvr>
                                    </p:animEffect>
                                    <p:set>
                                      <p:cBhvr>
                                        <p:cTn id="260" dur="1" fill="hold">
                                          <p:stCondLst>
                                            <p:cond delay="0"/>
                                          </p:stCondLst>
                                        </p:cTn>
                                        <p:tgtEl>
                                          <p:spTgt spid="14043"/>
                                        </p:tgtEl>
                                        <p:attrNameLst>
                                          <p:attrName>style.visibility</p:attrName>
                                        </p:attrNameLst>
                                      </p:cBhvr>
                                      <p:to>
                                        <p:strVal val="visible"/>
                                      </p:to>
                                    </p:set>
                                  </p:childTnLst>
                                </p:cTn>
                              </p:par>
                              <p:par>
                                <p:cTn id="261" presetID="10" presetClass="entr" presetSubtype="0" fill="hold" nodeType="withEffect">
                                  <p:stCondLst>
                                    <p:cond delay="2508"/>
                                  </p:stCondLst>
                                  <p:childTnLst>
                                    <p:animEffect transition="in" filter="fade">
                                      <p:cBhvr>
                                        <p:cTn id="262" dur="124"/>
                                        <p:tgtEl>
                                          <p:spTgt spid="14044"/>
                                        </p:tgtEl>
                                      </p:cBhvr>
                                    </p:animEffect>
                                    <p:set>
                                      <p:cBhvr>
                                        <p:cTn id="263" dur="1" fill="hold">
                                          <p:stCondLst>
                                            <p:cond delay="0"/>
                                          </p:stCondLst>
                                        </p:cTn>
                                        <p:tgtEl>
                                          <p:spTgt spid="14044"/>
                                        </p:tgtEl>
                                        <p:attrNameLst>
                                          <p:attrName>style.visibility</p:attrName>
                                        </p:attrNameLst>
                                      </p:cBhvr>
                                      <p:to>
                                        <p:strVal val="visible"/>
                                      </p:to>
                                    </p:set>
                                  </p:childTnLst>
                                </p:cTn>
                              </p:par>
                              <p:par>
                                <p:cTn id="264" presetID="10" presetClass="entr" presetSubtype="0" fill="hold" nodeType="withEffect">
                                  <p:stCondLst>
                                    <p:cond delay="2508"/>
                                  </p:stCondLst>
                                  <p:childTnLst>
                                    <p:animEffect transition="in" filter="fade">
                                      <p:cBhvr>
                                        <p:cTn id="265" dur="124"/>
                                        <p:tgtEl>
                                          <p:spTgt spid="14045"/>
                                        </p:tgtEl>
                                      </p:cBhvr>
                                    </p:animEffect>
                                    <p:set>
                                      <p:cBhvr>
                                        <p:cTn id="266" dur="1" fill="hold">
                                          <p:stCondLst>
                                            <p:cond delay="0"/>
                                          </p:stCondLst>
                                        </p:cTn>
                                        <p:tgtEl>
                                          <p:spTgt spid="14045"/>
                                        </p:tgtEl>
                                        <p:attrNameLst>
                                          <p:attrName>style.visibility</p:attrName>
                                        </p:attrNameLst>
                                      </p:cBhvr>
                                      <p:to>
                                        <p:strVal val="visible"/>
                                      </p:to>
                                    </p:set>
                                  </p:childTnLst>
                                </p:cTn>
                              </p:par>
                              <p:par>
                                <p:cTn id="267" presetID="10" presetClass="entr" presetSubtype="0" fill="hold" nodeType="withEffect">
                                  <p:stCondLst>
                                    <p:cond delay="2508"/>
                                  </p:stCondLst>
                                  <p:childTnLst>
                                    <p:animEffect transition="in" filter="fade">
                                      <p:cBhvr>
                                        <p:cTn id="268" dur="124"/>
                                        <p:tgtEl>
                                          <p:spTgt spid="14046"/>
                                        </p:tgtEl>
                                      </p:cBhvr>
                                    </p:animEffect>
                                    <p:set>
                                      <p:cBhvr>
                                        <p:cTn id="269" dur="1" fill="hold">
                                          <p:stCondLst>
                                            <p:cond delay="0"/>
                                          </p:stCondLst>
                                        </p:cTn>
                                        <p:tgtEl>
                                          <p:spTgt spid="14046"/>
                                        </p:tgtEl>
                                        <p:attrNameLst>
                                          <p:attrName>style.visibility</p:attrName>
                                        </p:attrNameLst>
                                      </p:cBhvr>
                                      <p:to>
                                        <p:strVal val="visible"/>
                                      </p:to>
                                    </p:set>
                                  </p:childTnLst>
                                </p:cTn>
                              </p:par>
                              <p:par>
                                <p:cTn id="270" presetID="0" presetClass="path" presetSubtype="0" fill="hold" nodeType="withEffect">
                                  <p:stCondLst>
                                    <p:cond delay="2902"/>
                                  </p:stCondLst>
                                  <p:childTnLst>
                                    <p:animMotion origin="layout" path="M 0 0 L 0.058333333 0.000000000 E" pathEditMode="relative" rAng="0">
                                      <p:cBhvr>
                                        <p:cTn id="271" dur="497" accel="20000" decel="20000" fill="hold"/>
                                        <p:tgtEl>
                                          <p:spTgt spid="14036"/>
                                        </p:tgtEl>
                                        <p:attrNameLst>
                                          <p:attrName>ppt_x</p:attrName>
                                          <p:attrName>ppt_y</p:attrName>
                                        </p:attrNameLst>
                                      </p:cBhvr>
                                      <p:rCtr x="0" y="0"/>
                                    </p:animMotion>
                                  </p:childTnLst>
                                </p:cTn>
                              </p:par>
                              <p:par>
                                <p:cTn id="272" presetID="10" presetClass="exit" presetSubtype="0" fill="hold" nodeType="withEffect">
                                  <p:stCondLst>
                                    <p:cond delay="3295"/>
                                  </p:stCondLst>
                                  <p:childTnLst>
                                    <p:animEffect transition="out" filter="fade">
                                      <p:cBhvr>
                                        <p:cTn id="273" dur="104"/>
                                        <p:tgtEl>
                                          <p:spTgt spid="14036"/>
                                        </p:tgtEl>
                                      </p:cBhvr>
                                    </p:animEffect>
                                    <p:set>
                                      <p:cBhvr>
                                        <p:cTn id="274" dur="1" fill="hold">
                                          <p:stCondLst>
                                            <p:cond delay="103"/>
                                          </p:stCondLst>
                                        </p:cTn>
                                        <p:tgtEl>
                                          <p:spTgt spid="14036"/>
                                        </p:tgtEl>
                                        <p:attrNameLst>
                                          <p:attrName>style.visibility</p:attrName>
                                        </p:attrNameLst>
                                      </p:cBhvr>
                                      <p:to>
                                        <p:strVal val="hidden"/>
                                      </p:to>
                                    </p:set>
                                  </p:childTnLst>
                                </p:cTn>
                              </p:par>
                              <p:par>
                                <p:cTn id="275" presetID="10" presetClass="exit" presetSubtype="0" fill="hold" nodeType="withEffect">
                                  <p:stCondLst>
                                    <p:cond delay="3295"/>
                                  </p:stCondLst>
                                  <p:childTnLst>
                                    <p:animEffect transition="out" filter="fade">
                                      <p:cBhvr>
                                        <p:cTn id="276" dur="104"/>
                                        <p:tgtEl>
                                          <p:spTgt spid="14037"/>
                                        </p:tgtEl>
                                      </p:cBhvr>
                                    </p:animEffect>
                                    <p:set>
                                      <p:cBhvr>
                                        <p:cTn id="277" dur="1" fill="hold">
                                          <p:stCondLst>
                                            <p:cond delay="103"/>
                                          </p:stCondLst>
                                        </p:cTn>
                                        <p:tgtEl>
                                          <p:spTgt spid="14037"/>
                                        </p:tgtEl>
                                        <p:attrNameLst>
                                          <p:attrName>style.visibility</p:attrName>
                                        </p:attrNameLst>
                                      </p:cBhvr>
                                      <p:to>
                                        <p:strVal val="hidden"/>
                                      </p:to>
                                    </p:set>
                                  </p:childTnLst>
                                </p:cTn>
                              </p:par>
                              <p:par>
                                <p:cTn id="278" presetID="0" presetClass="path" presetSubtype="0" fill="hold" nodeType="withEffect">
                                  <p:stCondLst>
                                    <p:cond delay="2902"/>
                                  </p:stCondLst>
                                  <p:childTnLst>
                                    <p:animMotion origin="layout" path="M 0 0 L -0.147222222 0.000000000 E" pathEditMode="relative" rAng="0">
                                      <p:cBhvr>
                                        <p:cTn id="279" dur="497" accel="20000" decel="20000" fill="hold"/>
                                        <p:tgtEl>
                                          <p:spTgt spid="14038"/>
                                        </p:tgtEl>
                                        <p:attrNameLst>
                                          <p:attrName>ppt_x</p:attrName>
                                          <p:attrName>ppt_y</p:attrName>
                                        </p:attrNameLst>
                                      </p:cBhvr>
                                      <p:rCtr x="0" y="0"/>
                                    </p:animMotion>
                                  </p:childTnLst>
                                </p:cTn>
                              </p:par>
                              <p:par>
                                <p:cTn id="280" presetID="10" presetClass="exit" presetSubtype="0" fill="hold" nodeType="withEffect">
                                  <p:stCondLst>
                                    <p:cond delay="3295"/>
                                  </p:stCondLst>
                                  <p:childTnLst>
                                    <p:animEffect transition="out" filter="fade">
                                      <p:cBhvr>
                                        <p:cTn id="281" dur="104"/>
                                        <p:tgtEl>
                                          <p:spTgt spid="14038"/>
                                        </p:tgtEl>
                                      </p:cBhvr>
                                    </p:animEffect>
                                    <p:set>
                                      <p:cBhvr>
                                        <p:cTn id="282" dur="1" fill="hold">
                                          <p:stCondLst>
                                            <p:cond delay="103"/>
                                          </p:stCondLst>
                                        </p:cTn>
                                        <p:tgtEl>
                                          <p:spTgt spid="14038"/>
                                        </p:tgtEl>
                                        <p:attrNameLst>
                                          <p:attrName>style.visibility</p:attrName>
                                        </p:attrNameLst>
                                      </p:cBhvr>
                                      <p:to>
                                        <p:strVal val="hidden"/>
                                      </p:to>
                                    </p:set>
                                  </p:childTnLst>
                                </p:cTn>
                              </p:par>
                              <p:par>
                                <p:cTn id="283" presetID="0" presetClass="path" presetSubtype="0" fill="hold" nodeType="withEffect">
                                  <p:stCondLst>
                                    <p:cond delay="2902"/>
                                  </p:stCondLst>
                                  <p:childTnLst>
                                    <p:animMotion origin="layout" path="M 0 0 L -0.150000000 0.000000000 E" pathEditMode="relative" rAng="0">
                                      <p:cBhvr>
                                        <p:cTn id="284" dur="497" accel="20000" decel="20000" fill="hold"/>
                                        <p:tgtEl>
                                          <p:spTgt spid="14039"/>
                                        </p:tgtEl>
                                        <p:attrNameLst>
                                          <p:attrName>ppt_x</p:attrName>
                                          <p:attrName>ppt_y</p:attrName>
                                        </p:attrNameLst>
                                      </p:cBhvr>
                                      <p:rCtr x="0" y="0"/>
                                    </p:animMotion>
                                  </p:childTnLst>
                                </p:cTn>
                              </p:par>
                              <p:par>
                                <p:cTn id="285" presetID="10" presetClass="exit" presetSubtype="0" fill="hold" nodeType="withEffect">
                                  <p:stCondLst>
                                    <p:cond delay="3295"/>
                                  </p:stCondLst>
                                  <p:childTnLst>
                                    <p:animEffect transition="out" filter="fade">
                                      <p:cBhvr>
                                        <p:cTn id="286" dur="104"/>
                                        <p:tgtEl>
                                          <p:spTgt spid="14039"/>
                                        </p:tgtEl>
                                      </p:cBhvr>
                                    </p:animEffect>
                                    <p:set>
                                      <p:cBhvr>
                                        <p:cTn id="287" dur="1" fill="hold">
                                          <p:stCondLst>
                                            <p:cond delay="103"/>
                                          </p:stCondLst>
                                        </p:cTn>
                                        <p:tgtEl>
                                          <p:spTgt spid="14039"/>
                                        </p:tgtEl>
                                        <p:attrNameLst>
                                          <p:attrName>style.visibility</p:attrName>
                                        </p:attrNameLst>
                                      </p:cBhvr>
                                      <p:to>
                                        <p:strVal val="hidden"/>
                                      </p:to>
                                    </p:set>
                                  </p:childTnLst>
                                </p:cTn>
                              </p:par>
                              <p:par>
                                <p:cTn id="288" presetID="10" presetClass="exit" presetSubtype="0" fill="hold" nodeType="withEffect">
                                  <p:stCondLst>
                                    <p:cond delay="2902"/>
                                  </p:stCondLst>
                                  <p:childTnLst>
                                    <p:animEffect transition="out" filter="fade">
                                      <p:cBhvr>
                                        <p:cTn id="289" dur="104"/>
                                        <p:tgtEl>
                                          <p:spTgt spid="14040"/>
                                        </p:tgtEl>
                                      </p:cBhvr>
                                    </p:animEffect>
                                    <p:set>
                                      <p:cBhvr>
                                        <p:cTn id="290" dur="1" fill="hold">
                                          <p:stCondLst>
                                            <p:cond delay="103"/>
                                          </p:stCondLst>
                                        </p:cTn>
                                        <p:tgtEl>
                                          <p:spTgt spid="14040"/>
                                        </p:tgtEl>
                                        <p:attrNameLst>
                                          <p:attrName>style.visibility</p:attrName>
                                        </p:attrNameLst>
                                      </p:cBhvr>
                                      <p:to>
                                        <p:strVal val="hidden"/>
                                      </p:to>
                                    </p:set>
                                  </p:childTnLst>
                                </p:cTn>
                              </p:par>
                              <p:par>
                                <p:cTn id="291"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2" dur="497" accel="20000" decel="20000" fill="hold"/>
                                        <p:tgtEl>
                                          <p:spTgt spid="14041"/>
                                        </p:tgtEl>
                                        <p:attrNameLst>
                                          <p:attrName>ppt_x</p:attrName>
                                          <p:attrName>ppt_y</p:attrName>
                                        </p:attrNameLst>
                                      </p:cBhvr>
                                      <p:rCtr x="0" y="0"/>
                                    </p:animMotion>
                                  </p:childTnLst>
                                </p:cTn>
                              </p:par>
                              <p:par>
                                <p:cTn id="293" presetID="10" presetClass="exit" presetSubtype="0" fill="hold" nodeType="withEffect">
                                  <p:stCondLst>
                                    <p:cond delay="3295"/>
                                  </p:stCondLst>
                                  <p:childTnLst>
                                    <p:animEffect transition="out" filter="fade">
                                      <p:cBhvr>
                                        <p:cTn id="294" dur="104"/>
                                        <p:tgtEl>
                                          <p:spTgt spid="14041"/>
                                        </p:tgtEl>
                                      </p:cBhvr>
                                    </p:animEffect>
                                    <p:set>
                                      <p:cBhvr>
                                        <p:cTn id="295" dur="1" fill="hold">
                                          <p:stCondLst>
                                            <p:cond delay="103"/>
                                          </p:stCondLst>
                                        </p:cTn>
                                        <p:tgtEl>
                                          <p:spTgt spid="14041"/>
                                        </p:tgtEl>
                                        <p:attrNameLst>
                                          <p:attrName>style.visibility</p:attrName>
                                        </p:attrNameLst>
                                      </p:cBhvr>
                                      <p:to>
                                        <p:strVal val="hidden"/>
                                      </p:to>
                                    </p:set>
                                  </p:childTnLst>
                                </p:cTn>
                              </p:par>
                              <p:par>
                                <p:cTn id="296"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7" dur="497" accel="20000" decel="20000" fill="hold"/>
                                        <p:tgtEl>
                                          <p:spTgt spid="14042"/>
                                        </p:tgtEl>
                                        <p:attrNameLst>
                                          <p:attrName>ppt_x</p:attrName>
                                          <p:attrName>ppt_y</p:attrName>
                                        </p:attrNameLst>
                                      </p:cBhvr>
                                      <p:rCtr x="0" y="0"/>
                                    </p:animMotion>
                                  </p:childTnLst>
                                </p:cTn>
                              </p:par>
                              <p:par>
                                <p:cTn id="298" presetID="10" presetClass="exit" presetSubtype="0" fill="hold" nodeType="withEffect">
                                  <p:stCondLst>
                                    <p:cond delay="3295"/>
                                  </p:stCondLst>
                                  <p:childTnLst>
                                    <p:animEffect transition="out" filter="fade">
                                      <p:cBhvr>
                                        <p:cTn id="299" dur="104"/>
                                        <p:tgtEl>
                                          <p:spTgt spid="14042"/>
                                        </p:tgtEl>
                                      </p:cBhvr>
                                    </p:animEffect>
                                    <p:set>
                                      <p:cBhvr>
                                        <p:cTn id="300" dur="1" fill="hold">
                                          <p:stCondLst>
                                            <p:cond delay="103"/>
                                          </p:stCondLst>
                                        </p:cTn>
                                        <p:tgtEl>
                                          <p:spTgt spid="14042"/>
                                        </p:tgtEl>
                                        <p:attrNameLst>
                                          <p:attrName>style.visibility</p:attrName>
                                        </p:attrNameLst>
                                      </p:cBhvr>
                                      <p:to>
                                        <p:strVal val="hidden"/>
                                      </p:to>
                                    </p:set>
                                  </p:childTnLst>
                                </p:cTn>
                              </p:par>
                              <p:par>
                                <p:cTn id="301"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2" dur="497" accel="20000" decel="20000" fill="hold"/>
                                        <p:tgtEl>
                                          <p:spTgt spid="14043"/>
                                        </p:tgtEl>
                                        <p:attrNameLst>
                                          <p:attrName>ppt_x</p:attrName>
                                          <p:attrName>ppt_y</p:attrName>
                                        </p:attrNameLst>
                                      </p:cBhvr>
                                      <p:rCtr x="0" y="0"/>
                                    </p:animMotion>
                                  </p:childTnLst>
                                </p:cTn>
                              </p:par>
                              <p:par>
                                <p:cTn id="303" presetID="10" presetClass="exit" presetSubtype="0" fill="hold" nodeType="withEffect">
                                  <p:stCondLst>
                                    <p:cond delay="3295"/>
                                  </p:stCondLst>
                                  <p:childTnLst>
                                    <p:animEffect transition="out" filter="fade">
                                      <p:cBhvr>
                                        <p:cTn id="304" dur="104"/>
                                        <p:tgtEl>
                                          <p:spTgt spid="14043"/>
                                        </p:tgtEl>
                                      </p:cBhvr>
                                    </p:animEffect>
                                    <p:set>
                                      <p:cBhvr>
                                        <p:cTn id="305" dur="1" fill="hold">
                                          <p:stCondLst>
                                            <p:cond delay="103"/>
                                          </p:stCondLst>
                                        </p:cTn>
                                        <p:tgtEl>
                                          <p:spTgt spid="14043"/>
                                        </p:tgtEl>
                                        <p:attrNameLst>
                                          <p:attrName>style.visibility</p:attrName>
                                        </p:attrNameLst>
                                      </p:cBhvr>
                                      <p:to>
                                        <p:strVal val="hidden"/>
                                      </p:to>
                                    </p:set>
                                  </p:childTnLst>
                                </p:cTn>
                              </p:par>
                              <p:par>
                                <p:cTn id="306"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7" dur="497" accel="20000" decel="20000" fill="hold"/>
                                        <p:tgtEl>
                                          <p:spTgt spid="14044"/>
                                        </p:tgtEl>
                                        <p:attrNameLst>
                                          <p:attrName>ppt_x</p:attrName>
                                          <p:attrName>ppt_y</p:attrName>
                                        </p:attrNameLst>
                                      </p:cBhvr>
                                      <p:rCtr x="0" y="0"/>
                                    </p:animMotion>
                                  </p:childTnLst>
                                </p:cTn>
                              </p:par>
                              <p:par>
                                <p:cTn id="308" presetID="10" presetClass="exit" presetSubtype="0" fill="hold" nodeType="withEffect">
                                  <p:stCondLst>
                                    <p:cond delay="3295"/>
                                  </p:stCondLst>
                                  <p:childTnLst>
                                    <p:animEffect transition="out" filter="fade">
                                      <p:cBhvr>
                                        <p:cTn id="309" dur="104"/>
                                        <p:tgtEl>
                                          <p:spTgt spid="14044"/>
                                        </p:tgtEl>
                                      </p:cBhvr>
                                    </p:animEffect>
                                    <p:set>
                                      <p:cBhvr>
                                        <p:cTn id="310" dur="1" fill="hold">
                                          <p:stCondLst>
                                            <p:cond delay="103"/>
                                          </p:stCondLst>
                                        </p:cTn>
                                        <p:tgtEl>
                                          <p:spTgt spid="14044"/>
                                        </p:tgtEl>
                                        <p:attrNameLst>
                                          <p:attrName>style.visibility</p:attrName>
                                        </p:attrNameLst>
                                      </p:cBhvr>
                                      <p:to>
                                        <p:strVal val="hidden"/>
                                      </p:to>
                                    </p:set>
                                  </p:childTnLst>
                                </p:cTn>
                              </p:par>
                              <p:par>
                                <p:cTn id="311" presetID="10" presetClass="exit" presetSubtype="0" fill="hold" nodeType="withEffect">
                                  <p:stCondLst>
                                    <p:cond delay="3295"/>
                                  </p:stCondLst>
                                  <p:childTnLst>
                                    <p:animEffect transition="out" filter="fade">
                                      <p:cBhvr>
                                        <p:cTn id="312" dur="104"/>
                                        <p:tgtEl>
                                          <p:spTgt spid="14045"/>
                                        </p:tgtEl>
                                      </p:cBhvr>
                                    </p:animEffect>
                                    <p:set>
                                      <p:cBhvr>
                                        <p:cTn id="313" dur="1" fill="hold">
                                          <p:stCondLst>
                                            <p:cond delay="103"/>
                                          </p:stCondLst>
                                        </p:cTn>
                                        <p:tgtEl>
                                          <p:spTgt spid="14045"/>
                                        </p:tgtEl>
                                        <p:attrNameLst>
                                          <p:attrName>style.visibility</p:attrName>
                                        </p:attrNameLst>
                                      </p:cBhvr>
                                      <p:to>
                                        <p:strVal val="hidden"/>
                                      </p:to>
                                    </p:set>
                                  </p:childTnLst>
                                </p:cTn>
                              </p:par>
                              <p:par>
                                <p:cTn id="314" presetID="10" presetClass="exit" presetSubtype="0" fill="hold" nodeType="withEffect">
                                  <p:stCondLst>
                                    <p:cond delay="3295"/>
                                  </p:stCondLst>
                                  <p:childTnLst>
                                    <p:animEffect transition="out" filter="fade">
                                      <p:cBhvr>
                                        <p:cTn id="315" dur="104"/>
                                        <p:tgtEl>
                                          <p:spTgt spid="14046"/>
                                        </p:tgtEl>
                                      </p:cBhvr>
                                    </p:animEffect>
                                    <p:set>
                                      <p:cBhvr>
                                        <p:cTn id="316" dur="1" fill="hold">
                                          <p:stCondLst>
                                            <p:cond delay="103"/>
                                          </p:stCondLst>
                                        </p:cTn>
                                        <p:tgtEl>
                                          <p:spTgt spid="14046"/>
                                        </p:tgtEl>
                                        <p:attrNameLst>
                                          <p:attrName>style.visibility</p:attrName>
                                        </p:attrNameLst>
                                      </p:cBhvr>
                                      <p:to>
                                        <p:strVal val="hidden"/>
                                      </p:to>
                                    </p:set>
                                  </p:childTnLst>
                                </p:cTn>
                              </p:par>
                              <p:par>
                                <p:cTn id="317" presetID="10" presetClass="entr" presetSubtype="0" fill="hold" nodeType="withEffect">
                                  <p:stCondLst>
                                    <p:cond delay="3295"/>
                                  </p:stCondLst>
                                  <p:childTnLst>
                                    <p:animEffect transition="in" filter="fade">
                                      <p:cBhvr>
                                        <p:cTn id="318" dur="124"/>
                                        <p:tgtEl>
                                          <p:spTgt spid="14048"/>
                                        </p:tgtEl>
                                      </p:cBhvr>
                                    </p:animEffect>
                                    <p:set>
                                      <p:cBhvr>
                                        <p:cTn id="319" dur="1" fill="hold">
                                          <p:stCondLst>
                                            <p:cond delay="0"/>
                                          </p:stCondLst>
                                        </p:cTn>
                                        <p:tgtEl>
                                          <p:spTgt spid="14048"/>
                                        </p:tgtEl>
                                        <p:attrNameLst>
                                          <p:attrName>style.visibility</p:attrName>
                                        </p:attrNameLst>
                                      </p:cBhvr>
                                      <p:to>
                                        <p:strVal val="visible"/>
                                      </p:to>
                                    </p:set>
                                  </p:childTnLst>
                                </p:cTn>
                              </p:par>
                              <p:par>
                                <p:cTn id="320" presetID="10" presetClass="entr" presetSubtype="0" fill="hold" nodeType="withEffect">
                                  <p:stCondLst>
                                    <p:cond delay="3295"/>
                                  </p:stCondLst>
                                  <p:childTnLst>
                                    <p:animEffect transition="in" filter="fade">
                                      <p:cBhvr>
                                        <p:cTn id="321" dur="124"/>
                                        <p:tgtEl>
                                          <p:spTgt spid="14049"/>
                                        </p:tgtEl>
                                      </p:cBhvr>
                                    </p:animEffect>
                                    <p:set>
                                      <p:cBhvr>
                                        <p:cTn id="322" dur="1" fill="hold">
                                          <p:stCondLst>
                                            <p:cond delay="0"/>
                                          </p:stCondLst>
                                        </p:cTn>
                                        <p:tgtEl>
                                          <p:spTgt spid="14049"/>
                                        </p:tgtEl>
                                        <p:attrNameLst>
                                          <p:attrName>style.visibility</p:attrName>
                                        </p:attrNameLst>
                                      </p:cBhvr>
                                      <p:to>
                                        <p:strVal val="visible"/>
                                      </p:to>
                                    </p:set>
                                  </p:childTnLst>
                                </p:cTn>
                              </p:par>
                              <p:par>
                                <p:cTn id="323" presetID="10" presetClass="entr" presetSubtype="0" fill="hold" nodeType="withEffect">
                                  <p:stCondLst>
                                    <p:cond delay="3295"/>
                                  </p:stCondLst>
                                  <p:childTnLst>
                                    <p:animEffect transition="in" filter="fade">
                                      <p:cBhvr>
                                        <p:cTn id="324" dur="124"/>
                                        <p:tgtEl>
                                          <p:spTgt spid="14050"/>
                                        </p:tgtEl>
                                      </p:cBhvr>
                                    </p:animEffect>
                                    <p:set>
                                      <p:cBhvr>
                                        <p:cTn id="325" dur="1" fill="hold">
                                          <p:stCondLst>
                                            <p:cond delay="0"/>
                                          </p:stCondLst>
                                        </p:cTn>
                                        <p:tgtEl>
                                          <p:spTgt spid="14050"/>
                                        </p:tgtEl>
                                        <p:attrNameLst>
                                          <p:attrName>style.visibility</p:attrName>
                                        </p:attrNameLst>
                                      </p:cBhvr>
                                      <p:to>
                                        <p:strVal val="visible"/>
                                      </p:to>
                                    </p:set>
                                  </p:childTnLst>
                                </p:cTn>
                              </p:par>
                              <p:par>
                                <p:cTn id="326" presetID="10" presetClass="entr" presetSubtype="0" fill="hold" nodeType="withEffect">
                                  <p:stCondLst>
                                    <p:cond delay="3295"/>
                                  </p:stCondLst>
                                  <p:childTnLst>
                                    <p:animEffect transition="in" filter="fade">
                                      <p:cBhvr>
                                        <p:cTn id="327" dur="124"/>
                                        <p:tgtEl>
                                          <p:spTgt spid="14051"/>
                                        </p:tgtEl>
                                      </p:cBhvr>
                                    </p:animEffect>
                                    <p:set>
                                      <p:cBhvr>
                                        <p:cTn id="328" dur="1" fill="hold">
                                          <p:stCondLst>
                                            <p:cond delay="0"/>
                                          </p:stCondLst>
                                        </p:cTn>
                                        <p:tgtEl>
                                          <p:spTgt spid="14051"/>
                                        </p:tgtEl>
                                        <p:attrNameLst>
                                          <p:attrName>style.visibility</p:attrName>
                                        </p:attrNameLst>
                                      </p:cBhvr>
                                      <p:to>
                                        <p:strVal val="visible"/>
                                      </p:to>
                                    </p:set>
                                  </p:childTnLst>
                                </p:cTn>
                              </p:par>
                              <p:par>
                                <p:cTn id="329" presetID="10" presetClass="entr" presetSubtype="0" fill="hold" nodeType="withEffect">
                                  <p:stCondLst>
                                    <p:cond delay="3295"/>
                                  </p:stCondLst>
                                  <p:childTnLst>
                                    <p:animEffect transition="in" filter="fade">
                                      <p:cBhvr>
                                        <p:cTn id="330" dur="124"/>
                                        <p:tgtEl>
                                          <p:spTgt spid="14052"/>
                                        </p:tgtEl>
                                      </p:cBhvr>
                                    </p:animEffect>
                                    <p:set>
                                      <p:cBhvr>
                                        <p:cTn id="331" dur="1" fill="hold">
                                          <p:stCondLst>
                                            <p:cond delay="0"/>
                                          </p:stCondLst>
                                        </p:cTn>
                                        <p:tgtEl>
                                          <p:spTgt spid="14052"/>
                                        </p:tgtEl>
                                        <p:attrNameLst>
                                          <p:attrName>style.visibility</p:attrName>
                                        </p:attrNameLst>
                                      </p:cBhvr>
                                      <p:to>
                                        <p:strVal val="visible"/>
                                      </p:to>
                                    </p:set>
                                  </p:childTnLst>
                                </p:cTn>
                              </p:par>
                              <p:par>
                                <p:cTn id="332" presetID="10" presetClass="entr" presetSubtype="0" fill="hold" nodeType="withEffect">
                                  <p:stCondLst>
                                    <p:cond delay="3295"/>
                                  </p:stCondLst>
                                  <p:childTnLst>
                                    <p:animEffect transition="in" filter="fade">
                                      <p:cBhvr>
                                        <p:cTn id="333" dur="124"/>
                                        <p:tgtEl>
                                          <p:spTgt spid="14053"/>
                                        </p:tgtEl>
                                      </p:cBhvr>
                                    </p:animEffect>
                                    <p:set>
                                      <p:cBhvr>
                                        <p:cTn id="334" dur="1" fill="hold">
                                          <p:stCondLst>
                                            <p:cond delay="0"/>
                                          </p:stCondLst>
                                        </p:cTn>
                                        <p:tgtEl>
                                          <p:spTgt spid="14053"/>
                                        </p:tgtEl>
                                        <p:attrNameLst>
                                          <p:attrName>style.visibility</p:attrName>
                                        </p:attrNameLst>
                                      </p:cBhvr>
                                      <p:to>
                                        <p:strVal val="visible"/>
                                      </p:to>
                                    </p:set>
                                  </p:childTnLst>
                                </p:cTn>
                              </p:par>
                              <p:par>
                                <p:cTn id="335" presetID="10" presetClass="entr" presetSubtype="0" fill="hold" nodeType="withEffect">
                                  <p:stCondLst>
                                    <p:cond delay="3295"/>
                                  </p:stCondLst>
                                  <p:childTnLst>
                                    <p:animEffect transition="in" filter="fade">
                                      <p:cBhvr>
                                        <p:cTn id="336" dur="124"/>
                                        <p:tgtEl>
                                          <p:spTgt spid="14054"/>
                                        </p:tgtEl>
                                      </p:cBhvr>
                                    </p:animEffect>
                                    <p:set>
                                      <p:cBhvr>
                                        <p:cTn id="337" dur="1" fill="hold">
                                          <p:stCondLst>
                                            <p:cond delay="0"/>
                                          </p:stCondLst>
                                        </p:cTn>
                                        <p:tgtEl>
                                          <p:spTgt spid="14054"/>
                                        </p:tgtEl>
                                        <p:attrNameLst>
                                          <p:attrName>style.visibility</p:attrName>
                                        </p:attrNameLst>
                                      </p:cBhvr>
                                      <p:to>
                                        <p:strVal val="visible"/>
                                      </p:to>
                                    </p:set>
                                  </p:childTnLst>
                                </p:cTn>
                              </p:par>
                              <p:par>
                                <p:cTn id="338" presetID="10" presetClass="entr" presetSubtype="0" fill="hold" nodeType="withEffect">
                                  <p:stCondLst>
                                    <p:cond delay="3295"/>
                                  </p:stCondLst>
                                  <p:childTnLst>
                                    <p:animEffect transition="in" filter="fade">
                                      <p:cBhvr>
                                        <p:cTn id="339" dur="124"/>
                                        <p:tgtEl>
                                          <p:spTgt spid="14055"/>
                                        </p:tgtEl>
                                      </p:cBhvr>
                                    </p:animEffect>
                                    <p:set>
                                      <p:cBhvr>
                                        <p:cTn id="340" dur="1" fill="hold">
                                          <p:stCondLst>
                                            <p:cond delay="0"/>
                                          </p:stCondLst>
                                        </p:cTn>
                                        <p:tgtEl>
                                          <p:spTgt spid="14055"/>
                                        </p:tgtEl>
                                        <p:attrNameLst>
                                          <p:attrName>style.visibility</p:attrName>
                                        </p:attrNameLst>
                                      </p:cBhvr>
                                      <p:to>
                                        <p:strVal val="visible"/>
                                      </p:to>
                                    </p:set>
                                  </p:childTnLst>
                                </p:cTn>
                              </p:par>
                              <p:par>
                                <p:cTn id="341" presetID="10" presetClass="entr" presetSubtype="0" fill="hold" nodeType="withEffect">
                                  <p:stCondLst>
                                    <p:cond delay="3295"/>
                                  </p:stCondLst>
                                  <p:childTnLst>
                                    <p:animEffect transition="in" filter="fade">
                                      <p:cBhvr>
                                        <p:cTn id="342" dur="124"/>
                                        <p:tgtEl>
                                          <p:spTgt spid="14056"/>
                                        </p:tgtEl>
                                      </p:cBhvr>
                                    </p:animEffect>
                                    <p:set>
                                      <p:cBhvr>
                                        <p:cTn id="343" dur="1" fill="hold">
                                          <p:stCondLst>
                                            <p:cond delay="0"/>
                                          </p:stCondLst>
                                        </p:cTn>
                                        <p:tgtEl>
                                          <p:spTgt spid="14056"/>
                                        </p:tgtEl>
                                        <p:attrNameLst>
                                          <p:attrName>style.visibility</p:attrName>
                                        </p:attrNameLst>
                                      </p:cBhvr>
                                      <p:to>
                                        <p:strVal val="visible"/>
                                      </p:to>
                                    </p:set>
                                  </p:childTnLst>
                                </p:cTn>
                              </p:par>
                              <p:par>
                                <p:cTn id="344" presetID="10" presetClass="entr" presetSubtype="0" fill="hold" nodeType="withEffect">
                                  <p:stCondLst>
                                    <p:cond delay="3295"/>
                                  </p:stCondLst>
                                  <p:childTnLst>
                                    <p:animEffect transition="in" filter="fade">
                                      <p:cBhvr>
                                        <p:cTn id="345" dur="124"/>
                                        <p:tgtEl>
                                          <p:spTgt spid="14057"/>
                                        </p:tgtEl>
                                      </p:cBhvr>
                                    </p:animEffect>
                                    <p:set>
                                      <p:cBhvr>
                                        <p:cTn id="346" dur="1" fill="hold">
                                          <p:stCondLst>
                                            <p:cond delay="0"/>
                                          </p:stCondLst>
                                        </p:cTn>
                                        <p:tgtEl>
                                          <p:spTgt spid="14057"/>
                                        </p:tgtEl>
                                        <p:attrNameLst>
                                          <p:attrName>style.visibility</p:attrName>
                                        </p:attrNameLst>
                                      </p:cBhvr>
                                      <p:to>
                                        <p:strVal val="visible"/>
                                      </p:to>
                                    </p:set>
                                  </p:childTnLst>
                                </p:cTn>
                              </p:par>
                              <p:par>
                                <p:cTn id="347" presetID="10" presetClass="exit" presetSubtype="0" fill="hold" nodeType="withEffect">
                                  <p:stCondLst>
                                    <p:cond delay="3876"/>
                                  </p:stCondLst>
                                  <p:childTnLst>
                                    <p:animEffect transition="out" filter="fade">
                                      <p:cBhvr>
                                        <p:cTn id="348" dur="104"/>
                                        <p:tgtEl>
                                          <p:spTgt spid="14048"/>
                                        </p:tgtEl>
                                      </p:cBhvr>
                                    </p:animEffect>
                                    <p:set>
                                      <p:cBhvr>
                                        <p:cTn id="349" dur="1" fill="hold">
                                          <p:stCondLst>
                                            <p:cond delay="103"/>
                                          </p:stCondLst>
                                        </p:cTn>
                                        <p:tgtEl>
                                          <p:spTgt spid="14048"/>
                                        </p:tgtEl>
                                        <p:attrNameLst>
                                          <p:attrName>style.visibility</p:attrName>
                                        </p:attrNameLst>
                                      </p:cBhvr>
                                      <p:to>
                                        <p:strVal val="hidden"/>
                                      </p:to>
                                    </p:set>
                                  </p:childTnLst>
                                </p:cTn>
                              </p:par>
                              <p:par>
                                <p:cTn id="350" presetID="10" presetClass="exit" presetSubtype="0" fill="hold" nodeType="withEffect">
                                  <p:stCondLst>
                                    <p:cond delay="3689"/>
                                  </p:stCondLst>
                                  <p:childTnLst>
                                    <p:animEffect transition="out" filter="fade">
                                      <p:cBhvr>
                                        <p:cTn id="351" dur="104"/>
                                        <p:tgtEl>
                                          <p:spTgt spid="14049"/>
                                        </p:tgtEl>
                                      </p:cBhvr>
                                    </p:animEffect>
                                    <p:set>
                                      <p:cBhvr>
                                        <p:cTn id="352" dur="1" fill="hold">
                                          <p:stCondLst>
                                            <p:cond delay="103"/>
                                          </p:stCondLst>
                                        </p:cTn>
                                        <p:tgtEl>
                                          <p:spTgt spid="14049"/>
                                        </p:tgtEl>
                                        <p:attrNameLst>
                                          <p:attrName>style.visibility</p:attrName>
                                        </p:attrNameLst>
                                      </p:cBhvr>
                                      <p:to>
                                        <p:strVal val="hidden"/>
                                      </p:to>
                                    </p:set>
                                  </p:childTnLst>
                                </p:cTn>
                              </p:par>
                              <p:par>
                                <p:cTn id="353" presetID="10" presetClass="exit" presetSubtype="0" fill="hold" nodeType="withEffect">
                                  <p:stCondLst>
                                    <p:cond delay="3689"/>
                                  </p:stCondLst>
                                  <p:childTnLst>
                                    <p:animEffect transition="out" filter="fade">
                                      <p:cBhvr>
                                        <p:cTn id="354" dur="104"/>
                                        <p:tgtEl>
                                          <p:spTgt spid="14050"/>
                                        </p:tgtEl>
                                      </p:cBhvr>
                                    </p:animEffect>
                                    <p:set>
                                      <p:cBhvr>
                                        <p:cTn id="355" dur="1" fill="hold">
                                          <p:stCondLst>
                                            <p:cond delay="103"/>
                                          </p:stCondLst>
                                        </p:cTn>
                                        <p:tgtEl>
                                          <p:spTgt spid="14050"/>
                                        </p:tgtEl>
                                        <p:attrNameLst>
                                          <p:attrName>style.visibility</p:attrName>
                                        </p:attrNameLst>
                                      </p:cBhvr>
                                      <p:to>
                                        <p:strVal val="hidden"/>
                                      </p:to>
                                    </p:set>
                                  </p:childTnLst>
                                </p:cTn>
                              </p:par>
                              <p:par>
                                <p:cTn id="356" presetID="10" presetClass="exit" presetSubtype="0" fill="hold" nodeType="withEffect">
                                  <p:stCondLst>
                                    <p:cond delay="3689"/>
                                  </p:stCondLst>
                                  <p:childTnLst>
                                    <p:animEffect transition="out" filter="fade">
                                      <p:cBhvr>
                                        <p:cTn id="357" dur="104"/>
                                        <p:tgtEl>
                                          <p:spTgt spid="14051"/>
                                        </p:tgtEl>
                                      </p:cBhvr>
                                    </p:animEffect>
                                    <p:set>
                                      <p:cBhvr>
                                        <p:cTn id="358" dur="1" fill="hold">
                                          <p:stCondLst>
                                            <p:cond delay="103"/>
                                          </p:stCondLst>
                                        </p:cTn>
                                        <p:tgtEl>
                                          <p:spTgt spid="14051"/>
                                        </p:tgtEl>
                                        <p:attrNameLst>
                                          <p:attrName>style.visibility</p:attrName>
                                        </p:attrNameLst>
                                      </p:cBhvr>
                                      <p:to>
                                        <p:strVal val="hidden"/>
                                      </p:to>
                                    </p:set>
                                  </p:childTnLst>
                                </p:cTn>
                              </p:par>
                              <p:par>
                                <p:cTn id="359" presetID="10" presetClass="exit" presetSubtype="0" fill="hold" nodeType="withEffect">
                                  <p:stCondLst>
                                    <p:cond delay="3876"/>
                                  </p:stCondLst>
                                  <p:childTnLst>
                                    <p:animEffect transition="out" filter="fade">
                                      <p:cBhvr>
                                        <p:cTn id="360" dur="104"/>
                                        <p:tgtEl>
                                          <p:spTgt spid="14052"/>
                                        </p:tgtEl>
                                      </p:cBhvr>
                                    </p:animEffect>
                                    <p:set>
                                      <p:cBhvr>
                                        <p:cTn id="361" dur="1" fill="hold">
                                          <p:stCondLst>
                                            <p:cond delay="103"/>
                                          </p:stCondLst>
                                        </p:cTn>
                                        <p:tgtEl>
                                          <p:spTgt spid="14052"/>
                                        </p:tgtEl>
                                        <p:attrNameLst>
                                          <p:attrName>style.visibility</p:attrName>
                                        </p:attrNameLst>
                                      </p:cBhvr>
                                      <p:to>
                                        <p:strVal val="hidden"/>
                                      </p:to>
                                    </p:set>
                                  </p:childTnLst>
                                </p:cTn>
                              </p:par>
                              <p:par>
                                <p:cTn id="362" presetID="10" presetClass="exit" presetSubtype="0" fill="hold" nodeType="withEffect">
                                  <p:stCondLst>
                                    <p:cond delay="3876"/>
                                  </p:stCondLst>
                                  <p:childTnLst>
                                    <p:animEffect transition="out" filter="fade">
                                      <p:cBhvr>
                                        <p:cTn id="363" dur="104"/>
                                        <p:tgtEl>
                                          <p:spTgt spid="14053"/>
                                        </p:tgtEl>
                                      </p:cBhvr>
                                    </p:animEffect>
                                    <p:set>
                                      <p:cBhvr>
                                        <p:cTn id="364" dur="1" fill="hold">
                                          <p:stCondLst>
                                            <p:cond delay="103"/>
                                          </p:stCondLst>
                                        </p:cTn>
                                        <p:tgtEl>
                                          <p:spTgt spid="14053"/>
                                        </p:tgtEl>
                                        <p:attrNameLst>
                                          <p:attrName>style.visibility</p:attrName>
                                        </p:attrNameLst>
                                      </p:cBhvr>
                                      <p:to>
                                        <p:strVal val="hidden"/>
                                      </p:to>
                                    </p:set>
                                  </p:childTnLst>
                                </p:cTn>
                              </p:par>
                              <p:par>
                                <p:cTn id="365" presetID="10" presetClass="exit" presetSubtype="0" fill="hold" nodeType="withEffect">
                                  <p:stCondLst>
                                    <p:cond delay="3876"/>
                                  </p:stCondLst>
                                  <p:childTnLst>
                                    <p:animEffect transition="out" filter="fade">
                                      <p:cBhvr>
                                        <p:cTn id="366" dur="104"/>
                                        <p:tgtEl>
                                          <p:spTgt spid="14054"/>
                                        </p:tgtEl>
                                      </p:cBhvr>
                                    </p:animEffect>
                                    <p:set>
                                      <p:cBhvr>
                                        <p:cTn id="367" dur="1" fill="hold">
                                          <p:stCondLst>
                                            <p:cond delay="103"/>
                                          </p:stCondLst>
                                        </p:cTn>
                                        <p:tgtEl>
                                          <p:spTgt spid="14054"/>
                                        </p:tgtEl>
                                        <p:attrNameLst>
                                          <p:attrName>style.visibility</p:attrName>
                                        </p:attrNameLst>
                                      </p:cBhvr>
                                      <p:to>
                                        <p:strVal val="hidden"/>
                                      </p:to>
                                    </p:set>
                                  </p:childTnLst>
                                </p:cTn>
                              </p:par>
                              <p:par>
                                <p:cTn id="368" presetID="10" presetClass="exit" presetSubtype="0" fill="hold" nodeType="withEffect">
                                  <p:stCondLst>
                                    <p:cond delay="3876"/>
                                  </p:stCondLst>
                                  <p:childTnLst>
                                    <p:animEffect transition="out" filter="fade">
                                      <p:cBhvr>
                                        <p:cTn id="369" dur="104"/>
                                        <p:tgtEl>
                                          <p:spTgt spid="14055"/>
                                        </p:tgtEl>
                                      </p:cBhvr>
                                    </p:animEffect>
                                    <p:set>
                                      <p:cBhvr>
                                        <p:cTn id="370" dur="1" fill="hold">
                                          <p:stCondLst>
                                            <p:cond delay="103"/>
                                          </p:stCondLst>
                                        </p:cTn>
                                        <p:tgtEl>
                                          <p:spTgt spid="14055"/>
                                        </p:tgtEl>
                                        <p:attrNameLst>
                                          <p:attrName>style.visibility</p:attrName>
                                        </p:attrNameLst>
                                      </p:cBhvr>
                                      <p:to>
                                        <p:strVal val="hidden"/>
                                      </p:to>
                                    </p:set>
                                  </p:childTnLst>
                                </p:cTn>
                              </p:par>
                              <p:par>
                                <p:cTn id="371" presetID="10" presetClass="exit" presetSubtype="0" fill="hold" nodeType="withEffect">
                                  <p:stCondLst>
                                    <p:cond delay="3876"/>
                                  </p:stCondLst>
                                  <p:childTnLst>
                                    <p:animEffect transition="out" filter="fade">
                                      <p:cBhvr>
                                        <p:cTn id="372" dur="104"/>
                                        <p:tgtEl>
                                          <p:spTgt spid="14056"/>
                                        </p:tgtEl>
                                      </p:cBhvr>
                                    </p:animEffect>
                                    <p:set>
                                      <p:cBhvr>
                                        <p:cTn id="373" dur="1" fill="hold">
                                          <p:stCondLst>
                                            <p:cond delay="103"/>
                                          </p:stCondLst>
                                        </p:cTn>
                                        <p:tgtEl>
                                          <p:spTgt spid="14056"/>
                                        </p:tgtEl>
                                        <p:attrNameLst>
                                          <p:attrName>style.visibility</p:attrName>
                                        </p:attrNameLst>
                                      </p:cBhvr>
                                      <p:to>
                                        <p:strVal val="hidden"/>
                                      </p:to>
                                    </p:set>
                                  </p:childTnLst>
                                </p:cTn>
                              </p:par>
                              <p:par>
                                <p:cTn id="374" presetID="10" presetClass="exit" presetSubtype="0" fill="hold" nodeType="withEffect">
                                  <p:stCondLst>
                                    <p:cond delay="3876"/>
                                  </p:stCondLst>
                                  <p:childTnLst>
                                    <p:animEffect transition="out" filter="fade">
                                      <p:cBhvr>
                                        <p:cTn id="375" dur="104"/>
                                        <p:tgtEl>
                                          <p:spTgt spid="14057"/>
                                        </p:tgtEl>
                                      </p:cBhvr>
                                    </p:animEffect>
                                    <p:set>
                                      <p:cBhvr>
                                        <p:cTn id="376" dur="1" fill="hold">
                                          <p:stCondLst>
                                            <p:cond delay="103"/>
                                          </p:stCondLst>
                                        </p:cTn>
                                        <p:tgtEl>
                                          <p:spTgt spid="14057"/>
                                        </p:tgtEl>
                                        <p:attrNameLst>
                                          <p:attrName>style.visibility</p:attrName>
                                        </p:attrNameLst>
                                      </p:cBhvr>
                                      <p:to>
                                        <p:strVal val="hidden"/>
                                      </p:to>
                                    </p:set>
                                  </p:childTnLst>
                                </p:cTn>
                              </p:par>
                              <p:par>
                                <p:cTn id="377" presetID="10" presetClass="entr" presetSubtype="0" fill="hold" nodeType="withEffect">
                                  <p:stCondLst>
                                    <p:cond delay="3876"/>
                                  </p:stCondLst>
                                  <p:childTnLst>
                                    <p:animEffect transition="in" filter="fade">
                                      <p:cBhvr>
                                        <p:cTn id="378" dur="124"/>
                                        <p:tgtEl>
                                          <p:spTgt spid="14059"/>
                                        </p:tgtEl>
                                      </p:cBhvr>
                                    </p:animEffect>
                                    <p:set>
                                      <p:cBhvr>
                                        <p:cTn id="379" dur="1" fill="hold">
                                          <p:stCondLst>
                                            <p:cond delay="0"/>
                                          </p:stCondLst>
                                        </p:cTn>
                                        <p:tgtEl>
                                          <p:spTgt spid="14059"/>
                                        </p:tgtEl>
                                        <p:attrNameLst>
                                          <p:attrName>style.visibility</p:attrName>
                                        </p:attrNameLst>
                                      </p:cBhvr>
                                      <p:to>
                                        <p:strVal val="visible"/>
                                      </p:to>
                                    </p:set>
                                  </p:childTnLst>
                                </p:cTn>
                              </p:par>
                              <p:par>
                                <p:cTn id="380" presetID="10" presetClass="entr" presetSubtype="0" fill="hold" nodeType="withEffect">
                                  <p:stCondLst>
                                    <p:cond delay="3876"/>
                                  </p:stCondLst>
                                  <p:childTnLst>
                                    <p:animEffect transition="in" filter="fade">
                                      <p:cBhvr>
                                        <p:cTn id="381" dur="124"/>
                                        <p:tgtEl>
                                          <p:spTgt spid="14060"/>
                                        </p:tgtEl>
                                      </p:cBhvr>
                                    </p:animEffect>
                                    <p:set>
                                      <p:cBhvr>
                                        <p:cTn id="382" dur="1" fill="hold">
                                          <p:stCondLst>
                                            <p:cond delay="0"/>
                                          </p:stCondLst>
                                        </p:cTn>
                                        <p:tgtEl>
                                          <p:spTgt spid="14060"/>
                                        </p:tgtEl>
                                        <p:attrNameLst>
                                          <p:attrName>style.visibility</p:attrName>
                                        </p:attrNameLst>
                                      </p:cBhvr>
                                      <p:to>
                                        <p:strVal val="visible"/>
                                      </p:to>
                                    </p:set>
                                  </p:childTnLst>
                                </p:cTn>
                              </p:par>
                              <p:par>
                                <p:cTn id="383" presetID="10" presetClass="entr" presetSubtype="0" fill="hold" nodeType="withEffect">
                                  <p:stCondLst>
                                    <p:cond delay="3876"/>
                                  </p:stCondLst>
                                  <p:childTnLst>
                                    <p:animEffect transition="in" filter="fade">
                                      <p:cBhvr>
                                        <p:cTn id="384" dur="124"/>
                                        <p:tgtEl>
                                          <p:spTgt spid="14061"/>
                                        </p:tgtEl>
                                      </p:cBhvr>
                                    </p:animEffect>
                                    <p:set>
                                      <p:cBhvr>
                                        <p:cTn id="385" dur="1" fill="hold">
                                          <p:stCondLst>
                                            <p:cond delay="0"/>
                                          </p:stCondLst>
                                        </p:cTn>
                                        <p:tgtEl>
                                          <p:spTgt spid="14061"/>
                                        </p:tgtEl>
                                        <p:attrNameLst>
                                          <p:attrName>style.visibility</p:attrName>
                                        </p:attrNameLst>
                                      </p:cBhvr>
                                      <p:to>
                                        <p:strVal val="visible"/>
                                      </p:to>
                                    </p:set>
                                  </p:childTnLst>
                                </p:cTn>
                              </p:par>
                              <p:par>
                                <p:cTn id="386" presetID="10" presetClass="entr" presetSubtype="0" fill="hold" nodeType="withEffect">
                                  <p:stCondLst>
                                    <p:cond delay="3876"/>
                                  </p:stCondLst>
                                  <p:childTnLst>
                                    <p:animEffect transition="in" filter="fade">
                                      <p:cBhvr>
                                        <p:cTn id="387" dur="124"/>
                                        <p:tgtEl>
                                          <p:spTgt spid="14062"/>
                                        </p:tgtEl>
                                      </p:cBhvr>
                                    </p:animEffect>
                                    <p:set>
                                      <p:cBhvr>
                                        <p:cTn id="388" dur="1" fill="hold">
                                          <p:stCondLst>
                                            <p:cond delay="0"/>
                                          </p:stCondLst>
                                        </p:cTn>
                                        <p:tgtEl>
                                          <p:spTgt spid="14062"/>
                                        </p:tgtEl>
                                        <p:attrNameLst>
                                          <p:attrName>style.visibility</p:attrName>
                                        </p:attrNameLst>
                                      </p:cBhvr>
                                      <p:to>
                                        <p:strVal val="visible"/>
                                      </p:to>
                                    </p:set>
                                  </p:childTnLst>
                                </p:cTn>
                              </p:par>
                              <p:par>
                                <p:cTn id="389" presetID="10" presetClass="entr" presetSubtype="0" fill="hold" nodeType="withEffect">
                                  <p:stCondLst>
                                    <p:cond delay="3876"/>
                                  </p:stCondLst>
                                  <p:childTnLst>
                                    <p:animEffect transition="in" filter="fade">
                                      <p:cBhvr>
                                        <p:cTn id="390" dur="124"/>
                                        <p:tgtEl>
                                          <p:spTgt spid="14063"/>
                                        </p:tgtEl>
                                      </p:cBhvr>
                                    </p:animEffect>
                                    <p:set>
                                      <p:cBhvr>
                                        <p:cTn id="391" dur="1" fill="hold">
                                          <p:stCondLst>
                                            <p:cond delay="0"/>
                                          </p:stCondLst>
                                        </p:cTn>
                                        <p:tgtEl>
                                          <p:spTgt spid="14063"/>
                                        </p:tgtEl>
                                        <p:attrNameLst>
                                          <p:attrName>style.visibility</p:attrName>
                                        </p:attrNameLst>
                                      </p:cBhvr>
                                      <p:to>
                                        <p:strVal val="visible"/>
                                      </p:to>
                                    </p:set>
                                  </p:childTnLst>
                                </p:cTn>
                              </p:par>
                              <p:par>
                                <p:cTn id="392" presetID="10" presetClass="entr" presetSubtype="0" fill="hold" nodeType="withEffect">
                                  <p:stCondLst>
                                    <p:cond delay="3876"/>
                                  </p:stCondLst>
                                  <p:childTnLst>
                                    <p:animEffect transition="in" filter="fade">
                                      <p:cBhvr>
                                        <p:cTn id="393" dur="124"/>
                                        <p:tgtEl>
                                          <p:spTgt spid="14064"/>
                                        </p:tgtEl>
                                      </p:cBhvr>
                                    </p:animEffect>
                                    <p:set>
                                      <p:cBhvr>
                                        <p:cTn id="394" dur="1" fill="hold">
                                          <p:stCondLst>
                                            <p:cond delay="0"/>
                                          </p:stCondLst>
                                        </p:cTn>
                                        <p:tgtEl>
                                          <p:spTgt spid="14064"/>
                                        </p:tgtEl>
                                        <p:attrNameLst>
                                          <p:attrName>style.visibility</p:attrName>
                                        </p:attrNameLst>
                                      </p:cBhvr>
                                      <p:to>
                                        <p:strVal val="visible"/>
                                      </p:to>
                                    </p:set>
                                  </p:childTnLst>
                                </p:cTn>
                              </p:par>
                              <p:par>
                                <p:cTn id="395" presetID="10" presetClass="entr" presetSubtype="0" fill="hold" nodeType="withEffect">
                                  <p:stCondLst>
                                    <p:cond delay="3876"/>
                                  </p:stCondLst>
                                  <p:childTnLst>
                                    <p:animEffect transition="in" filter="fade">
                                      <p:cBhvr>
                                        <p:cTn id="396" dur="124"/>
                                        <p:tgtEl>
                                          <p:spTgt spid="14065"/>
                                        </p:tgtEl>
                                      </p:cBhvr>
                                    </p:animEffect>
                                    <p:set>
                                      <p:cBhvr>
                                        <p:cTn id="397" dur="1" fill="hold">
                                          <p:stCondLst>
                                            <p:cond delay="0"/>
                                          </p:stCondLst>
                                        </p:cTn>
                                        <p:tgtEl>
                                          <p:spTgt spid="14065"/>
                                        </p:tgtEl>
                                        <p:attrNameLst>
                                          <p:attrName>style.visibility</p:attrName>
                                        </p:attrNameLst>
                                      </p:cBhvr>
                                      <p:to>
                                        <p:strVal val="visible"/>
                                      </p:to>
                                    </p:set>
                                  </p:childTnLst>
                                </p:cTn>
                              </p:par>
                              <p:par>
                                <p:cTn id="398" presetID="10" presetClass="entr" presetSubtype="0" fill="hold" nodeType="withEffect">
                                  <p:stCondLst>
                                    <p:cond delay="3876"/>
                                  </p:stCondLst>
                                  <p:childTnLst>
                                    <p:animEffect transition="in" filter="fade">
                                      <p:cBhvr>
                                        <p:cTn id="399" dur="124"/>
                                        <p:tgtEl>
                                          <p:spTgt spid="14066"/>
                                        </p:tgtEl>
                                      </p:cBhvr>
                                    </p:animEffect>
                                    <p:set>
                                      <p:cBhvr>
                                        <p:cTn id="400"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5709</TotalTime>
  <Words>8261</Words>
  <Application>Microsoft Office PowerPoint</Application>
  <PresentationFormat>On-screen Show (16:9)</PresentationFormat>
  <Paragraphs>1145</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56</cp:revision>
  <dcterms:created xsi:type="dcterms:W3CDTF">2019-11-27T15:26:32Z</dcterms:created>
  <dcterms:modified xsi:type="dcterms:W3CDTF">2026-09-27T21:41:22Z</dcterms:modified>
</cp:coreProperties>
</file>