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s>
</file>

<file path=ppt/slides/_rels/slide36.xml.rels><?xml version="1.0" encoding="UTF-8" standalone="yes"?>
<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fill="norm">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fill="norm">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z</m:t>
                  </m:r>
                </m:oMath>
              </m:oMathPara>
            </a14:m>
            <a:endParaRPr sz="1300"/>
          </a:p>
        </p:txBody>
      </p:sp>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w</m:t>
                  </m:r>
                </m:oMath>
              </m:oMathPara>
            </a14:m>
            <a:endParaRPr sz="1300"/>
          </a:p>
        </p:txBody>
      </p:sp>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0</a:t>
            </a:r>
            <a:endParaRPr sz="800"/>
          </a:p>
        </p:txBody>
      </p:sp>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β</m:t>
                  </m:r>
                  <m:r>
                    <m:rPr>
                      <m:sty m:val="i"/>
                    </m:rPr>
                    <a:rPr sz="1300">
                      <a:solidFill>
                        <a:srgbClr val="252529"/>
                      </a:solidFill>
                      <a:latin typeface="Cambria Math"/>
                    </a:rPr>
                    <m:t xml:space="preserve">z</m:t>
                  </m:r>
                </m:oMath>
              </m:oMathPara>
            </a14:m>
            <a:endParaRPr sz="1300"/>
          </a:p>
        </p:txBody>
      </p:sp>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α</m:t>
                  </m:r>
                  <m:r>
                    <m:rPr>
                      <m:sty m:val="i"/>
                    </m:rPr>
                    <a:rPr sz="1200">
                      <a:solidFill>
                        <a:srgbClr val="252529"/>
                      </a:solidFill>
                      <a:latin typeface="Cambria Math"/>
                    </a:rPr>
                    <m:t xml:space="preserve">z</m:t>
                  </m:r>
                  <m:r>
                    <m:rPr>
                      <m:sty m:val="i"/>
                    </m:rPr>
                    <a:rPr sz="1200">
                      <a:solidFill>
                        <a:srgbClr val="252529"/>
                      </a:solidFill>
                      <a:latin typeface="Cambria Math"/>
                    </a:rPr>
                    <m:t xml:space="preserve">=</m:t>
                  </m:r>
                  <m:r>
                    <m:rPr>
                      <m:sty m:val="i"/>
                    </m:rPr>
                    <a:rPr sz="1200">
                      <a:solidFill>
                        <a:srgbClr val="252529"/>
                      </a:solidFill>
                      <a:latin typeface="Cambria Math"/>
                    </a:rPr>
                    <m:t xml:space="preserve">0</m:t>
                  </m:r>
                </m:oMath>
              </m:oMathPara>
            </a14:m>
            <a:endParaRPr sz="1200"/>
          </a:p>
        </p:txBody>
      </p:sp>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252529"/>
                      </a:solidFill>
                      <a:latin typeface="Cambria Math"/>
                    </a:rPr>
                    <m:t xml:space="preserve">w</m:t>
                  </m:r>
                  <m:r>
                    <m:rPr>
                      <m:sty m:val="i"/>
                    </m:rPr>
                    <a:rPr sz="2200">
                      <a:solidFill>
                        <a:srgbClr val="252529"/>
                      </a:solidFill>
                      <a:latin typeface="Cambria Math"/>
                    </a:rPr>
                    <m:t xml:space="preserve">=</m:t>
                  </m:r>
                  <m:r>
                    <m:rPr>
                      <m:sty m:val="i"/>
                    </m:rPr>
                    <a:rPr sz="2200">
                      <a:solidFill>
                        <a:srgbClr val="252529"/>
                      </a:solidFill>
                      <a:latin typeface="Cambria Math"/>
                    </a:rPr>
                    <m:t xml:space="preserve">Δ</m:t>
                  </m:r>
                  <m:d>
                    <m:dPr>
                      <m:begChr m:val="("/>
                      <m:endChr m:val=")"/>
                      <m:ctrlPr>
                        <a:rPr sz="2200">
                          <a:solidFill>
                            <a:srgbClr val="252529"/>
                          </a:solidFill>
                          <a:latin typeface="Cambria Math"/>
                        </a:rPr>
                      </m:ctrlPr>
                    </m:dPr>
                    <m:e>
                      <m:r>
                        <m:rPr>
                          <m:sty m:val="i"/>
                        </m:rPr>
                        <a:rPr sz="2200">
                          <a:solidFill>
                            <a:srgbClr val="252529"/>
                          </a:solidFill>
                          <a:latin typeface="Cambria Math"/>
                        </a:rPr>
                        <m:t xml:space="preserve">z</m:t>
                      </m:r>
                    </m:e>
                  </m:d>
                </m:oMath>
              </m:oMathPara>
            </a14:m>
            <a:endParaRPr sz="2200"/>
          </a:p>
        </p:txBody>
      </p:sp>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1900">
                          <a:solidFill>
                            <a:srgbClr val="252529"/>
                          </a:solidFill>
                          <a:latin typeface="Cambria Math"/>
                        </a:rPr>
                      </m:ctrlPr>
                    </m:dPr>
                    <m:e>
                      <m:m>
                        <m:mPr>
                          <m:mcs>
                            <m:mc>
                              <m:mcPr>
                                <m:count m:val="1"/>
                                <m:mcJc m:val="center"/>
                              </m:mcPr>
                            </m:mc>
                          </m:mcs>
                          <m:ctrlPr>
                            <a:rPr sz="1900">
                              <a:solidFill>
                                <a:srgbClr val="252529"/>
                              </a:solidFill>
                              <a:latin typeface="Cambria Math"/>
                            </a:rPr>
                          </m:ctrlPr>
                        </m:mPr>
                        <m:mr>
                          <m:e>
                            <m:acc>
                              <m:accPr>
                                <m:chr m:val="̃"/>
                                <m:ctrlPr>
                                  <a:rPr sz="1900">
                                    <a:solidFill>
                                      <a:srgbClr val="252529"/>
                                    </a:solidFill>
                                    <a:latin typeface="Cambria Math"/>
                                  </a:rPr>
                                </m:ctrlPr>
                              </m:accPr>
                              <m:e>
                                <m:r>
                                  <m:rPr>
                                    <m:sty m:val="i"/>
                                  </m:rPr>
                                  <a:rPr sz="1900">
                                    <a:solidFill>
                                      <a:srgbClr val="252529"/>
                                    </a:solidFill>
                                    <a:latin typeface="Cambria Math"/>
                                  </a:rPr>
                                  <m:t xml:space="preserve">z</m:t>
                                </m:r>
                              </m:e>
                            </m:acc>
                          </m:e>
                        </m:mr>
                        <m:mr>
                          <m:e>
                            <m:acc>
                              <m:accPr>
                                <m:chr m:val="̃"/>
                                <m:ctrlPr>
                                  <a:rPr sz="1900">
                                    <a:solidFill>
                                      <a:srgbClr val="252529"/>
                                    </a:solidFill>
                                    <a:latin typeface="Cambria Math"/>
                                  </a:rPr>
                                </m:ctrlPr>
                              </m:accPr>
                              <m:e>
                                <m:r>
                                  <m:rPr>
                                    <m:sty m:val="i"/>
                                  </m:rPr>
                                  <a:rPr sz="1900">
                                    <a:solidFill>
                                      <a:srgbClr val="252529"/>
                                    </a:solidFill>
                                    <a:latin typeface="Cambria Math"/>
                                  </a:rPr>
                                  <m:t xml:space="preserve">w</m:t>
                                </m:r>
                              </m:e>
                            </m:acc>
                          </m:e>
                        </m:mr>
                      </m:m>
                    </m:e>
                  </m:d>
                  <m:r>
                    <m:rPr>
                      <m:sty m:val="i"/>
                    </m:rPr>
                    <a:rPr sz="1900">
                      <a:solidFill>
                        <a:srgbClr val="252529"/>
                      </a:solidFill>
                      <a:latin typeface="Cambria Math"/>
                    </a:rPr>
                    <m:t xml:space="preserve">=</m:t>
                  </m:r>
                  <m:r>
                    <m:rPr>
                      <m:sty m:val="i"/>
                    </m:rPr>
                    <a:rPr sz="1900">
                      <a:solidFill>
                        <a:srgbClr val="252529"/>
                      </a:solidFill>
                      <a:latin typeface="Cambria Math"/>
                    </a:rPr>
                    <m:t xml:space="preserve">Θ</m:t>
                  </m:r>
                  <m:d>
                    <m:dPr>
                      <m:begChr m:val="["/>
                      <m:endChr m:val="]"/>
                      <m:ctrlPr>
                        <a:rPr sz="1900">
                          <a:solidFill>
                            <a:srgbClr val="252529"/>
                          </a:solidFill>
                          <a:latin typeface="Cambria Math"/>
                        </a:rPr>
                      </m:ctrlPr>
                    </m:dPr>
                    <m:e>
                      <m:m>
                        <m:mPr>
                          <m:mcs>
                            <m:mc>
                              <m:mcPr>
                                <m:count m:val="1"/>
                                <m:mcJc m:val="center"/>
                              </m:mcPr>
                            </m:mc>
                          </m:mcs>
                          <m:ctrlPr>
                            <a:rPr sz="1900">
                              <a:solidFill>
                                <a:srgbClr val="252529"/>
                              </a:solidFill>
                              <a:latin typeface="Cambria Math"/>
                            </a:rPr>
                          </m:ctrlPr>
                        </m:mPr>
                        <m:mr>
                          <m:e>
                            <m:r>
                              <m:rPr>
                                <m:sty m:val="i"/>
                              </m:rPr>
                              <a:rPr sz="1900">
                                <a:solidFill>
                                  <a:srgbClr val="252529"/>
                                </a:solidFill>
                                <a:latin typeface="Cambria Math"/>
                              </a:rPr>
                              <m:t xml:space="preserve">z</m:t>
                            </m:r>
                          </m:e>
                        </m:mr>
                        <m:mr>
                          <m:e>
                            <m:r>
                              <m:rPr>
                                <m:sty m:val="i"/>
                              </m:rPr>
                              <a:rPr sz="1900">
                                <a:solidFill>
                                  <a:srgbClr val="252529"/>
                                </a:solidFill>
                                <a:latin typeface="Cambria Math"/>
                              </a:rPr>
                              <m:t xml:space="preserve">w</m:t>
                            </m:r>
                          </m:e>
                        </m:mr>
                      </m:m>
                    </m:e>
                  </m:d>
                </m:oMath>
              </m:oMathPara>
            </a14:m>
            <a:endParaRPr sz="1900"/>
          </a:p>
        </p:txBody>
      </p:sp>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600">
                      <a:solidFill>
                        <a:srgbClr val="252529"/>
                      </a:solidFill>
                      <a:latin typeface="Cambria Math"/>
                    </a:rPr>
                    <m:t xml:space="preserve">α</m:t>
                  </m:r>
                  <m:r>
                    <m:rPr>
                      <m:sty m:val="i"/>
                    </m:rPr>
                    <a:rPr sz="1600">
                      <a:solidFill>
                        <a:srgbClr val="252529"/>
                      </a:solidFill>
                      <a:latin typeface="Cambria Math"/>
                    </a:rPr>
                    <m:t xml:space="preserve">=</m:t>
                  </m:r>
                  <m:r>
                    <m:rPr>
                      <m:sty m:val="i"/>
                    </m:rPr>
                    <a:rPr sz="1600">
                      <a:solidFill>
                        <a:srgbClr val="252529"/>
                      </a:solidFill>
                      <a:latin typeface="Cambria Math"/>
                    </a:rPr>
                    <m:t xml:space="preserve">0</m:t>
                  </m:r>
                  <m:r>
                    <m:rPr>
                      <m:sty m:val="i"/>
                    </m:rPr>
                    <a:rPr sz="1600">
                      <a:solidFill>
                        <a:srgbClr val="252529"/>
                      </a:solidFill>
                      <a:latin typeface="Cambria Math"/>
                    </a:rPr>
                    <m:t xml:space="preserve">,</m:t>
                  </m:r>
                  <m:r>
                    <m:rPr>
                      <m:sty m:val="i"/>
                    </m:rPr>
                    <a:rPr sz="1600">
                      <a:solidFill>
                        <a:srgbClr val="252529"/>
                      </a:solidFill>
                      <a:latin typeface="Cambria Math"/>
                    </a:rPr>
                    <m:t xml:space="preserve"> </m:t>
                  </m:r>
                  <m:r>
                    <m:rPr>
                      <m:sty m:val="i"/>
                    </m:rPr>
                    <a:rPr sz="1600">
                      <a:solidFill>
                        <a:srgbClr val="252529"/>
                      </a:solidFill>
                      <a:latin typeface="Cambria Math"/>
                    </a:rPr>
                    <m:t xml:space="preserve"> </m:t>
                  </m:r>
                  <m:r>
                    <m:rPr>
                      <m:sty m:val="i"/>
                    </m:rPr>
                    <a:rPr sz="1600">
                      <a:solidFill>
                        <a:srgbClr val="252529"/>
                      </a:solidFill>
                      <a:latin typeface="Cambria Math"/>
                    </a:rPr>
                    <m:t xml:space="preserve">β</m:t>
                  </m:r>
                  <m:r>
                    <m:rPr>
                      <m:sty m:val="i"/>
                    </m:rPr>
                    <a:rPr sz="1600">
                      <a:solidFill>
                        <a:srgbClr val="252529"/>
                      </a:solidFill>
                      <a:latin typeface="Cambria Math"/>
                    </a:rPr>
                    <m:t xml:space="preserve">≈</m:t>
                  </m:r>
                  <m:r>
                    <m:rPr>
                      <m:sty m:val="i"/>
                    </m:rPr>
                    <a:rPr sz="1600">
                      <a:solidFill>
                        <a:srgbClr val="252529"/>
                      </a:solidFill>
                      <a:latin typeface="Cambria Math"/>
                    </a:rPr>
                    <m:t xml:space="preserve">0</m:t>
                  </m:r>
                  <m:r>
                    <m:rPr>
                      <m:sty m:val="i"/>
                    </m:rPr>
                    <a:rPr sz="1600">
                      <a:solidFill>
                        <a:srgbClr val="252529"/>
                      </a:solidFill>
                      <a:latin typeface="Cambria Math"/>
                    </a:rPr>
                    <m:t xml:space="preserve">.</m:t>
                  </m:r>
                  <m:r>
                    <m:rPr>
                      <m:sty m:val="i"/>
                    </m:rPr>
                    <a:rPr sz="1600">
                      <a:solidFill>
                        <a:srgbClr val="252529"/>
                      </a:solidFill>
                      <a:latin typeface="Cambria Math"/>
                    </a:rPr>
                    <m:t xml:space="preserve">7</m:t>
                  </m:r>
                  <m:r>
                    <m:rPr>
                      <m:sty m:val="i"/>
                    </m:rPr>
                    <a:rPr sz="1600">
                      <a:solidFill>
                        <a:srgbClr val="252529"/>
                      </a:solidFill>
                      <a:latin typeface="Cambria Math"/>
                    </a:rPr>
                    <m:t xml:space="preserve">3</m:t>
                  </m:r>
                  <m:r>
                    <m:rPr>
                      <m:sty m:val="i"/>
                    </m:rPr>
                    <a:rPr sz="1600">
                      <a:solidFill>
                        <a:srgbClr val="252529"/>
                      </a:solidFill>
                      <a:latin typeface="Cambria Math"/>
                    </a:rPr>
                    <m:t xml:space="preserve">4</m:t>
                  </m:r>
                  <m:r>
                    <m:rPr>
                      <m:sty m:val="i"/>
                    </m:rPr>
                    <a:rPr sz="1600">
                      <a:solidFill>
                        <a:srgbClr val="252529"/>
                      </a:solidFill>
                      <a:latin typeface="Cambria Math"/>
                    </a:rPr>
                    <m:t xml:space="preserve">4</m:t>
                  </m:r>
                </m:oMath>
              </m:oMathPara>
            </a14:m>
            <a:endParaRPr sz="1600"/>
          </a:p>
        </p:txBody>
      </p:sp>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S</m:t>
                  </m:r>
                  <m:d>
                    <m:dPr>
                      <m:begChr m:val="("/>
                      <m:endChr m:val=")"/>
                      <m:ctrlPr>
                        <a:rPr sz="1800">
                          <a:solidFill>
                            <a:srgbClr val="252529"/>
                          </a:solidFill>
                          <a:latin typeface="Cambria Math"/>
                        </a:rPr>
                      </m:ctrlPr>
                    </m:dPr>
                    <m:e>
                      <m:r>
                        <m:rPr>
                          <m:sty m:val="i"/>
                        </m:rPr>
                        <a:rPr sz="1800">
                          <a:solidFill>
                            <a:srgbClr val="252529"/>
                          </a:solidFill>
                          <a:latin typeface="Cambria Math"/>
                        </a:rPr>
                        <m:t xml:space="preserve">q</m:t>
                      </m:r>
                    </m:e>
                  </m:d>
                  <m:r>
                    <m:rPr>
                      <m:sty m:val="i"/>
                    </m:rPr>
                    <a:rPr sz="1800">
                      <a:solidFill>
                        <a:srgbClr val="252529"/>
                      </a:solidFill>
                      <a:latin typeface="Cambria Math"/>
                    </a:rPr>
                    <m:t xml:space="preserve">=</m:t>
                  </m:r>
                  <m:f>
                    <m:fPr>
                      <m:ctrlPr>
                        <a:rPr sz="1800">
                          <a:solidFill>
                            <a:srgbClr val="252529"/>
                          </a:solidFill>
                          <a:latin typeface="Cambria Math"/>
                        </a:rPr>
                      </m:ctrlPr>
                    </m:fPr>
                    <m:num>
                      <m:r>
                        <m:rPr>
                          <m:sty m:val="i"/>
                        </m:rPr>
                        <a:rPr sz="1800">
                          <a:solidFill>
                            <a:srgbClr val="252529"/>
                          </a:solidFill>
                          <a:latin typeface="Cambria Math"/>
                        </a:rPr>
                        <m:t xml:space="preserve">M</m:t>
                      </m:r>
                    </m:num>
                    <m:den>
                      <m:r>
                        <m:rPr>
                          <m:sty m:val="i"/>
                        </m:rPr>
                        <a:rPr sz="1800">
                          <a:solidFill>
                            <a:srgbClr val="252529"/>
                          </a:solidFill>
                          <a:latin typeface="Cambria Math"/>
                        </a:rPr>
                        <m:t xml:space="preserve">2</m:t>
                      </m:r>
                    </m:den>
                  </m:f>
                  <m:d>
                    <m:dPr>
                      <m:begChr m:val="["/>
                      <m:endChr m:val="]"/>
                      <m:ctrlPr>
                        <a:rPr sz="1800">
                          <a:solidFill>
                            <a:srgbClr val="252529"/>
                          </a:solidFill>
                          <a:latin typeface="Cambria Math"/>
                        </a:rPr>
                      </m:ctrlPr>
                    </m:dPr>
                    <m:e>
                      <m:r>
                        <m:rPr>
                          <m:sty m:val="i"/>
                        </m:rPr>
                        <a:rPr sz="1800">
                          <a:solidFill>
                            <a:srgbClr val="252529"/>
                          </a:solidFill>
                          <a:latin typeface="Cambria Math"/>
                        </a:rPr>
                        <m:t xml:space="preserve">1</m:t>
                      </m:r>
                      <m:r>
                        <m:rPr>
                          <m:sty m:val="i"/>
                        </m:rPr>
                        <a:rPr sz="1800">
                          <a:solidFill>
                            <a:srgbClr val="252529"/>
                          </a:solidFill>
                          <a:latin typeface="Cambria Math"/>
                        </a:rPr>
                        <m:t xml:space="preserve">+</m:t>
                      </m:r>
                      <m:r>
                        <m:rPr>
                          <m:sty m:val="p"/>
                        </m:rPr>
                        <a:rPr sz="1800">
                          <a:solidFill>
                            <a:srgbClr val="252529"/>
                          </a:solidFill>
                          <a:latin typeface="Cambria Math"/>
                        </a:rPr>
                        <m:t xml:space="preserve">t</m:t>
                      </m:r>
                      <m:r>
                        <m:rPr>
                          <m:sty m:val="p"/>
                        </m:rPr>
                        <a:rPr sz="1800">
                          <a:solidFill>
                            <a:srgbClr val="252529"/>
                          </a:solidFill>
                          <a:latin typeface="Cambria Math"/>
                        </a:rPr>
                        <m:t xml:space="preserve">a</m:t>
                      </m:r>
                      <m:r>
                        <m:rPr>
                          <m:sty m:val="p"/>
                        </m:rPr>
                        <a:rPr sz="1800">
                          <a:solidFill>
                            <a:srgbClr val="252529"/>
                          </a:solidFill>
                          <a:latin typeface="Cambria Math"/>
                        </a:rPr>
                        <m:t xml:space="preserve">n</m:t>
                      </m:r>
                      <m:r>
                        <m:rPr>
                          <m:sty m:val="p"/>
                        </m:rPr>
                        <a:rPr sz="1800">
                          <a:solidFill>
                            <a:srgbClr val="252529"/>
                          </a:solidFill>
                          <a:latin typeface="Cambria Math"/>
                        </a:rPr>
                        <m:t xml:space="preserve">h</m:t>
                      </m:r>
                      <m:d>
                        <m:dPr>
                          <m:begChr m:val="("/>
                          <m:endChr m:val=")"/>
                          <m:ctrlPr>
                            <a:rPr sz="1800">
                              <a:solidFill>
                                <a:srgbClr val="252529"/>
                              </a:solidFill>
                              <a:latin typeface="Cambria Math"/>
                            </a:rPr>
                          </m:ctrlPr>
                        </m:dPr>
                        <m:e>
                          <m:f>
                            <m:fPr>
                              <m:ctrlPr>
                                <a:rPr sz="1800">
                                  <a:solidFill>
                                    <a:srgbClr val="252529"/>
                                  </a:solidFill>
                                  <a:latin typeface="Cambria Math"/>
                                </a:rPr>
                              </m:ctrlPr>
                            </m:fPr>
                            <m:num>
                              <m:r>
                                <m:rPr>
                                  <m:sty m:val="i"/>
                                </m:rPr>
                                <a:rPr sz="1800">
                                  <a:solidFill>
                                    <a:srgbClr val="252529"/>
                                  </a:solidFill>
                                  <a:latin typeface="Cambria Math"/>
                                </a:rPr>
                                <m:t xml:space="preserve">2</m:t>
                              </m:r>
                              <m:r>
                                <m:rPr>
                                  <m:sty m:val="i"/>
                                </m:rPr>
                                <a:rPr sz="1800">
                                  <a:solidFill>
                                    <a:srgbClr val="252529"/>
                                  </a:solidFill>
                                  <a:latin typeface="Cambria Math"/>
                                </a:rPr>
                                <m:t xml:space="preserve">q</m:t>
                              </m:r>
                            </m:num>
                            <m:den>
                              <m:r>
                                <m:rPr>
                                  <m:sty m:val="i"/>
                                </m:rPr>
                                <a:rPr sz="1800">
                                  <a:solidFill>
                                    <a:srgbClr val="252529"/>
                                  </a:solidFill>
                                  <a:latin typeface="Cambria Math"/>
                                </a:rPr>
                                <m:t xml:space="preserve">M</m:t>
                              </m:r>
                            </m:den>
                          </m:f>
                        </m:e>
                      </m:d>
                    </m:e>
                  </m:d>
                </m:oMath>
              </m:oMathPara>
            </a14:m>
            <a:endParaRPr sz="1800"/>
          </a:p>
        </p:txBody>
      </p:sp>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252529"/>
                      </a:solidFill>
                      <a:latin typeface="Cambria Math"/>
                    </a:rPr>
                    <m:t xml:space="preserve">Δ</m:t>
                  </m:r>
                  <m:d>
                    <m:dPr>
                      <m:begChr m:val="("/>
                      <m:endChr m:val=")"/>
                      <m:ctrlPr>
                        <a:rPr sz="1800">
                          <a:solidFill>
                            <a:srgbClr val="252529"/>
                          </a:solidFill>
                          <a:latin typeface="Cambria Math"/>
                        </a:rPr>
                      </m:ctrlPr>
                    </m:dPr>
                    <m:e>
                      <m:r>
                        <m:rPr>
                          <m:sty m:val="i"/>
                        </m:rPr>
                        <a:rPr sz="1800">
                          <a:solidFill>
                            <a:srgbClr val="252529"/>
                          </a:solidFill>
                          <a:latin typeface="Cambria Math"/>
                        </a:rPr>
                        <m:t xml:space="preserve">z</m:t>
                      </m:r>
                    </m:e>
                  </m:d>
                  <m:r>
                    <m:rPr>
                      <m:sty m:val="i"/>
                    </m:rPr>
                    <a:rPr sz="1800">
                      <a:solidFill>
                        <a:srgbClr val="252529"/>
                      </a:solidFill>
                      <a:latin typeface="Cambria Math"/>
                    </a:rPr>
                    <m:t xml:space="preserve">=</m:t>
                  </m:r>
                  <m:r>
                    <m:rPr>
                      <m:sty m:val="i"/>
                    </m:rPr>
                    <a:rPr sz="1800">
                      <a:solidFill>
                        <a:srgbClr val="252529"/>
                      </a:solidFill>
                      <a:latin typeface="Cambria Math"/>
                    </a:rPr>
                    <m:t xml:space="preserve">S</m:t>
                  </m:r>
                  <m:d>
                    <m:dPr>
                      <m:begChr m:val="("/>
                      <m:endChr m:val=")"/>
                      <m:ctrlPr>
                        <a:rPr sz="1800">
                          <a:solidFill>
                            <a:srgbClr val="252529"/>
                          </a:solidFill>
                          <a:latin typeface="Cambria Math"/>
                        </a:rPr>
                      </m:ctrlPr>
                    </m:dPr>
                    <m:e>
                      <m:sSup>
                        <m:sSupPr>
                          <m:ctrlPr>
                            <a:rPr sz="1800">
                              <a:solidFill>
                                <a:srgbClr val="252529"/>
                              </a:solidFill>
                              <a:latin typeface="Cambria Math"/>
                            </a:rPr>
                          </m:ctrlPr>
                        </m:sSupPr>
                        <m:e>
                          <m:r>
                            <m:rPr>
                              <m:sty m:val="i"/>
                            </m:rPr>
                            <a:rPr sz="1800">
                              <a:solidFill>
                                <a:srgbClr val="252529"/>
                              </a:solidFill>
                              <a:latin typeface="Cambria Math"/>
                            </a:rPr>
                            <m:t xml:space="preserve">z</m:t>
                          </m:r>
                        </m:e>
                        <m:sup>
                          <m:r>
                            <m:rPr>
                              <m:sty m:val="i"/>
                            </m:rPr>
                            <a:rPr sz="1800">
                              <a:solidFill>
                                <a:srgbClr val="252529"/>
                              </a:solidFill>
                              <a:latin typeface="Cambria Math"/>
                            </a:rPr>
                            <m:t xml:space="preserve">*</m:t>
                          </m:r>
                        </m:sup>
                      </m:sSup>
                      <m:r>
                        <m:rPr>
                          <m:sty m:val="i"/>
                        </m:rPr>
                        <a:rPr sz="1800">
                          <a:solidFill>
                            <a:srgbClr val="252529"/>
                          </a:solidFill>
                          <a:latin typeface="Cambria Math"/>
                        </a:rPr>
                        <m:t xml:space="preserve">+</m:t>
                      </m:r>
                      <m:r>
                        <m:rPr>
                          <m:sty m:val="i"/>
                        </m:rPr>
                        <a:rPr sz="1800">
                          <a:solidFill>
                            <a:srgbClr val="252529"/>
                          </a:solidFill>
                          <a:latin typeface="Cambria Math"/>
                        </a:rPr>
                        <m:t xml:space="preserve">z</m:t>
                      </m:r>
                    </m:e>
                  </m:d>
                  <m:r>
                    <m:rPr>
                      <m:sty m:val="i"/>
                    </m:rPr>
                    <a:rPr sz="1800">
                      <a:solidFill>
                        <a:srgbClr val="252529"/>
                      </a:solidFill>
                      <a:latin typeface="Cambria Math"/>
                    </a:rPr>
                    <m:t xml:space="preserve">−</m:t>
                  </m:r>
                  <m:r>
                    <m:rPr>
                      <m:sty m:val="i"/>
                    </m:rPr>
                    <a:rPr sz="1800">
                      <a:solidFill>
                        <a:srgbClr val="252529"/>
                      </a:solidFill>
                      <a:latin typeface="Cambria Math"/>
                    </a:rPr>
                    <m:t xml:space="preserve">S</m:t>
                  </m:r>
                  <m:d>
                    <m:dPr>
                      <m:begChr m:val="("/>
                      <m:endChr m:val=")"/>
                      <m:ctrlPr>
                        <a:rPr sz="1800">
                          <a:solidFill>
                            <a:srgbClr val="252529"/>
                          </a:solidFill>
                          <a:latin typeface="Cambria Math"/>
                        </a:rPr>
                      </m:ctrlPr>
                    </m:dPr>
                    <m:e>
                      <m:sSup>
                        <m:sSupPr>
                          <m:ctrlPr>
                            <a:rPr sz="1800">
                              <a:solidFill>
                                <a:srgbClr val="252529"/>
                              </a:solidFill>
                              <a:latin typeface="Cambria Math"/>
                            </a:rPr>
                          </m:ctrlPr>
                        </m:sSupPr>
                        <m:e>
                          <m:r>
                            <m:rPr>
                              <m:sty m:val="i"/>
                            </m:rPr>
                            <a:rPr sz="1800">
                              <a:solidFill>
                                <a:srgbClr val="252529"/>
                              </a:solidFill>
                              <a:latin typeface="Cambria Math"/>
                            </a:rPr>
                            <m:t xml:space="preserve">z</m:t>
                          </m:r>
                        </m:e>
                        <m:sup>
                          <m:r>
                            <m:rPr>
                              <m:sty m:val="i"/>
                            </m:rPr>
                            <a:rPr sz="1800">
                              <a:solidFill>
                                <a:srgbClr val="252529"/>
                              </a:solidFill>
                              <a:latin typeface="Cambria Math"/>
                            </a:rPr>
                            <m:t xml:space="preserve">*</m:t>
                          </m:r>
                        </m:sup>
                      </m:sSup>
                    </m:e>
                  </m:d>
                </m:oMath>
              </m:oMathPara>
            </a14:m>
            <a:endParaRPr sz="1800"/>
          </a:p>
        </p:txBody>
      </p:sp>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252529"/>
                      </a:solidFill>
                      <a:latin typeface="Cambria Math"/>
                    </a:rPr>
                    <m:t xml:space="preserve">M</m:t>
                  </m:r>
                  <m:r>
                    <m:rPr>
                      <m:sty m:val="i"/>
                    </m:rPr>
                    <a:rPr sz="1200">
                      <a:solidFill>
                        <a:srgbClr val="252529"/>
                      </a:solidFill>
                      <a:latin typeface="Cambria Math"/>
                    </a:rPr>
                    <m:t xml:space="preserve">=</m:t>
                  </m:r>
                  <m:r>
                    <m:rPr>
                      <m:sty m:val="i"/>
                    </m:rPr>
                    <a:rPr sz="1200">
                      <a:solidFill>
                        <a:srgbClr val="252529"/>
                      </a:solidFill>
                      <a:latin typeface="Cambria Math"/>
                    </a:rPr>
                    <m:t xml:space="preserve">3</m:t>
                  </m:r>
                  <m:r>
                    <m:rPr>
                      <m:sty m:val="i"/>
                    </m:rPr>
                    <a:rPr sz="1200">
                      <a:solidFill>
                        <a:srgbClr val="252529"/>
                      </a:solidFill>
                      <a:latin typeface="Cambria Math"/>
                    </a:rPr>
                    <m:t xml:space="preserve">0</m:t>
                  </m:r>
                  <m:r>
                    <m:rPr>
                      <m:sty m:val="i"/>
                    </m:rPr>
                    <a:rPr sz="1200">
                      <a:solidFill>
                        <a:srgbClr val="252529"/>
                      </a:solidFill>
                      <a:latin typeface="Cambria Math"/>
                    </a:rPr>
                    <m:t xml:space="preserve">0</m:t>
                  </m:r>
                  <m:r>
                    <m:rPr>
                      <m:sty m:val="i"/>
                    </m:rPr>
                    <a:rPr sz="1200">
                      <a:solidFill>
                        <a:srgbClr val="252529"/>
                      </a:solidFill>
                      <a:latin typeface="Cambria Math"/>
                    </a:rPr>
                    <m:t xml:space="preserve">,</m:t>
                  </m:r>
                  <m:r>
                    <m:rPr>
                      <m:sty m:val="i"/>
                    </m:rPr>
                    <a:rPr sz="1200">
                      <a:solidFill>
                        <a:srgbClr val="252529"/>
                      </a:solidFill>
                      <a:latin typeface="Cambria Math"/>
                    </a:rPr>
                    <m:t xml:space="preserve"> </m:t>
                  </m:r>
                  <m:r>
                    <m:rPr>
                      <m:sty m:val="i"/>
                    </m:rPr>
                    <a:rPr sz="1200">
                      <a:solidFill>
                        <a:srgbClr val="252529"/>
                      </a:solidFill>
                      <a:latin typeface="Cambria Math"/>
                    </a:rPr>
                    <m:t xml:space="preserve"> </m:t>
                  </m:r>
                  <m:sSup>
                    <m:sSupPr>
                      <m:ctrlPr>
                        <a:rPr sz="1200">
                          <a:solidFill>
                            <a:srgbClr val="252529"/>
                          </a:solidFill>
                          <a:latin typeface="Cambria Math"/>
                        </a:rPr>
                      </m:ctrlPr>
                    </m:sSupPr>
                    <m:e>
                      <m:r>
                        <m:rPr>
                          <m:sty m:val="i"/>
                        </m:rPr>
                        <a:rPr sz="1200">
                          <a:solidFill>
                            <a:srgbClr val="252529"/>
                          </a:solidFill>
                          <a:latin typeface="Cambria Math"/>
                        </a:rPr>
                        <m:t xml:space="preserve">z</m:t>
                      </m:r>
                    </m:e>
                    <m:sup>
                      <m:r>
                        <m:rPr>
                          <m:sty m:val="i"/>
                        </m:rPr>
                        <a:rPr sz="1200">
                          <a:solidFill>
                            <a:srgbClr val="252529"/>
                          </a:solidFill>
                          <a:latin typeface="Cambria Math"/>
                        </a:rPr>
                        <m:t xml:space="preserve">*</m:t>
                      </m:r>
                    </m:sup>
                  </m:sSup>
                  <m:r>
                    <m:rPr>
                      <m:sty m:val="i"/>
                    </m:rPr>
                    <a:rPr sz="1200">
                      <a:solidFill>
                        <a:srgbClr val="252529"/>
                      </a:solidFill>
                      <a:latin typeface="Cambria Math"/>
                    </a:rPr>
                    <m:t xml:space="preserve">≈</m:t>
                  </m:r>
                  <m:r>
                    <m:rPr>
                      <m:sty m:val="i"/>
                    </m:rPr>
                    <a:rPr sz="1200">
                      <a:solidFill>
                        <a:srgbClr val="252529"/>
                      </a:solidFill>
                      <a:latin typeface="Cambria Math"/>
                    </a:rPr>
                    <m:t xml:space="preserve">−</m:t>
                  </m:r>
                  <m:r>
                    <m:rPr>
                      <m:sty m:val="i"/>
                    </m:rPr>
                    <a:rPr sz="1200">
                      <a:solidFill>
                        <a:srgbClr val="252529"/>
                      </a:solidFill>
                      <a:latin typeface="Cambria Math"/>
                    </a:rPr>
                    <m:t xml:space="preserve">1</m:t>
                  </m:r>
                  <m:r>
                    <m:rPr>
                      <m:sty m:val="i"/>
                    </m:rPr>
                    <a:rPr sz="1200">
                      <a:solidFill>
                        <a:srgbClr val="252529"/>
                      </a:solidFill>
                      <a:latin typeface="Cambria Math"/>
                    </a:rPr>
                    <m:t xml:space="preserve">9</m:t>
                  </m:r>
                  <m:r>
                    <m:rPr>
                      <m:sty m:val="i"/>
                    </m:rPr>
                    <a:rPr sz="1200">
                      <a:solidFill>
                        <a:srgbClr val="252529"/>
                      </a:solidFill>
                      <a:latin typeface="Cambria Math"/>
                    </a:rPr>
                    <m:t xml:space="preserve">6</m:t>
                  </m:r>
                  <m:r>
                    <m:rPr>
                      <m:sty m:val="i"/>
                    </m:rPr>
                    <a:rPr sz="1200">
                      <a:solidFill>
                        <a:srgbClr val="252529"/>
                      </a:solidFill>
                      <a:latin typeface="Cambria Math"/>
                    </a:rPr>
                    <m:t xml:space="preserve">.</m:t>
                  </m:r>
                  <m:r>
                    <m:rPr>
                      <m:sty m:val="i"/>
                    </m:rPr>
                    <a:rPr sz="1200">
                      <a:solidFill>
                        <a:srgbClr val="252529"/>
                      </a:solidFill>
                      <a:latin typeface="Cambria Math"/>
                    </a:rPr>
                    <m:t xml:space="preserve">1</m:t>
                  </m:r>
                  <m:r>
                    <m:rPr>
                      <m:sty m:val="i"/>
                    </m:rPr>
                    <a:rPr sz="1200">
                      <a:solidFill>
                        <a:srgbClr val="252529"/>
                      </a:solidFill>
                      <a:latin typeface="Cambria Math"/>
                    </a:rPr>
                    <m:t xml:space="preserve">7</m:t>
                  </m:r>
                  <m:r>
                    <m:rPr>
                      <m:sty m:val="i"/>
                    </m:rPr>
                    <a:rPr sz="1200">
                      <a:solidFill>
                        <a:srgbClr val="252529"/>
                      </a:solidFill>
                      <a:latin typeface="Cambria Math"/>
                    </a:rPr>
                    <m:t xml:space="preserve">,</m:t>
                  </m:r>
                  <m:r>
                    <m:rPr>
                      <m:sty m:val="i"/>
                    </m:rPr>
                    <a:rPr sz="1200">
                      <a:solidFill>
                        <a:srgbClr val="252529"/>
                      </a:solidFill>
                      <a:latin typeface="Cambria Math"/>
                    </a:rPr>
                    <m:t xml:space="preserve"> </m:t>
                  </m:r>
                  <m:r>
                    <m:rPr>
                      <m:sty m:val="i"/>
                    </m:rPr>
                    <a:rPr sz="1200">
                      <a:solidFill>
                        <a:srgbClr val="252529"/>
                      </a:solidFill>
                      <a:latin typeface="Cambria Math"/>
                    </a:rPr>
                    <m:t xml:space="preserve"> </m:t>
                  </m:r>
                  <m:r>
                    <m:rPr>
                      <m:sty m:val="i"/>
                    </m:rPr>
                    <a:rPr sz="1200">
                      <a:solidFill>
                        <a:srgbClr val="252529"/>
                      </a:solidFill>
                      <a:latin typeface="Cambria Math"/>
                    </a:rPr>
                    <m:t xml:space="preserve">Δ</m:t>
                  </m:r>
                  <m:d>
                    <m:dPr>
                      <m:begChr m:val="("/>
                      <m:endChr m:val=")"/>
                      <m:ctrlPr>
                        <a:rPr sz="1200">
                          <a:solidFill>
                            <a:srgbClr val="252529"/>
                          </a:solidFill>
                          <a:latin typeface="Cambria Math"/>
                        </a:rPr>
                      </m:ctrlPr>
                    </m:dPr>
                    <m:e>
                      <m:r>
                        <m:rPr>
                          <m:sty m:val="i"/>
                        </m:rPr>
                        <a:rPr sz="1200">
                          <a:solidFill>
                            <a:srgbClr val="252529"/>
                          </a:solidFill>
                          <a:latin typeface="Cambria Math"/>
                        </a:rPr>
                        <m:t xml:space="preserve">0</m:t>
                      </m:r>
                    </m:e>
                  </m:d>
                  <m:r>
                    <m:rPr>
                      <m:sty m:val="i"/>
                    </m:rPr>
                    <a:rPr sz="1200">
                      <a:solidFill>
                        <a:srgbClr val="252529"/>
                      </a:solidFill>
                      <a:latin typeface="Cambria Math"/>
                    </a:rPr>
                    <m:t xml:space="preserve">=</m:t>
                  </m:r>
                  <m:r>
                    <m:rPr>
                      <m:sty m:val="i"/>
                    </m:rPr>
                    <a:rPr sz="1200">
                      <a:solidFill>
                        <a:srgbClr val="252529"/>
                      </a:solidFill>
                      <a:latin typeface="Cambria Math"/>
                    </a:rPr>
                    <m:t xml:space="preserve">0</m:t>
                  </m:r>
                </m:oMath>
              </m:oMathPara>
            </a14:m>
            <a:endParaRPr sz="1200"/>
          </a:p>
        </p:txBody>
      </p:sp>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252529"/>
                        </a:solidFill>
                        <a:latin typeface="Cambria Math"/>
                      </a:rPr>
                      <m:t xml:space="preserve">Θ</m:t>
                    </m:r>
                  </m:oMath>
                </m:oMathPara>
              </a14:m>
              <a:endParaRPr sz="2500"/>
            </a:p>
          </p:txBody>
        </p:sp>
      </p:gr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100">
        <p159:morph option="byObject"/>
      </p:transition>
    </mc:Choice>
    <mc:Fallback>
      <p:transition>
        <p:fade/>
      </p:transition>
    </mc:Fallback>
  </mc:AlternateContent>
</p:sld>
</file>

<file path=ppt/slides/slide35.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The gaps between the curve and its sector</a:t>
            </a:r>
            <a:endParaRPr sz="2500"/>
          </a:p>
        </p:txBody>
      </p:sp>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500">
                      <a:solidFill>
                        <a:srgbClr val="252529"/>
                      </a:solidFill>
                      <a:latin typeface="Cambria Math"/>
                    </a:rPr>
                    <m:t xml:space="preserve">z</m:t>
                  </m:r>
                </m:oMath>
              </m:oMathPara>
            </a14:m>
            <a:endParaRPr sz="1500"/>
          </a:p>
        </p:txBody>
      </p:sp>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500">
                      <a:solidFill>
                        <a:srgbClr val="252529"/>
                      </a:solidFill>
                      <a:latin typeface="Cambria Math"/>
                    </a:rPr>
                    <m:t xml:space="preserve">w</m:t>
                  </m:r>
                </m:oMath>
              </m:oMathPara>
            </a14:m>
            <a:endParaRPr sz="1500"/>
          </a:p>
        </p:txBody>
      </p:sp>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400">
                      <a:solidFill>
                        <a:srgbClr val="252529"/>
                      </a:solidFill>
                      <a:latin typeface="Cambria Math"/>
                    </a:rPr>
                    <m:t xml:space="preserve">β</m:t>
                  </m:r>
                  <m:r>
                    <m:rPr>
                      <m:sty m:val="i"/>
                    </m:rPr>
                    <a:rPr sz="1400">
                      <a:solidFill>
                        <a:srgbClr val="252529"/>
                      </a:solidFill>
                      <a:latin typeface="Cambria Math"/>
                    </a:rPr>
                    <m:t xml:space="preserve">z</m:t>
                  </m:r>
                </m:oMath>
              </m:oMathPara>
            </a14:m>
            <a:endParaRPr sz="1400"/>
          </a:p>
        </p:txBody>
      </p:sp>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α</m:t>
                  </m:r>
                  <m:r>
                    <m:rPr>
                      <m:sty m:val="i"/>
                    </m:rPr>
                    <a:rPr sz="1300">
                      <a:solidFill>
                        <a:srgbClr val="252529"/>
                      </a:solidFill>
                      <a:latin typeface="Cambria Math"/>
                    </a:rPr>
                    <m:t xml:space="preserve">z</m:t>
                  </m:r>
                  <m:r>
                    <m:rPr>
                      <m:sty m:val="i"/>
                    </m:rPr>
                    <a:rPr sz="1300">
                      <a:solidFill>
                        <a:srgbClr val="252529"/>
                      </a:solidFill>
                      <a:latin typeface="Cambria Math"/>
                    </a:rPr>
                    <m:t xml:space="preserve">=</m:t>
                  </m:r>
                  <m:r>
                    <m:rPr>
                      <m:sty m:val="i"/>
                    </m:rPr>
                    <a:rPr sz="1300">
                      <a:solidFill>
                        <a:srgbClr val="252529"/>
                      </a:solidFill>
                      <a:latin typeface="Cambria Math"/>
                    </a:rPr>
                    <m:t xml:space="preserve">0</m:t>
                  </m:r>
                </m:oMath>
              </m:oMathPara>
            </a14:m>
            <a:endParaRPr sz="1300"/>
          </a:p>
        </p:txBody>
      </p:sp>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aseline="0" b="0" i="0" u="none">
                <a:solidFill>
                  <a:srgbClr val="747B82"/>
                </a:solidFill>
                <a:latin typeface="Aptos"/>
                <a:ea typeface="Aptos"/>
                <a:cs typeface="Aptos"/>
              </a:rPr>
              <a:t xml:space="preserve">0</a:t>
            </a:r>
            <a:endParaRPr sz="900"/>
          </a:p>
        </p:txBody>
      </p:sp>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400">
                      <a:solidFill>
                        <a:srgbClr val="216F9C"/>
                      </a:solidFill>
                      <a:latin typeface="Cambria Math"/>
                    </a:rPr>
                    <m:t xml:space="preserve">a</m:t>
                  </m:r>
                  <m:r>
                    <m:rPr>
                      <m:sty m:val="i"/>
                    </m:rPr>
                    <a:rPr sz="2400">
                      <a:solidFill>
                        <a:srgbClr val="216F9C"/>
                      </a:solidFill>
                      <a:latin typeface="Cambria Math"/>
                    </a:rPr>
                    <m:t xml:space="preserve">=</m:t>
                  </m:r>
                  <m:r>
                    <m:rPr>
                      <m:sty m:val="i"/>
                    </m:rPr>
                    <a:rPr sz="2400">
                      <a:solidFill>
                        <a:srgbClr val="216F9C"/>
                      </a:solidFill>
                      <a:latin typeface="Cambria Math"/>
                    </a:rPr>
                    <m:t xml:space="preserve">β</m:t>
                  </m:r>
                  <m:r>
                    <m:rPr>
                      <m:sty m:val="i"/>
                    </m:rPr>
                    <a:rPr sz="2400">
                      <a:solidFill>
                        <a:srgbClr val="216F9C"/>
                      </a:solidFill>
                      <a:latin typeface="Cambria Math"/>
                    </a:rPr>
                    <m:t xml:space="preserve">z</m:t>
                  </m:r>
                  <m:r>
                    <m:rPr>
                      <m:sty m:val="i"/>
                    </m:rPr>
                    <a:rPr sz="2400">
                      <a:solidFill>
                        <a:srgbClr val="216F9C"/>
                      </a:solidFill>
                      <a:latin typeface="Cambria Math"/>
                    </a:rPr>
                    <m:t xml:space="preserve">−</m:t>
                  </m:r>
                  <m:r>
                    <m:rPr>
                      <m:sty m:val="i"/>
                    </m:rPr>
                    <a:rPr sz="2400">
                      <a:solidFill>
                        <a:srgbClr val="216F9C"/>
                      </a:solidFill>
                      <a:latin typeface="Cambria Math"/>
                    </a:rPr>
                    <m:t xml:space="preserve">w</m:t>
                  </m:r>
                </m:oMath>
              </m:oMathPara>
            </a14:m>
            <a:endParaRPr sz="2400"/>
          </a:p>
        </p:txBody>
      </p:sp>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400">
                      <a:solidFill>
                        <a:srgbClr val="147C60"/>
                      </a:solidFill>
                      <a:latin typeface="Cambria Math"/>
                    </a:rPr>
                    <m:t xml:space="preserve">b</m:t>
                  </m:r>
                  <m:r>
                    <m:rPr>
                      <m:sty m:val="i"/>
                    </m:rPr>
                    <a:rPr sz="2400">
                      <a:solidFill>
                        <a:srgbClr val="147C60"/>
                      </a:solidFill>
                      <a:latin typeface="Cambria Math"/>
                    </a:rPr>
                    <m:t xml:space="preserve">=</m:t>
                  </m:r>
                  <m:r>
                    <m:rPr>
                      <m:sty m:val="i"/>
                    </m:rPr>
                    <a:rPr sz="2400">
                      <a:solidFill>
                        <a:srgbClr val="147C60"/>
                      </a:solidFill>
                      <a:latin typeface="Cambria Math"/>
                    </a:rPr>
                    <m:t xml:space="preserve">w</m:t>
                  </m:r>
                  <m:r>
                    <m:rPr>
                      <m:sty m:val="i"/>
                    </m:rPr>
                    <a:rPr sz="2400">
                      <a:solidFill>
                        <a:srgbClr val="147C60"/>
                      </a:solidFill>
                      <a:latin typeface="Cambria Math"/>
                    </a:rPr>
                    <m:t xml:space="preserve">−</m:t>
                  </m:r>
                  <m:r>
                    <m:rPr>
                      <m:sty m:val="i"/>
                    </m:rPr>
                    <a:rPr sz="2400">
                      <a:solidFill>
                        <a:srgbClr val="147C60"/>
                      </a:solidFill>
                      <a:latin typeface="Cambria Math"/>
                    </a:rPr>
                    <m:t xml:space="preserve">α</m:t>
                  </m:r>
                  <m:r>
                    <m:rPr>
                      <m:sty m:val="i"/>
                    </m:rPr>
                    <a:rPr sz="2400">
                      <a:solidFill>
                        <a:srgbClr val="147C60"/>
                      </a:solidFill>
                      <a:latin typeface="Cambria Math"/>
                    </a:rPr>
                    <m:t xml:space="preserve">z</m:t>
                  </m:r>
                </m:oMath>
              </m:oMathPara>
            </a14:m>
            <a:endParaRPr sz="2400"/>
          </a:p>
        </p:txBody>
      </p:sp>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0</m:t>
                    </m:r>
                  </m:oMath>
                </m:oMathPara>
              </a14:m>
              <a:endParaRPr sz="1700"/>
            </a:p>
          </p:txBody>
        </p:sp>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0</m:t>
                    </m:r>
                  </m:oMath>
                </m:oMathPara>
              </a14:m>
              <a:endParaRPr sz="2600"/>
            </a:p>
          </p:txBody>
        </p:sp>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0</m:t>
                    </m:r>
                  </m:oMath>
                </m:oMathPara>
              </a14:m>
              <a:endParaRPr sz="2600"/>
            </a:p>
          </p:txBody>
        </p:sp>
      </p:grpSp>
      <p:grpSp>
        <p:nvGrpSpPr>
          <p:cNvPr id="2221" name="Readout 001"/>
          <p:cNvGrpSpPr/>
          <p:nvPr/>
        </p:nvGrpSpPr>
        <p:grpSpPr>
          <a:xfrm>
            <a:off x="444500" y="812800"/>
            <a:ext cx="8001000" cy="4051300"/>
            <a:chOff x="444500" y="812800"/>
            <a:chExt cx="8001000" cy="4051300"/>
          </a:xfrm>
        </p:grpSpPr>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8</m:t>
                    </m:r>
                  </m:oMath>
                </m:oMathPara>
              </a14:m>
              <a:endParaRPr sz="1700"/>
            </a:p>
          </p:txBody>
        </p:sp>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9</m:t>
                    </m:r>
                  </m:oMath>
                </m:oMathPara>
              </a14:m>
              <a:endParaRPr sz="2600"/>
            </a:p>
          </p:txBody>
        </p:sp>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7</m:t>
                    </m:r>
                  </m:oMath>
                </m:oMathPara>
              </a14:m>
              <a:endParaRPr sz="2600"/>
            </a:p>
          </p:txBody>
        </p:sp>
      </p:grpSp>
      <p:grpSp>
        <p:nvGrpSpPr>
          <p:cNvPr id="2227" name="Readout 002"/>
          <p:cNvGrpSpPr/>
          <p:nvPr/>
        </p:nvGrpSpPr>
        <p:grpSpPr>
          <a:xfrm>
            <a:off x="444500" y="812800"/>
            <a:ext cx="8001000" cy="4051300"/>
            <a:chOff x="444500" y="812800"/>
            <a:chExt cx="8001000" cy="4051300"/>
          </a:xfrm>
        </p:grpSpPr>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4</m:t>
                    </m:r>
                  </m:oMath>
                </m:oMathPara>
              </a14:m>
              <a:endParaRPr sz="1700"/>
            </a:p>
          </p:txBody>
        </p:sp>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9</m:t>
                    </m:r>
                  </m:oMath>
                </m:oMathPara>
              </a14:m>
              <a:endParaRPr sz="2600"/>
            </a:p>
          </p:txBody>
        </p:sp>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3</m:t>
                    </m:r>
                  </m:oMath>
                </m:oMathPara>
              </a14:m>
              <a:endParaRPr sz="2600"/>
            </a:p>
          </p:txBody>
        </p:sp>
      </p:grpSp>
      <p:grpSp>
        <p:nvGrpSpPr>
          <p:cNvPr id="2233" name="Readout 003"/>
          <p:cNvGrpSpPr/>
          <p:nvPr/>
        </p:nvGrpSpPr>
        <p:grpSpPr>
          <a:xfrm>
            <a:off x="444500" y="812800"/>
            <a:ext cx="8001000" cy="4051300"/>
            <a:chOff x="444500" y="812800"/>
            <a:chExt cx="8001000" cy="4051300"/>
          </a:xfrm>
        </p:grpSpPr>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6</m:t>
                    </m:r>
                  </m:oMath>
                </m:oMathPara>
              </a14:m>
              <a:endParaRPr sz="1700"/>
            </a:p>
          </p:txBody>
        </p:sp>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4</m:t>
                    </m:r>
                  </m:oMath>
                </m:oMathPara>
              </a14:m>
              <a:endParaRPr sz="2600"/>
            </a:p>
          </p:txBody>
        </p:sp>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9</m:t>
                    </m:r>
                  </m:oMath>
                </m:oMathPara>
              </a14:m>
              <a:endParaRPr sz="2600"/>
            </a:p>
          </p:txBody>
        </p:sp>
      </p:grpSp>
      <p:grpSp>
        <p:nvGrpSpPr>
          <p:cNvPr id="2239" name="Readout 004"/>
          <p:cNvGrpSpPr/>
          <p:nvPr/>
        </p:nvGrpSpPr>
        <p:grpSpPr>
          <a:xfrm>
            <a:off x="444500" y="812800"/>
            <a:ext cx="8001000" cy="4051300"/>
            <a:chOff x="444500" y="812800"/>
            <a:chExt cx="8001000" cy="4051300"/>
          </a:xfrm>
        </p:grpSpPr>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1</m:t>
                    </m:r>
                  </m:oMath>
                </m:oMathPara>
              </a14:m>
              <a:endParaRPr sz="1700"/>
            </a:p>
          </p:txBody>
        </p:sp>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0</m:t>
                    </m:r>
                  </m:oMath>
                </m:oMathPara>
              </a14:m>
              <a:endParaRPr sz="2600"/>
            </a:p>
          </p:txBody>
        </p:sp>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0</m:t>
                    </m:r>
                  </m:oMath>
                </m:oMathPara>
              </a14:m>
              <a:endParaRPr sz="2600"/>
            </a:p>
          </p:txBody>
        </p:sp>
      </p:grpSp>
      <p:grpSp>
        <p:nvGrpSpPr>
          <p:cNvPr id="2245" name="Readout 005"/>
          <p:cNvGrpSpPr/>
          <p:nvPr/>
        </p:nvGrpSpPr>
        <p:grpSpPr>
          <a:xfrm>
            <a:off x="444500" y="812800"/>
            <a:ext cx="8001000" cy="4051300"/>
            <a:chOff x="444500" y="812800"/>
            <a:chExt cx="8001000" cy="4051300"/>
          </a:xfrm>
        </p:grpSpPr>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8</m:t>
                    </m:r>
                  </m:oMath>
                </m:oMathPara>
              </a14:m>
              <a:endParaRPr sz="1700"/>
            </a:p>
          </p:txBody>
        </p:sp>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5</m:t>
                    </m:r>
                  </m:oMath>
                </m:oMathPara>
              </a14:m>
              <a:endParaRPr sz="2600"/>
            </a:p>
          </p:txBody>
        </p:sp>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6</m:t>
                    </m:r>
                  </m:oMath>
                </m:oMathPara>
              </a14:m>
              <a:endParaRPr sz="2600"/>
            </a:p>
          </p:txBody>
        </p:sp>
      </p:grpSp>
      <p:grpSp>
        <p:nvGrpSpPr>
          <p:cNvPr id="2251" name="Readout 006"/>
          <p:cNvGrpSpPr/>
          <p:nvPr/>
        </p:nvGrpSpPr>
        <p:grpSpPr>
          <a:xfrm>
            <a:off x="444500" y="812800"/>
            <a:ext cx="8001000" cy="4051300"/>
            <a:chOff x="444500" y="812800"/>
            <a:chExt cx="8001000" cy="4051300"/>
          </a:xfrm>
        </p:grpSpPr>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5</m:t>
                    </m:r>
                  </m:oMath>
                </m:oMathPara>
              </a14:m>
              <a:endParaRPr sz="1700"/>
            </a:p>
          </p:txBody>
        </p:sp>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6</m:t>
                    </m:r>
                  </m:oMath>
                </m:oMathPara>
              </a14:m>
              <a:endParaRPr sz="2600"/>
            </a:p>
          </p:txBody>
        </p:sp>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9</m:t>
                    </m:r>
                  </m:oMath>
                </m:oMathPara>
              </a14:m>
              <a:endParaRPr sz="2600"/>
            </a:p>
          </p:txBody>
        </p:sp>
      </p:grpSp>
      <p:grpSp>
        <p:nvGrpSpPr>
          <p:cNvPr id="2257" name="Readout 007"/>
          <p:cNvGrpSpPr/>
          <p:nvPr/>
        </p:nvGrpSpPr>
        <p:grpSpPr>
          <a:xfrm>
            <a:off x="444500" y="812800"/>
            <a:ext cx="8001000" cy="4051300"/>
            <a:chOff x="444500" y="812800"/>
            <a:chExt cx="8001000" cy="4051300"/>
          </a:xfrm>
        </p:grpSpPr>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9</m:t>
                    </m:r>
                  </m:oMath>
                </m:oMathPara>
              </a14:m>
              <a:endParaRPr sz="1700"/>
            </a:p>
          </p:txBody>
        </p:sp>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0</m:t>
                    </m:r>
                  </m:oMath>
                </m:oMathPara>
              </a14:m>
              <a:endParaRPr sz="2600"/>
            </a:p>
          </p:txBody>
        </p:sp>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8</m:t>
                    </m:r>
                  </m:oMath>
                </m:oMathPara>
              </a14:m>
              <a:endParaRPr sz="2600"/>
            </a:p>
          </p:txBody>
        </p:sp>
      </p:grpSp>
      <p:grpSp>
        <p:nvGrpSpPr>
          <p:cNvPr id="2263" name="Readout 008"/>
          <p:cNvGrpSpPr/>
          <p:nvPr/>
        </p:nvGrpSpPr>
        <p:grpSpPr>
          <a:xfrm>
            <a:off x="444500" y="812800"/>
            <a:ext cx="8001000" cy="4051300"/>
            <a:chOff x="444500" y="812800"/>
            <a:chExt cx="8001000" cy="4051300"/>
          </a:xfrm>
        </p:grpSpPr>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8</m:t>
                    </m:r>
                  </m:oMath>
                </m:oMathPara>
              </a14:m>
              <a:endParaRPr sz="1700"/>
            </a:p>
          </p:txBody>
        </p:sp>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8</m:t>
                    </m:r>
                  </m:oMath>
                </m:oMathPara>
              </a14:m>
              <a:endParaRPr sz="2600"/>
            </a:p>
          </p:txBody>
        </p:sp>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4</m:t>
                    </m:r>
                  </m:oMath>
                </m:oMathPara>
              </a14:m>
              <a:endParaRPr sz="2600"/>
            </a:p>
          </p:txBody>
        </p:sp>
      </p:grpSp>
      <p:grpSp>
        <p:nvGrpSpPr>
          <p:cNvPr id="2269" name="Readout 009"/>
          <p:cNvGrpSpPr/>
          <p:nvPr/>
        </p:nvGrpSpPr>
        <p:grpSpPr>
          <a:xfrm>
            <a:off x="444500" y="812800"/>
            <a:ext cx="8001000" cy="4051300"/>
            <a:chOff x="444500" y="812800"/>
            <a:chExt cx="8001000" cy="4051300"/>
          </a:xfrm>
        </p:grpSpPr>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0</m:t>
                    </m:r>
                  </m:oMath>
                </m:oMathPara>
              </a14:m>
              <a:endParaRPr sz="1700"/>
            </a:p>
          </p:txBody>
        </p:sp>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0</m:t>
                    </m:r>
                  </m:oMath>
                </m:oMathPara>
              </a14:m>
              <a:endParaRPr sz="2600"/>
            </a:p>
          </p:txBody>
        </p:sp>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3</m:t>
                    </m:r>
                  </m:oMath>
                </m:oMathPara>
              </a14:m>
              <a:endParaRPr sz="2600"/>
            </a:p>
          </p:txBody>
        </p:sp>
      </p:grpSp>
      <p:grpSp>
        <p:nvGrpSpPr>
          <p:cNvPr id="2275" name="Readout 010"/>
          <p:cNvGrpSpPr/>
          <p:nvPr/>
        </p:nvGrpSpPr>
        <p:grpSpPr>
          <a:xfrm>
            <a:off x="444500" y="812800"/>
            <a:ext cx="8001000" cy="4051300"/>
            <a:chOff x="444500" y="812800"/>
            <a:chExt cx="8001000" cy="4051300"/>
          </a:xfrm>
        </p:grpSpPr>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5</m:t>
                    </m:r>
                  </m:oMath>
                </m:oMathPara>
              </a14:m>
              <a:endParaRPr sz="1700"/>
            </a:p>
          </p:txBody>
        </p:sp>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8</m:t>
                    </m:r>
                  </m:oMath>
                </m:oMathPara>
              </a14:m>
              <a:endParaRPr sz="2600"/>
            </a:p>
          </p:txBody>
        </p:sp>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3</m:t>
                    </m:r>
                  </m:oMath>
                </m:oMathPara>
              </a14:m>
              <a:endParaRPr sz="2600"/>
            </a:p>
          </p:txBody>
        </p:sp>
      </p:grpSp>
      <p:grpSp>
        <p:nvGrpSpPr>
          <p:cNvPr id="2281" name="Readout 011"/>
          <p:cNvGrpSpPr/>
          <p:nvPr/>
        </p:nvGrpSpPr>
        <p:grpSpPr>
          <a:xfrm>
            <a:off x="444500" y="812800"/>
            <a:ext cx="8001000" cy="4051300"/>
            <a:chOff x="444500" y="812800"/>
            <a:chExt cx="8001000" cy="4051300"/>
          </a:xfrm>
        </p:grpSpPr>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oMath>
                </m:oMathPara>
              </a14:m>
              <a:endParaRPr sz="1700"/>
            </a:p>
          </p:txBody>
        </p:sp>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5</m:t>
                    </m:r>
                  </m:oMath>
                </m:oMathPara>
              </a14:m>
              <a:endParaRPr sz="2600"/>
            </a:p>
          </p:txBody>
        </p:sp>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8</m:t>
                    </m:r>
                  </m:oMath>
                </m:oMathPara>
              </a14:m>
              <a:endParaRPr sz="2600"/>
            </a:p>
          </p:txBody>
        </p:sp>
      </p:grpSp>
      <p:grpSp>
        <p:nvGrpSpPr>
          <p:cNvPr id="2287" name="Readout 012"/>
          <p:cNvGrpSpPr/>
          <p:nvPr/>
        </p:nvGrpSpPr>
        <p:grpSpPr>
          <a:xfrm>
            <a:off x="444500" y="812800"/>
            <a:ext cx="8001000" cy="4051300"/>
            <a:chOff x="444500" y="812800"/>
            <a:chExt cx="8001000" cy="4051300"/>
          </a:xfrm>
        </p:grpSpPr>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2</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9</m:t>
                    </m:r>
                  </m:oMath>
                </m:oMathPara>
              </a14:m>
              <a:endParaRPr sz="1700"/>
            </a:p>
          </p:txBody>
        </p:sp>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6</m:t>
                    </m:r>
                  </m:oMath>
                </m:oMathPara>
              </a14:m>
              <a:endParaRPr sz="2600"/>
            </a:p>
          </p:txBody>
        </p:sp>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3</m:t>
                    </m:r>
                  </m:oMath>
                </m:oMathPara>
              </a14:m>
              <a:endParaRPr sz="2600"/>
            </a:p>
          </p:txBody>
        </p:sp>
      </p:grpSp>
      <p:grpSp>
        <p:nvGrpSpPr>
          <p:cNvPr id="2293" name="Readout 013"/>
          <p:cNvGrpSpPr/>
          <p:nvPr/>
        </p:nvGrpSpPr>
        <p:grpSpPr>
          <a:xfrm>
            <a:off x="444500" y="812800"/>
            <a:ext cx="8001000" cy="4051300"/>
            <a:chOff x="444500" y="812800"/>
            <a:chExt cx="8001000" cy="4051300"/>
          </a:xfrm>
        </p:grpSpPr>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3</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oMath>
                </m:oMathPara>
              </a14:m>
              <a:endParaRPr sz="1700"/>
            </a:p>
          </p:txBody>
        </p:sp>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oMath>
                </m:oMathPara>
              </a14:m>
              <a:endParaRPr sz="2600"/>
            </a:p>
          </p:txBody>
        </p:sp>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0</m:t>
                    </m:r>
                  </m:oMath>
                </m:oMathPara>
              </a14:m>
              <a:endParaRPr sz="2600"/>
            </a:p>
          </p:txBody>
        </p:sp>
      </p:grpSp>
      <p:grpSp>
        <p:nvGrpSpPr>
          <p:cNvPr id="2299" name="Readout 014"/>
          <p:cNvGrpSpPr/>
          <p:nvPr/>
        </p:nvGrpSpPr>
        <p:grpSpPr>
          <a:xfrm>
            <a:off x="444500" y="812800"/>
            <a:ext cx="8001000" cy="4051300"/>
            <a:chOff x="444500" y="812800"/>
            <a:chExt cx="8001000" cy="4051300"/>
          </a:xfrm>
        </p:grpSpPr>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4</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7</m:t>
                    </m:r>
                  </m:oMath>
                </m:oMathPara>
              </a14:m>
              <a:endParaRPr sz="1700"/>
            </a:p>
          </p:txBody>
        </p:sp>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2</m:t>
                    </m:r>
                  </m:oMath>
                </m:oMathPara>
              </a14:m>
              <a:endParaRPr sz="2600"/>
            </a:p>
          </p:txBody>
        </p:sp>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oMath>
                </m:oMathPara>
              </a14:m>
              <a:endParaRPr sz="2600"/>
            </a:p>
          </p:txBody>
        </p:sp>
      </p:grpSp>
      <p:grpSp>
        <p:nvGrpSpPr>
          <p:cNvPr id="2305" name="Readout 015"/>
          <p:cNvGrpSpPr/>
          <p:nvPr/>
        </p:nvGrpSpPr>
        <p:grpSpPr>
          <a:xfrm>
            <a:off x="444500" y="812800"/>
            <a:ext cx="8001000" cy="4051300"/>
            <a:chOff x="444500" y="812800"/>
            <a:chExt cx="8001000" cy="4051300"/>
          </a:xfrm>
        </p:grpSpPr>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5</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oMath>
                </m:oMathPara>
              </a14:m>
              <a:endParaRPr sz="1700"/>
            </a:p>
          </p:txBody>
        </p:sp>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1</m:t>
                    </m:r>
                  </m:oMath>
                </m:oMathPara>
              </a14:m>
              <a:endParaRPr sz="2600"/>
            </a:p>
          </p:txBody>
        </p:sp>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oMath>
                </m:oMathPara>
              </a14:m>
              <a:endParaRPr sz="2600"/>
            </a:p>
          </p:txBody>
        </p:sp>
      </p:grpSp>
      <p:grpSp>
        <p:nvGrpSpPr>
          <p:cNvPr id="2311" name="Readout 016"/>
          <p:cNvGrpSpPr/>
          <p:nvPr/>
        </p:nvGrpSpPr>
        <p:grpSpPr>
          <a:xfrm>
            <a:off x="444500" y="812800"/>
            <a:ext cx="8001000" cy="4051300"/>
            <a:chOff x="444500" y="812800"/>
            <a:chExt cx="8001000" cy="4051300"/>
          </a:xfrm>
        </p:grpSpPr>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9</m:t>
                    </m:r>
                  </m:oMath>
                </m:oMathPara>
              </a14:m>
              <a:endParaRPr sz="2600"/>
            </a:p>
          </p:txBody>
        </p:sp>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2</m:t>
                    </m:r>
                  </m:oMath>
                </m:oMathPara>
              </a14:m>
              <a:endParaRPr sz="2600"/>
            </a:p>
          </p:txBody>
        </p:sp>
      </p:grpSp>
      <p:grpSp>
        <p:nvGrpSpPr>
          <p:cNvPr id="2317" name="Readout 017"/>
          <p:cNvGrpSpPr/>
          <p:nvPr/>
        </p:nvGrpSpPr>
        <p:grpSpPr>
          <a:xfrm>
            <a:off x="444500" y="812800"/>
            <a:ext cx="8001000" cy="4051300"/>
            <a:chOff x="444500" y="812800"/>
            <a:chExt cx="8001000" cy="4051300"/>
          </a:xfrm>
        </p:grpSpPr>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5</m:t>
                    </m:r>
                  </m:oMath>
                </m:oMathPara>
              </a14:m>
              <a:endParaRPr sz="1700"/>
            </a:p>
          </p:txBody>
        </p:sp>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3</m:t>
                    </m:r>
                  </m:oMath>
                </m:oMathPara>
              </a14:m>
              <a:endParaRPr sz="2600"/>
            </a:p>
          </p:txBody>
        </p:sp>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0</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1</m:t>
                    </m:r>
                  </m:oMath>
                </m:oMathPara>
              </a14:m>
              <a:endParaRPr sz="2600"/>
            </a:p>
          </p:txBody>
        </p:sp>
      </p:grpSp>
      <p:grpSp>
        <p:nvGrpSpPr>
          <p:cNvPr id="2323" name="Readout 018"/>
          <p:cNvGrpSpPr/>
          <p:nvPr/>
        </p:nvGrpSpPr>
        <p:grpSpPr>
          <a:xfrm>
            <a:off x="444500" y="812800"/>
            <a:ext cx="8001000" cy="4051300"/>
            <a:chOff x="444500" y="812800"/>
            <a:chExt cx="8001000" cy="4051300"/>
          </a:xfrm>
        </p:grpSpPr>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7</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4</m:t>
                    </m:r>
                  </m:oMath>
                </m:oMathPara>
              </a14:m>
              <a:endParaRPr sz="1700"/>
            </a:p>
          </p:txBody>
        </p:sp>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1</m:t>
                    </m:r>
                  </m:oMath>
                </m:oMathPara>
              </a14:m>
              <a:endParaRPr sz="2600"/>
            </a:p>
          </p:txBody>
        </p:sp>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1</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3</m:t>
                    </m:r>
                  </m:oMath>
                </m:oMathPara>
              </a14:m>
              <a:endParaRPr sz="2600"/>
            </a:p>
          </p:txBody>
        </p:sp>
      </p:grpSp>
      <p:grpSp>
        <p:nvGrpSpPr>
          <p:cNvPr id="2329" name="Readout 019"/>
          <p:cNvGrpSpPr/>
          <p:nvPr/>
        </p:nvGrpSpPr>
        <p:grpSpPr>
          <a:xfrm>
            <a:off x="444500" y="812800"/>
            <a:ext cx="8001000" cy="4051300"/>
            <a:chOff x="444500" y="812800"/>
            <a:chExt cx="8001000" cy="4051300"/>
          </a:xfrm>
        </p:grpSpPr>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0</m:t>
                    </m:r>
                  </m:oMath>
                </m:oMathPara>
              </a14:m>
              <a:endParaRPr sz="1700"/>
            </a:p>
          </p:txBody>
        </p:sp>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8</m:t>
                    </m:r>
                  </m:oMath>
                </m:oMathPara>
              </a14:m>
              <a:endParaRPr sz="2600"/>
            </a:p>
          </p:txBody>
        </p:sp>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0</m:t>
                    </m:r>
                  </m:oMath>
                </m:oMathPara>
              </a14:m>
              <a:endParaRPr sz="2600"/>
            </a:p>
          </p:txBody>
        </p:sp>
      </p:grpSp>
      <p:grpSp>
        <p:nvGrpSpPr>
          <p:cNvPr id="2335" name="Readout 020"/>
          <p:cNvGrpSpPr/>
          <p:nvPr/>
        </p:nvGrpSpPr>
        <p:grpSpPr>
          <a:xfrm>
            <a:off x="444500" y="812800"/>
            <a:ext cx="8001000" cy="4051300"/>
            <a:chOff x="444500" y="812800"/>
            <a:chExt cx="8001000" cy="4051300"/>
          </a:xfrm>
        </p:grpSpPr>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9</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9</m:t>
                    </m:r>
                  </m:oMath>
                </m:oMathPara>
              </a14:m>
              <a:endParaRPr sz="1700"/>
            </a:p>
          </p:txBody>
        </p:sp>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9</m:t>
                    </m:r>
                  </m:oMath>
                </m:oMathPara>
              </a14:m>
              <a:endParaRPr sz="2600"/>
            </a:p>
          </p:txBody>
        </p:sp>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8</m:t>
                    </m:r>
                  </m:oMath>
                </m:oMathPara>
              </a14:m>
              <a:endParaRPr sz="2600"/>
            </a:p>
          </p:txBody>
        </p:sp>
      </p:grpSp>
      <p:grpSp>
        <p:nvGrpSpPr>
          <p:cNvPr id="2341" name="Readout 021"/>
          <p:cNvGrpSpPr/>
          <p:nvPr/>
        </p:nvGrpSpPr>
        <p:grpSpPr>
          <a:xfrm>
            <a:off x="444500" y="812800"/>
            <a:ext cx="8001000" cy="4051300"/>
            <a:chOff x="444500" y="812800"/>
            <a:chExt cx="8001000" cy="4051300"/>
          </a:xfrm>
        </p:grpSpPr>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9</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1</m:t>
                    </m:r>
                  </m:oMath>
                </m:oMathPara>
              </a14:m>
              <a:endParaRPr sz="1700"/>
            </a:p>
          </p:txBody>
        </p:sp>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8</m:t>
                    </m:r>
                  </m:oMath>
                </m:oMathPara>
              </a14:m>
              <a:endParaRPr sz="2600"/>
            </a:p>
          </p:txBody>
        </p:sp>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3</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0</m:t>
                    </m:r>
                  </m:oMath>
                </m:oMathPara>
              </a14:m>
              <a:endParaRPr sz="2600"/>
            </a:p>
          </p:txBody>
        </p:sp>
      </p:grpSp>
      <p:grpSp>
        <p:nvGrpSpPr>
          <p:cNvPr id="2347" name="Readout 022"/>
          <p:cNvGrpSpPr/>
          <p:nvPr/>
        </p:nvGrpSpPr>
        <p:grpSpPr>
          <a:xfrm>
            <a:off x="444500" y="812800"/>
            <a:ext cx="8001000" cy="4051300"/>
            <a:chOff x="444500" y="812800"/>
            <a:chExt cx="8001000" cy="4051300"/>
          </a:xfrm>
        </p:grpSpPr>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8</m:t>
                    </m:r>
                  </m:oMath>
                </m:oMathPara>
              </a14:m>
              <a:endParaRPr sz="2600"/>
            </a:p>
          </p:txBody>
        </p:sp>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3</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oMath>
                </m:oMathPara>
              </a14:m>
              <a:endParaRPr sz="2600"/>
            </a:p>
          </p:txBody>
        </p:sp>
      </p:grpSp>
      <p:grpSp>
        <p:nvGrpSpPr>
          <p:cNvPr id="2353" name="Readout 023"/>
          <p:cNvGrpSpPr/>
          <p:nvPr/>
        </p:nvGrpSpPr>
        <p:grpSpPr>
          <a:xfrm>
            <a:off x="444500" y="812800"/>
            <a:ext cx="8001000" cy="4051300"/>
            <a:chOff x="444500" y="812800"/>
            <a:chExt cx="8001000" cy="4051300"/>
          </a:xfrm>
        </p:grpSpPr>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9</m:t>
                    </m:r>
                  </m:oMath>
                </m:oMathPara>
              </a14:m>
              <a:endParaRPr sz="1700"/>
            </a:p>
          </p:txBody>
        </p:sp>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2</m:t>
                    </m:r>
                  </m:oMath>
                </m:oMathPara>
              </a14:m>
              <a:endParaRPr sz="2600"/>
            </a:p>
          </p:txBody>
        </p:sp>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oMath>
                </m:oMathPara>
              </a14:m>
              <a:endParaRPr sz="2600"/>
            </a:p>
          </p:txBody>
        </p:sp>
      </p:grpSp>
      <p:grpSp>
        <p:nvGrpSpPr>
          <p:cNvPr id="2359" name="Readout 024"/>
          <p:cNvGrpSpPr/>
          <p:nvPr/>
        </p:nvGrpSpPr>
        <p:grpSpPr>
          <a:xfrm>
            <a:off x="444500" y="812800"/>
            <a:ext cx="8001000" cy="4051300"/>
            <a:chOff x="444500" y="812800"/>
            <a:chExt cx="8001000" cy="4051300"/>
          </a:xfrm>
        </p:grpSpPr>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2</m:t>
                    </m:r>
                  </m:oMath>
                </m:oMathPara>
              </a14:m>
              <a:endParaRPr sz="1700"/>
            </a:p>
          </p:txBody>
        </p:sp>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1</m:t>
                    </m:r>
                  </m:oMath>
                </m:oMathPara>
              </a14:m>
              <a:endParaRPr sz="2600"/>
            </a:p>
          </p:txBody>
        </p:sp>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6</m:t>
                    </m:r>
                  </m:oMath>
                </m:oMathPara>
              </a14:m>
              <a:endParaRPr sz="2600"/>
            </a:p>
          </p:txBody>
        </p:sp>
      </p:grpSp>
      <p:grpSp>
        <p:nvGrpSpPr>
          <p:cNvPr id="2365" name="Readout 025"/>
          <p:cNvGrpSpPr/>
          <p:nvPr/>
        </p:nvGrpSpPr>
        <p:grpSpPr>
          <a:xfrm>
            <a:off x="444500" y="812800"/>
            <a:ext cx="8001000" cy="4051300"/>
            <a:chOff x="444500" y="812800"/>
            <a:chExt cx="8001000" cy="4051300"/>
          </a:xfrm>
        </p:grpSpPr>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6</m:t>
                    </m:r>
                  </m:oMath>
                </m:oMathPara>
              </a14:m>
              <a:endParaRPr sz="2600"/>
            </a:p>
          </p:txBody>
        </p:sp>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4</m:t>
                    </m:r>
                  </m:oMath>
                </m:oMathPara>
              </a14:m>
              <a:endParaRPr sz="2600"/>
            </a:p>
          </p:txBody>
        </p:sp>
      </p:grpSp>
      <p:grpSp>
        <p:nvGrpSpPr>
          <p:cNvPr id="2371" name="Readout 026"/>
          <p:cNvGrpSpPr/>
          <p:nvPr/>
        </p:nvGrpSpPr>
        <p:grpSpPr>
          <a:xfrm>
            <a:off x="444500" y="812800"/>
            <a:ext cx="8001000" cy="4051300"/>
            <a:chOff x="444500" y="812800"/>
            <a:chExt cx="8001000" cy="4051300"/>
          </a:xfrm>
        </p:grpSpPr>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1</m:t>
                    </m:r>
                  </m:oMath>
                </m:oMathPara>
              </a14:m>
              <a:endParaRPr sz="1700"/>
            </a:p>
          </p:txBody>
        </p:sp>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6</m:t>
                    </m:r>
                  </m:oMath>
                </m:oMathPara>
              </a14:m>
              <a:endParaRPr sz="2600"/>
            </a:p>
          </p:txBody>
        </p:sp>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5</m:t>
                    </m:r>
                  </m:oMath>
                </m:oMathPara>
              </a14:m>
              <a:endParaRPr sz="2600"/>
            </a:p>
          </p:txBody>
        </p:sp>
      </p:grpSp>
      <p:grpSp>
        <p:nvGrpSpPr>
          <p:cNvPr id="2377" name="Readout 027"/>
          <p:cNvGrpSpPr/>
          <p:nvPr/>
        </p:nvGrpSpPr>
        <p:grpSpPr>
          <a:xfrm>
            <a:off x="444500" y="812800"/>
            <a:ext cx="8001000" cy="4051300"/>
            <a:chOff x="444500" y="812800"/>
            <a:chExt cx="8001000" cy="4051300"/>
          </a:xfrm>
        </p:grpSpPr>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1</m:t>
                    </m:r>
                  </m:oMath>
                </m:oMathPara>
              </a14:m>
              <a:endParaRPr sz="2600"/>
            </a:p>
          </p:txBody>
        </p:sp>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9</m:t>
                    </m:r>
                  </m:oMath>
                </m:oMathPara>
              </a14:m>
              <a:endParaRPr sz="2600"/>
            </a:p>
          </p:txBody>
        </p:sp>
      </p:grpSp>
      <p:grpSp>
        <p:nvGrpSpPr>
          <p:cNvPr id="2383" name="Readout 028"/>
          <p:cNvGrpSpPr/>
          <p:nvPr/>
        </p:nvGrpSpPr>
        <p:grpSpPr>
          <a:xfrm>
            <a:off x="444500" y="812800"/>
            <a:ext cx="8001000" cy="4051300"/>
            <a:chOff x="444500" y="812800"/>
            <a:chExt cx="8001000" cy="4051300"/>
          </a:xfrm>
        </p:grpSpPr>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oMath>
                </m:oMathPara>
              </a14:m>
              <a:endParaRPr sz="1700"/>
            </a:p>
          </p:txBody>
        </p:sp>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1</m:t>
                    </m:r>
                  </m:oMath>
                </m:oMathPara>
              </a14:m>
              <a:endParaRPr sz="2600"/>
            </a:p>
          </p:txBody>
        </p:sp>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oMath>
                </m:oMathPara>
              </a14:m>
              <a:endParaRPr sz="2600"/>
            </a:p>
          </p:txBody>
        </p:sp>
      </p:grpSp>
      <p:grpSp>
        <p:nvGrpSpPr>
          <p:cNvPr id="2389" name="Readout 029"/>
          <p:cNvGrpSpPr/>
          <p:nvPr/>
        </p:nvGrpSpPr>
        <p:grpSpPr>
          <a:xfrm>
            <a:off x="444500" y="812800"/>
            <a:ext cx="8001000" cy="4051300"/>
            <a:chOff x="444500" y="812800"/>
            <a:chExt cx="8001000" cy="4051300"/>
          </a:xfrm>
        </p:grpSpPr>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9</m:t>
                    </m:r>
                  </m:oMath>
                </m:oMathPara>
              </a14:m>
              <a:endParaRPr sz="1700"/>
            </a:p>
          </p:txBody>
        </p:sp>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5</m:t>
                    </m:r>
                  </m:oMath>
                </m:oMathPara>
              </a14:m>
              <a:endParaRPr sz="2600"/>
            </a:p>
          </p:txBody>
        </p:sp>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4</m:t>
                    </m:r>
                  </m:oMath>
                </m:oMathPara>
              </a14:m>
              <a:endParaRPr sz="2600"/>
            </a:p>
          </p:txBody>
        </p:sp>
      </p:grpSp>
      <p:grpSp>
        <p:nvGrpSpPr>
          <p:cNvPr id="2395" name="Readout 030"/>
          <p:cNvGrpSpPr/>
          <p:nvPr/>
        </p:nvGrpSpPr>
        <p:grpSpPr>
          <a:xfrm>
            <a:off x="444500" y="812800"/>
            <a:ext cx="8001000" cy="4051300"/>
            <a:chOff x="444500" y="812800"/>
            <a:chExt cx="8001000" cy="4051300"/>
          </a:xfrm>
        </p:grpSpPr>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6</m:t>
                    </m:r>
                  </m:oMath>
                </m:oMathPara>
              </a14:m>
              <a:endParaRPr sz="1700"/>
            </a:p>
          </p:txBody>
        </p:sp>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0</m:t>
                    </m:r>
                  </m:oMath>
                </m:oMathPara>
              </a14:m>
              <a:endParaRPr sz="2600"/>
            </a:p>
          </p:txBody>
        </p:sp>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7</m:t>
                    </m:r>
                  </m:oMath>
                </m:oMathPara>
              </a14:m>
              <a:endParaRPr sz="2600"/>
            </a:p>
          </p:txBody>
        </p:sp>
      </p:grpSp>
      <p:grpSp>
        <p:nvGrpSpPr>
          <p:cNvPr id="2401" name="Readout 031"/>
          <p:cNvGrpSpPr/>
          <p:nvPr/>
        </p:nvGrpSpPr>
        <p:grpSpPr>
          <a:xfrm>
            <a:off x="444500" y="812800"/>
            <a:ext cx="8001000" cy="4051300"/>
            <a:chOff x="444500" y="812800"/>
            <a:chExt cx="8001000" cy="4051300"/>
          </a:xfrm>
        </p:grpSpPr>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7</m:t>
                    </m:r>
                  </m:oMath>
                </m:oMathPara>
              </a14:m>
              <a:endParaRPr sz="1700"/>
            </a:p>
          </p:txBody>
        </p:sp>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7</m:t>
                    </m:r>
                  </m:oMath>
                </m:oMathPara>
              </a14:m>
              <a:endParaRPr sz="2600"/>
            </a:p>
          </p:txBody>
        </p:sp>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5</m:t>
                    </m:r>
                  </m:oMath>
                </m:oMathPara>
              </a14:m>
              <a:endParaRPr sz="2600"/>
            </a:p>
          </p:txBody>
        </p:sp>
      </p:grpSp>
      <p:grpSp>
        <p:nvGrpSpPr>
          <p:cNvPr id="2407" name="Readout 032"/>
          <p:cNvGrpSpPr/>
          <p:nvPr/>
        </p:nvGrpSpPr>
        <p:grpSpPr>
          <a:xfrm>
            <a:off x="444500" y="812800"/>
            <a:ext cx="8001000" cy="4051300"/>
            <a:chOff x="444500" y="812800"/>
            <a:chExt cx="8001000" cy="4051300"/>
          </a:xfrm>
        </p:grpSpPr>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1</m:t>
                    </m:r>
                  </m:oMath>
                </m:oMathPara>
              </a14:m>
              <a:endParaRPr sz="1700"/>
            </a:p>
          </p:txBody>
        </p:sp>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3</m:t>
                    </m:r>
                  </m:oMath>
                </m:oMathPara>
              </a14:m>
              <a:endParaRPr sz="2600"/>
            </a:p>
          </p:txBody>
        </p:sp>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oMath>
                </m:oMathPara>
              </a14:m>
              <a:endParaRPr sz="2600"/>
            </a:p>
          </p:txBody>
        </p:sp>
      </p:grpSp>
      <p:grpSp>
        <p:nvGrpSpPr>
          <p:cNvPr id="2413" name="Readout 033"/>
          <p:cNvGrpSpPr/>
          <p:nvPr/>
        </p:nvGrpSpPr>
        <p:grpSpPr>
          <a:xfrm>
            <a:off x="444500" y="812800"/>
            <a:ext cx="8001000" cy="4051300"/>
            <a:chOff x="444500" y="812800"/>
            <a:chExt cx="8001000" cy="4051300"/>
          </a:xfrm>
        </p:grpSpPr>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oMath>
                </m:oMathPara>
              </a14:m>
              <a:endParaRPr sz="1700"/>
            </a:p>
          </p:txBody>
        </p:sp>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9</m:t>
                    </m:r>
                  </m:oMath>
                </m:oMathPara>
              </a14:m>
              <a:endParaRPr sz="2600"/>
            </a:p>
          </p:txBody>
        </p:sp>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8</m:t>
                    </m:r>
                  </m:oMath>
                </m:oMathPara>
              </a14:m>
              <a:endParaRPr sz="2600"/>
            </a:p>
          </p:txBody>
        </p:sp>
      </p:grpSp>
      <p:grpSp>
        <p:nvGrpSpPr>
          <p:cNvPr id="2419" name="Readout 034"/>
          <p:cNvGrpSpPr/>
          <p:nvPr/>
        </p:nvGrpSpPr>
        <p:grpSpPr>
          <a:xfrm>
            <a:off x="444500" y="812800"/>
            <a:ext cx="8001000" cy="4051300"/>
            <a:chOff x="444500" y="812800"/>
            <a:chExt cx="8001000" cy="4051300"/>
          </a:xfrm>
        </p:grpSpPr>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6</m:t>
                    </m:r>
                  </m:oMath>
                </m:oMathPara>
              </a14:m>
              <a:endParaRPr sz="1700"/>
            </a:p>
          </p:txBody>
        </p:sp>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2</m:t>
                    </m:r>
                  </m:oMath>
                </m:oMathPara>
              </a14:m>
              <a:endParaRPr sz="2600"/>
            </a:p>
          </p:txBody>
        </p:sp>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4</m:t>
                    </m:r>
                  </m:oMath>
                </m:oMathPara>
              </a14:m>
              <a:endParaRPr sz="2600"/>
            </a:p>
          </p:txBody>
        </p:sp>
      </p:grpSp>
      <p:grpSp>
        <p:nvGrpSpPr>
          <p:cNvPr id="2425" name="Readout 035"/>
          <p:cNvGrpSpPr/>
          <p:nvPr/>
        </p:nvGrpSpPr>
        <p:grpSpPr>
          <a:xfrm>
            <a:off x="444500" y="812800"/>
            <a:ext cx="8001000" cy="4051300"/>
            <a:chOff x="444500" y="812800"/>
            <a:chExt cx="8001000" cy="4051300"/>
          </a:xfrm>
        </p:grpSpPr>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6</m:t>
                    </m:r>
                  </m:oMath>
                </m:oMathPara>
              </a14:m>
              <a:endParaRPr sz="1700"/>
            </a:p>
          </p:txBody>
        </p:sp>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3</m:t>
                    </m:r>
                  </m:oMath>
                </m:oMathPara>
              </a14:m>
              <a:endParaRPr sz="2600"/>
            </a:p>
          </p:txBody>
        </p:sp>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7</m:t>
                    </m:r>
                  </m:oMath>
                </m:oMathPara>
              </a14:m>
              <a:endParaRPr sz="2600"/>
            </a:p>
          </p:txBody>
        </p:sp>
      </p:grpSp>
      <p:grpSp>
        <p:nvGrpSpPr>
          <p:cNvPr id="2431" name="Readout 036"/>
          <p:cNvGrpSpPr/>
          <p:nvPr/>
        </p:nvGrpSpPr>
        <p:grpSpPr>
          <a:xfrm>
            <a:off x="444500" y="812800"/>
            <a:ext cx="8001000" cy="4051300"/>
            <a:chOff x="444500" y="812800"/>
            <a:chExt cx="8001000" cy="4051300"/>
          </a:xfrm>
        </p:grpSpPr>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8</m:t>
                    </m:r>
                  </m:oMath>
                </m:oMathPara>
              </a14:m>
              <a:endParaRPr sz="1700"/>
            </a:p>
          </p:txBody>
        </p:sp>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1</m:t>
                    </m:r>
                  </m:oMath>
                </m:oMathPara>
              </a14:m>
              <a:endParaRPr sz="2600"/>
            </a:p>
          </p:txBody>
        </p:sp>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oMath>
                </m:oMathPara>
              </a14:m>
              <a:endParaRPr sz="2600"/>
            </a:p>
          </p:txBody>
        </p:sp>
      </p:grpSp>
      <p:grpSp>
        <p:nvGrpSpPr>
          <p:cNvPr id="2437" name="Readout 037"/>
          <p:cNvGrpSpPr/>
          <p:nvPr/>
        </p:nvGrpSpPr>
        <p:grpSpPr>
          <a:xfrm>
            <a:off x="444500" y="812800"/>
            <a:ext cx="8001000" cy="4051300"/>
            <a:chOff x="444500" y="812800"/>
            <a:chExt cx="8001000" cy="4051300"/>
          </a:xfrm>
        </p:grpSpPr>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2</m:t>
                    </m:r>
                  </m:oMath>
                </m:oMathPara>
              </a14:m>
              <a:endParaRPr sz="1700"/>
            </a:p>
          </p:txBody>
        </p:sp>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7</m:t>
                    </m:r>
                  </m:oMath>
                </m:oMathPara>
              </a14:m>
              <a:endParaRPr sz="2600"/>
            </a:p>
          </p:txBody>
        </p:sp>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6</m:t>
                    </m:r>
                  </m:oMath>
                </m:oMathPara>
              </a14:m>
              <a:endParaRPr sz="2600"/>
            </a:p>
          </p:txBody>
        </p:sp>
      </p:grpSp>
      <p:grpSp>
        <p:nvGrpSpPr>
          <p:cNvPr id="2443" name="Readout 038"/>
          <p:cNvGrpSpPr/>
          <p:nvPr/>
        </p:nvGrpSpPr>
        <p:grpSpPr>
          <a:xfrm>
            <a:off x="444500" y="812800"/>
            <a:ext cx="8001000" cy="4051300"/>
            <a:chOff x="444500" y="812800"/>
            <a:chExt cx="8001000" cy="4051300"/>
          </a:xfrm>
        </p:grpSpPr>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8</m:t>
                    </m:r>
                  </m:oMath>
                </m:oMathPara>
              </a14:m>
              <a:endParaRPr sz="1700"/>
            </a:p>
          </p:txBody>
        </p:sp>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0</m:t>
                    </m:r>
                  </m:oMath>
                </m:oMathPara>
              </a14:m>
              <a:endParaRPr sz="2600"/>
            </a:p>
          </p:txBody>
        </p:sp>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1</m:t>
                    </m:r>
                  </m:oMath>
                </m:oMathPara>
              </a14:m>
              <a:endParaRPr sz="2600"/>
            </a:p>
          </p:txBody>
        </p:sp>
      </p:grpSp>
      <p:grpSp>
        <p:nvGrpSpPr>
          <p:cNvPr id="2449" name="Readout 039"/>
          <p:cNvGrpSpPr/>
          <p:nvPr/>
        </p:nvGrpSpPr>
        <p:grpSpPr>
          <a:xfrm>
            <a:off x="444500" y="812800"/>
            <a:ext cx="8001000" cy="4051300"/>
            <a:chOff x="444500" y="812800"/>
            <a:chExt cx="8001000" cy="4051300"/>
          </a:xfrm>
        </p:grpSpPr>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6</m:t>
                    </m:r>
                  </m:oMath>
                </m:oMathPara>
              </a14:m>
              <a:endParaRPr sz="1700"/>
            </a:p>
          </p:txBody>
        </p:sp>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0</m:t>
                    </m:r>
                  </m:oMath>
                </m:oMathPara>
              </a14:m>
              <a:endParaRPr sz="2600"/>
            </a:p>
          </p:txBody>
        </p:sp>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3</m:t>
                    </m:r>
                  </m:oMath>
                </m:oMathPara>
              </a14:m>
              <a:endParaRPr sz="2600"/>
            </a:p>
          </p:txBody>
        </p:sp>
      </p:grpSp>
      <p:grpSp>
        <p:nvGrpSpPr>
          <p:cNvPr id="2455" name="Readout 040"/>
          <p:cNvGrpSpPr/>
          <p:nvPr/>
        </p:nvGrpSpPr>
        <p:grpSpPr>
          <a:xfrm>
            <a:off x="444500" y="812800"/>
            <a:ext cx="8001000" cy="4051300"/>
            <a:chOff x="444500" y="812800"/>
            <a:chExt cx="8001000" cy="4051300"/>
          </a:xfrm>
        </p:grpSpPr>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oMath>
                </m:oMathPara>
              </a14:m>
              <a:endParaRPr sz="1700"/>
            </a:p>
          </p:txBody>
        </p:sp>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9</m:t>
                    </m:r>
                  </m:oMath>
                </m:oMathPara>
              </a14:m>
              <a:endParaRPr sz="2600"/>
            </a:p>
          </p:txBody>
        </p:sp>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2</m:t>
                    </m:r>
                  </m:oMath>
                </m:oMathPara>
              </a14:m>
              <a:endParaRPr sz="2600"/>
            </a:p>
          </p:txBody>
        </p:sp>
      </p:grpSp>
      <p:grpSp>
        <p:nvGrpSpPr>
          <p:cNvPr id="2461" name="Readout 041"/>
          <p:cNvGrpSpPr/>
          <p:nvPr/>
        </p:nvGrpSpPr>
        <p:grpSpPr>
          <a:xfrm>
            <a:off x="444500" y="812800"/>
            <a:ext cx="8001000" cy="4051300"/>
            <a:chOff x="444500" y="812800"/>
            <a:chExt cx="8001000" cy="4051300"/>
          </a:xfrm>
        </p:grpSpPr>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8</m:t>
                    </m:r>
                  </m:oMath>
                </m:oMathPara>
              </a14:m>
              <a:endParaRPr sz="1700"/>
            </a:p>
          </p:txBody>
        </p:sp>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7</m:t>
                    </m:r>
                  </m:oMath>
                </m:oMathPara>
              </a14:m>
              <a:endParaRPr sz="2600"/>
            </a:p>
          </p:txBody>
        </p:sp>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7</m:t>
                    </m:r>
                  </m:oMath>
                </m:oMathPara>
              </a14:m>
              <a:endParaRPr sz="2600"/>
            </a:p>
          </p:txBody>
        </p:sp>
      </p:grpSp>
      <p:grpSp>
        <p:nvGrpSpPr>
          <p:cNvPr id="2467" name="Readout 042"/>
          <p:cNvGrpSpPr/>
          <p:nvPr/>
        </p:nvGrpSpPr>
        <p:grpSpPr>
          <a:xfrm>
            <a:off x="444500" y="812800"/>
            <a:ext cx="8001000" cy="4051300"/>
            <a:chOff x="444500" y="812800"/>
            <a:chExt cx="8001000" cy="4051300"/>
          </a:xfrm>
        </p:grpSpPr>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6</m:t>
                    </m:r>
                  </m:oMath>
                </m:oMathPara>
              </a14:m>
              <a:endParaRPr sz="2600"/>
            </a:p>
          </p:txBody>
        </p:sp>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6</m:t>
                    </m:r>
                  </m:oMath>
                </m:oMathPara>
              </a14:m>
              <a:endParaRPr sz="2600"/>
            </a:p>
          </p:txBody>
        </p:sp>
      </p:grpSp>
      <p:grpSp>
        <p:nvGrpSpPr>
          <p:cNvPr id="2473" name="Readout 043"/>
          <p:cNvGrpSpPr/>
          <p:nvPr/>
        </p:nvGrpSpPr>
        <p:grpSpPr>
          <a:xfrm>
            <a:off x="444500" y="812800"/>
            <a:ext cx="8001000" cy="4051300"/>
            <a:chOff x="444500" y="812800"/>
            <a:chExt cx="8001000" cy="4051300"/>
          </a:xfrm>
        </p:grpSpPr>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2</m:t>
                    </m:r>
                  </m:oMath>
                </m:oMathPara>
              </a14:m>
              <a:endParaRPr sz="1700"/>
            </a:p>
          </p:txBody>
        </p:sp>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oMath>
                </m:oMathPara>
              </a14:m>
              <a:endParaRPr sz="2600"/>
            </a:p>
          </p:txBody>
        </p:sp>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0</m:t>
                    </m:r>
                  </m:oMath>
                </m:oMathPara>
              </a14:m>
              <a:endParaRPr sz="2600"/>
            </a:p>
          </p:txBody>
        </p:sp>
      </p:grpSp>
      <p:grpSp>
        <p:nvGrpSpPr>
          <p:cNvPr id="2479" name="Readout 044"/>
          <p:cNvGrpSpPr/>
          <p:nvPr/>
        </p:nvGrpSpPr>
        <p:grpSpPr>
          <a:xfrm>
            <a:off x="444500" y="812800"/>
            <a:ext cx="8001000" cy="4051300"/>
            <a:chOff x="444500" y="812800"/>
            <a:chExt cx="8001000" cy="4051300"/>
          </a:xfrm>
        </p:grpSpPr>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0</m:t>
                    </m:r>
                  </m:oMath>
                </m:oMathPara>
              </a14:m>
              <a:endParaRPr sz="2600"/>
            </a:p>
          </p:txBody>
        </p:sp>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7</m:t>
                    </m:r>
                  </m:oMath>
                </m:oMathPara>
              </a14:m>
              <a:endParaRPr sz="2600"/>
            </a:p>
          </p:txBody>
        </p:sp>
      </p:grpSp>
      <p:grpSp>
        <p:nvGrpSpPr>
          <p:cNvPr id="2485" name="Readout 045"/>
          <p:cNvGrpSpPr/>
          <p:nvPr/>
        </p:nvGrpSpPr>
        <p:grpSpPr>
          <a:xfrm>
            <a:off x="444500" y="812800"/>
            <a:ext cx="8001000" cy="4051300"/>
            <a:chOff x="444500" y="812800"/>
            <a:chExt cx="8001000" cy="4051300"/>
          </a:xfrm>
        </p:grpSpPr>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7</m:t>
                    </m:r>
                  </m:oMath>
                </m:oMathPara>
              </a14:m>
              <a:endParaRPr sz="2600"/>
            </a:p>
          </p:txBody>
        </p:sp>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8</m:t>
                    </m:r>
                  </m:oMath>
                </m:oMathPara>
              </a14:m>
              <a:endParaRPr sz="2600"/>
            </a:p>
          </p:txBody>
        </p:sp>
      </p:grpSp>
      <p:grpSp>
        <p:nvGrpSpPr>
          <p:cNvPr id="2491" name="Readout 046"/>
          <p:cNvGrpSpPr/>
          <p:nvPr/>
        </p:nvGrpSpPr>
        <p:grpSpPr>
          <a:xfrm>
            <a:off x="444500" y="812800"/>
            <a:ext cx="8001000" cy="4051300"/>
            <a:chOff x="444500" y="812800"/>
            <a:chExt cx="8001000" cy="4051300"/>
          </a:xfrm>
        </p:grpSpPr>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7</m:t>
                    </m:r>
                  </m:oMath>
                </m:oMathPara>
              </a14:m>
              <a:endParaRPr sz="1700"/>
            </a:p>
          </p:txBody>
        </p:sp>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9</m:t>
                    </m:r>
                  </m:oMath>
                </m:oMathPara>
              </a14:m>
              <a:endParaRPr sz="2600"/>
            </a:p>
          </p:txBody>
        </p:sp>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1</m:t>
                    </m:r>
                  </m:oMath>
                </m:oMathPara>
              </a14:m>
              <a:endParaRPr sz="2600"/>
            </a:p>
          </p:txBody>
        </p:sp>
      </p:grpSp>
      <p:grpSp>
        <p:nvGrpSpPr>
          <p:cNvPr id="2497" name="Readout 047"/>
          <p:cNvGrpSpPr/>
          <p:nvPr/>
        </p:nvGrpSpPr>
        <p:grpSpPr>
          <a:xfrm>
            <a:off x="444500" y="812800"/>
            <a:ext cx="8001000" cy="4051300"/>
            <a:chOff x="444500" y="812800"/>
            <a:chExt cx="8001000" cy="4051300"/>
          </a:xfrm>
        </p:grpSpPr>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7</m:t>
                    </m:r>
                  </m:oMath>
                </m:oMathPara>
              </a14:m>
              <a:endParaRPr sz="1700"/>
            </a:p>
          </p:txBody>
        </p:sp>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6</m:t>
                    </m:r>
                  </m:oMath>
                </m:oMathPara>
              </a14:m>
              <a:endParaRPr sz="2600"/>
            </a:p>
          </p:txBody>
        </p:sp>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6</m:t>
                    </m:r>
                  </m:oMath>
                </m:oMathPara>
              </a14:m>
              <a:endParaRPr sz="2600"/>
            </a:p>
          </p:txBody>
        </p:sp>
      </p:grpSp>
      <p:grpSp>
        <p:nvGrpSpPr>
          <p:cNvPr id="2503" name="Readout 048"/>
          <p:cNvGrpSpPr/>
          <p:nvPr/>
        </p:nvGrpSpPr>
        <p:grpSpPr>
          <a:xfrm>
            <a:off x="444500" y="812800"/>
            <a:ext cx="8001000" cy="4051300"/>
            <a:chOff x="444500" y="812800"/>
            <a:chExt cx="8001000" cy="4051300"/>
          </a:xfrm>
        </p:grpSpPr>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oMath>
                </m:oMathPara>
              </a14:m>
              <a:endParaRPr sz="1700"/>
            </a:p>
          </p:txBody>
        </p:sp>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0</m:t>
                    </m:r>
                  </m:oMath>
                </m:oMathPara>
              </a14:m>
              <a:endParaRPr sz="2600"/>
            </a:p>
          </p:txBody>
        </p:sp>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5</m:t>
                    </m:r>
                  </m:oMath>
                </m:oMathPara>
              </a14:m>
              <a:endParaRPr sz="2600"/>
            </a:p>
          </p:txBody>
        </p:sp>
      </p:grpSp>
      <p:grpSp>
        <p:nvGrpSpPr>
          <p:cNvPr id="2509" name="Readout 049"/>
          <p:cNvGrpSpPr/>
          <p:nvPr/>
        </p:nvGrpSpPr>
        <p:grpSpPr>
          <a:xfrm>
            <a:off x="444500" y="812800"/>
            <a:ext cx="8001000" cy="4051300"/>
            <a:chOff x="444500" y="812800"/>
            <a:chExt cx="8001000" cy="4051300"/>
          </a:xfrm>
        </p:grpSpPr>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2</m:t>
                    </m:r>
                  </m:oMath>
                </m:oMathPara>
              </a14:m>
              <a:endParaRPr sz="1700"/>
            </a:p>
          </p:txBody>
        </p:sp>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8</m:t>
                    </m:r>
                  </m:oMath>
                </m:oMathPara>
              </a14:m>
              <a:endParaRPr sz="2600"/>
            </a:p>
          </p:txBody>
        </p:sp>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oMath>
                </m:oMathPara>
              </a14:m>
              <a:endParaRPr sz="2600"/>
            </a:p>
          </p:txBody>
        </p:sp>
      </p:grpSp>
      <p:grpSp>
        <p:nvGrpSpPr>
          <p:cNvPr id="2515" name="Readout 050"/>
          <p:cNvGrpSpPr/>
          <p:nvPr/>
        </p:nvGrpSpPr>
        <p:grpSpPr>
          <a:xfrm>
            <a:off x="444500" y="812800"/>
            <a:ext cx="8001000" cy="4051300"/>
            <a:chOff x="444500" y="812800"/>
            <a:chExt cx="8001000" cy="4051300"/>
          </a:xfrm>
        </p:grpSpPr>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8</m:t>
                    </m:r>
                  </m:oMath>
                </m:oMathPara>
              </a14:m>
              <a:endParaRPr sz="1700"/>
            </a:p>
          </p:txBody>
        </p:sp>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1</m:t>
                    </m:r>
                  </m:oMath>
                </m:oMathPara>
              </a14:m>
              <a:endParaRPr sz="2600"/>
            </a:p>
          </p:txBody>
        </p:sp>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3</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6</m:t>
                    </m:r>
                  </m:oMath>
                </m:oMathPara>
              </a14:m>
              <a:endParaRPr sz="2600"/>
            </a:p>
          </p:txBody>
        </p:sp>
      </p:grpSp>
      <p:grpSp>
        <p:nvGrpSpPr>
          <p:cNvPr id="2521" name="Readout 051"/>
          <p:cNvGrpSpPr/>
          <p:nvPr/>
        </p:nvGrpSpPr>
        <p:grpSpPr>
          <a:xfrm>
            <a:off x="444500" y="812800"/>
            <a:ext cx="8001000" cy="4051300"/>
            <a:chOff x="444500" y="812800"/>
            <a:chExt cx="8001000" cy="4051300"/>
          </a:xfrm>
        </p:grpSpPr>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9</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5</m:t>
                    </m:r>
                  </m:oMath>
                </m:oMathPara>
              </a14:m>
              <a:endParaRPr sz="1700"/>
            </a:p>
          </p:txBody>
        </p:sp>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7</m:t>
                    </m:r>
                  </m:oMath>
                </m:oMathPara>
              </a14:m>
              <a:endParaRPr sz="2600"/>
            </a:p>
          </p:txBody>
        </p:sp>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3</m:t>
                    </m:r>
                  </m:oMath>
                </m:oMathPara>
              </a14:m>
              <a:endParaRPr sz="2600"/>
            </a:p>
          </p:txBody>
        </p:sp>
      </p:grpSp>
      <p:grpSp>
        <p:nvGrpSpPr>
          <p:cNvPr id="2527" name="Readout 052"/>
          <p:cNvGrpSpPr/>
          <p:nvPr/>
        </p:nvGrpSpPr>
        <p:grpSpPr>
          <a:xfrm>
            <a:off x="444500" y="812800"/>
            <a:ext cx="8001000" cy="4051300"/>
            <a:chOff x="444500" y="812800"/>
            <a:chExt cx="8001000" cy="4051300"/>
          </a:xfrm>
        </p:grpSpPr>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4</m:t>
                    </m:r>
                  </m:oMath>
                </m:oMathPara>
              </a14:m>
              <a:endParaRPr sz="1700"/>
            </a:p>
          </p:txBody>
        </p:sp>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3</m:t>
                    </m:r>
                  </m:oMath>
                </m:oMathPara>
              </a14:m>
              <a:endParaRPr sz="2600"/>
            </a:p>
          </p:txBody>
        </p:sp>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3</m:t>
                    </m:r>
                  </m:oMath>
                </m:oMathPara>
              </a14:m>
              <a:endParaRPr sz="2600"/>
            </a:p>
          </p:txBody>
        </p:sp>
      </p:grpSp>
      <p:grpSp>
        <p:nvGrpSpPr>
          <p:cNvPr id="2533" name="Readout 053"/>
          <p:cNvGrpSpPr/>
          <p:nvPr/>
        </p:nvGrpSpPr>
        <p:grpSpPr>
          <a:xfrm>
            <a:off x="444500" y="812800"/>
            <a:ext cx="8001000" cy="4051300"/>
            <a:chOff x="444500" y="812800"/>
            <a:chExt cx="8001000" cy="4051300"/>
          </a:xfrm>
        </p:grpSpPr>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6</m:t>
                    </m:r>
                  </m:oMath>
                </m:oMathPara>
              </a14:m>
              <a:endParaRPr sz="1700"/>
            </a:p>
          </p:txBody>
        </p:sp>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4</m:t>
                    </m:r>
                  </m:oMath>
                </m:oMathPara>
              </a14:m>
              <a:endParaRPr sz="2600"/>
            </a:p>
          </p:txBody>
        </p:sp>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0</m:t>
                    </m:r>
                  </m:oMath>
                </m:oMathPara>
              </a14:m>
              <a:endParaRPr sz="2600"/>
            </a:p>
          </p:txBody>
        </p:sp>
      </p:grpSp>
      <p:grpSp>
        <p:nvGrpSpPr>
          <p:cNvPr id="2539" name="Readout 054"/>
          <p:cNvGrpSpPr/>
          <p:nvPr/>
        </p:nvGrpSpPr>
        <p:grpSpPr>
          <a:xfrm>
            <a:off x="444500" y="812800"/>
            <a:ext cx="8001000" cy="4051300"/>
            <a:chOff x="444500" y="812800"/>
            <a:chExt cx="8001000" cy="4051300"/>
          </a:xfrm>
        </p:grpSpPr>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7</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4</m:t>
                    </m:r>
                  </m:oMath>
                </m:oMathPara>
              </a14:m>
              <a:endParaRPr sz="1700"/>
            </a:p>
          </p:txBody>
        </p:sp>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oMath>
                </m:oMathPara>
              </a14:m>
              <a:endParaRPr sz="2600"/>
            </a:p>
          </p:txBody>
        </p:sp>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0</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9</m:t>
                    </m:r>
                  </m:oMath>
                </m:oMathPara>
              </a14:m>
              <a:endParaRPr sz="2600"/>
            </a:p>
          </p:txBody>
        </p:sp>
      </p:grpSp>
      <p:grpSp>
        <p:nvGrpSpPr>
          <p:cNvPr id="2545" name="Readout 055"/>
          <p:cNvGrpSpPr/>
          <p:nvPr/>
        </p:nvGrpSpPr>
        <p:grpSpPr>
          <a:xfrm>
            <a:off x="444500" y="812800"/>
            <a:ext cx="8001000" cy="4051300"/>
            <a:chOff x="444500" y="812800"/>
            <a:chExt cx="8001000" cy="4051300"/>
          </a:xfrm>
        </p:grpSpPr>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8</m:t>
                    </m:r>
                  </m:oMath>
                </m:oMathPara>
              </a14:m>
              <a:endParaRPr sz="1700"/>
            </a:p>
          </p:txBody>
        </p:sp>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7</m:t>
                    </m:r>
                  </m:oMath>
                </m:oMathPara>
              </a14:m>
              <a:endParaRPr sz="2600"/>
            </a:p>
          </p:txBody>
        </p:sp>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8</m:t>
                    </m:r>
                  </m:oMath>
                </m:oMathPara>
              </a14:m>
              <a:endParaRPr sz="2600"/>
            </a:p>
          </p:txBody>
        </p:sp>
      </p:grpSp>
      <p:grpSp>
        <p:nvGrpSpPr>
          <p:cNvPr id="2551" name="Readout 056"/>
          <p:cNvGrpSpPr/>
          <p:nvPr/>
        </p:nvGrpSpPr>
        <p:grpSpPr>
          <a:xfrm>
            <a:off x="444500" y="812800"/>
            <a:ext cx="8001000" cy="4051300"/>
            <a:chOff x="444500" y="812800"/>
            <a:chExt cx="8001000" cy="4051300"/>
          </a:xfrm>
        </p:grpSpPr>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5</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0</m:t>
                    </m:r>
                  </m:oMath>
                </m:oMathPara>
              </a14:m>
              <a:endParaRPr sz="1700"/>
            </a:p>
          </p:txBody>
        </p:sp>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7</m:t>
                    </m:r>
                  </m:oMath>
                </m:oMathPara>
              </a14:m>
              <a:endParaRPr sz="2600"/>
            </a:p>
          </p:txBody>
        </p:sp>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oMath>
                </m:oMathPara>
              </a14:m>
              <a:endParaRPr sz="2600"/>
            </a:p>
          </p:txBody>
        </p:sp>
      </p:grpSp>
      <p:grpSp>
        <p:nvGrpSpPr>
          <p:cNvPr id="2557" name="Readout 057"/>
          <p:cNvGrpSpPr/>
          <p:nvPr/>
        </p:nvGrpSpPr>
        <p:grpSpPr>
          <a:xfrm>
            <a:off x="444500" y="812800"/>
            <a:ext cx="8001000" cy="4051300"/>
            <a:chOff x="444500" y="812800"/>
            <a:chExt cx="8001000" cy="4051300"/>
          </a:xfrm>
        </p:grpSpPr>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4</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2</m:t>
                    </m:r>
                  </m:oMath>
                </m:oMathPara>
              </a14:m>
              <a:endParaRPr sz="1700"/>
            </a:p>
          </p:txBody>
        </p:sp>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9</m:t>
                    </m:r>
                  </m:oMath>
                </m:oMathPara>
              </a14:m>
              <a:endParaRPr sz="2600"/>
            </a:p>
          </p:txBody>
        </p:sp>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oMath>
                </m:oMathPara>
              </a14:m>
              <a:endParaRPr sz="2600"/>
            </a:p>
          </p:txBody>
        </p:sp>
      </p:grpSp>
      <p:grpSp>
        <p:nvGrpSpPr>
          <p:cNvPr id="2563" name="Readout 058"/>
          <p:cNvGrpSpPr/>
          <p:nvPr/>
        </p:nvGrpSpPr>
        <p:grpSpPr>
          <a:xfrm>
            <a:off x="444500" y="812800"/>
            <a:ext cx="8001000" cy="4051300"/>
            <a:chOff x="444500" y="812800"/>
            <a:chExt cx="8001000" cy="4051300"/>
          </a:xfrm>
        </p:grpSpPr>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3</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8</m:t>
                    </m:r>
                  </m:oMath>
                </m:oMathPara>
              </a14:m>
              <a:endParaRPr sz="2600"/>
            </a:p>
          </p:txBody>
        </p:sp>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5</m:t>
                    </m:r>
                  </m:oMath>
                </m:oMathPara>
              </a14:m>
              <a:endParaRPr sz="2600"/>
            </a:p>
          </p:txBody>
        </p:sp>
      </p:grpSp>
      <p:grpSp>
        <p:nvGrpSpPr>
          <p:cNvPr id="2569" name="Readout 059"/>
          <p:cNvGrpSpPr/>
          <p:nvPr/>
        </p:nvGrpSpPr>
        <p:grpSpPr>
          <a:xfrm>
            <a:off x="444500" y="812800"/>
            <a:ext cx="8001000" cy="4051300"/>
            <a:chOff x="444500" y="812800"/>
            <a:chExt cx="8001000" cy="4051300"/>
          </a:xfrm>
        </p:grpSpPr>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3</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1</m:t>
                    </m:r>
                  </m:oMath>
                </m:oMathPara>
              </a14:m>
              <a:endParaRPr sz="1700"/>
            </a:p>
          </p:txBody>
        </p:sp>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5</m:t>
                    </m:r>
                  </m:oMath>
                </m:oMathPara>
              </a14:m>
              <a:endParaRPr sz="2600"/>
            </a:p>
          </p:txBody>
        </p:sp>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9</m:t>
                    </m:r>
                  </m:oMath>
                </m:oMathPara>
              </a14:m>
              <a:endParaRPr sz="2600"/>
            </a:p>
          </p:txBody>
        </p:sp>
      </p:grpSp>
      <p:grpSp>
        <p:nvGrpSpPr>
          <p:cNvPr id="2575" name="Readout 060"/>
          <p:cNvGrpSpPr/>
          <p:nvPr/>
        </p:nvGrpSpPr>
        <p:grpSpPr>
          <a:xfrm>
            <a:off x="444500" y="812800"/>
            <a:ext cx="8001000" cy="4051300"/>
            <a:chOff x="444500" y="812800"/>
            <a:chExt cx="8001000" cy="4051300"/>
          </a:xfrm>
        </p:grpSpPr>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2</m:t>
                    </m:r>
                  </m:oMath>
                </m:oMathPara>
              </a14:m>
              <a:endParaRPr sz="1700"/>
            </a:p>
          </p:txBody>
        </p:sp>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6</m:t>
                    </m:r>
                  </m:oMath>
                </m:oMathPara>
              </a14:m>
              <a:endParaRPr sz="2600"/>
            </a:p>
          </p:txBody>
        </p:sp>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oMath>
                </m:oMathPara>
              </a14:m>
              <a:endParaRPr sz="2600"/>
            </a:p>
          </p:txBody>
        </p:sp>
      </p:grpSp>
      <p:grpSp>
        <p:nvGrpSpPr>
          <p:cNvPr id="2581" name="Readout 061"/>
          <p:cNvGrpSpPr/>
          <p:nvPr/>
        </p:nvGrpSpPr>
        <p:grpSpPr>
          <a:xfrm>
            <a:off x="444500" y="812800"/>
            <a:ext cx="8001000" cy="4051300"/>
            <a:chOff x="444500" y="812800"/>
            <a:chExt cx="8001000" cy="4051300"/>
          </a:xfrm>
        </p:grpSpPr>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9</m:t>
                    </m:r>
                  </m:oMath>
                </m:oMathPara>
              </a14:m>
              <a:endParaRPr sz="1700"/>
            </a:p>
          </p:txBody>
        </p:sp>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2</m:t>
                    </m:r>
                  </m:oMath>
                </m:oMathPara>
              </a14:m>
              <a:endParaRPr sz="2600"/>
            </a:p>
          </p:txBody>
        </p:sp>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1</m:t>
                    </m:r>
                  </m:oMath>
                </m:oMathPara>
              </a14:m>
              <a:endParaRPr sz="2600"/>
            </a:p>
          </p:txBody>
        </p:sp>
      </p:grpSp>
      <p:grpSp>
        <p:nvGrpSpPr>
          <p:cNvPr id="2587" name="Readout 062"/>
          <p:cNvGrpSpPr/>
          <p:nvPr/>
        </p:nvGrpSpPr>
        <p:grpSpPr>
          <a:xfrm>
            <a:off x="444500" y="812800"/>
            <a:ext cx="8001000" cy="4051300"/>
            <a:chOff x="444500" y="812800"/>
            <a:chExt cx="8001000" cy="4051300"/>
          </a:xfrm>
        </p:grpSpPr>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5</m:t>
                    </m:r>
                  </m:oMath>
                </m:oMathPara>
              </a14:m>
              <a:endParaRPr sz="1700"/>
            </a:p>
          </p:txBody>
        </p:sp>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0</m:t>
                    </m:r>
                  </m:oMath>
                </m:oMathPara>
              </a14:m>
              <a:endParaRPr sz="2600"/>
            </a:p>
          </p:txBody>
        </p:sp>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oMath>
                </m:oMathPara>
              </a14:m>
              <a:endParaRPr sz="2600"/>
            </a:p>
          </p:txBody>
        </p:sp>
      </p:grpSp>
      <p:grpSp>
        <p:nvGrpSpPr>
          <p:cNvPr id="2593" name="Readout 063"/>
          <p:cNvGrpSpPr/>
          <p:nvPr/>
        </p:nvGrpSpPr>
        <p:grpSpPr>
          <a:xfrm>
            <a:off x="444500" y="812800"/>
            <a:ext cx="8001000" cy="4051300"/>
            <a:chOff x="444500" y="812800"/>
            <a:chExt cx="8001000" cy="4051300"/>
          </a:xfrm>
        </p:grpSpPr>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oMath>
                </m:oMathPara>
              </a14:m>
              <a:endParaRPr sz="1700"/>
            </a:p>
          </p:txBody>
        </p:sp>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6</m:t>
                    </m:r>
                  </m:oMath>
                </m:oMathPara>
              </a14:m>
              <a:endParaRPr sz="2600"/>
            </a:p>
          </p:txBody>
        </p:sp>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3</m:t>
                    </m:r>
                  </m:oMath>
                </m:oMathPara>
              </a14:m>
              <a:endParaRPr sz="2600"/>
            </a:p>
          </p:txBody>
        </p:sp>
      </p:grpSp>
      <p:grpSp>
        <p:nvGrpSpPr>
          <p:cNvPr id="2599" name="Readout 064"/>
          <p:cNvGrpSpPr/>
          <p:nvPr/>
        </p:nvGrpSpPr>
        <p:grpSpPr>
          <a:xfrm>
            <a:off x="444500" y="812800"/>
            <a:ext cx="8001000" cy="4051300"/>
            <a:chOff x="444500" y="812800"/>
            <a:chExt cx="8001000" cy="4051300"/>
          </a:xfrm>
        </p:grpSpPr>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0</m:t>
                    </m:r>
                  </m:oMath>
                </m:oMathPara>
              </a14:m>
              <a:endParaRPr sz="1700"/>
            </a:p>
          </p:txBody>
        </p:sp>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6</m:t>
                    </m:r>
                  </m:oMath>
                </m:oMathPara>
              </a14:m>
              <a:endParaRPr sz="2600"/>
            </a:p>
          </p:txBody>
        </p:sp>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5</m:t>
                    </m:r>
                  </m:oMath>
                </m:oMathPara>
              </a14:m>
              <a:endParaRPr sz="2600"/>
            </a:p>
          </p:txBody>
        </p:sp>
      </p:grpSp>
      <p:grpSp>
        <p:nvGrpSpPr>
          <p:cNvPr id="2605" name="Readout 065"/>
          <p:cNvGrpSpPr/>
          <p:nvPr/>
        </p:nvGrpSpPr>
        <p:grpSpPr>
          <a:xfrm>
            <a:off x="444500" y="812800"/>
            <a:ext cx="8001000" cy="4051300"/>
            <a:chOff x="444500" y="812800"/>
            <a:chExt cx="8001000" cy="4051300"/>
          </a:xfrm>
        </p:grpSpPr>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3</m:t>
                    </m:r>
                  </m:oMath>
                </m:oMathPara>
              </a14:m>
              <a:endParaRPr sz="1700"/>
            </a:p>
          </p:txBody>
        </p:sp>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0</m:t>
                    </m:r>
                  </m:oMath>
                </m:oMathPara>
              </a14:m>
              <a:endParaRPr sz="2600"/>
            </a:p>
          </p:txBody>
        </p:sp>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3</m:t>
                    </m:r>
                  </m:oMath>
                </m:oMathPara>
              </a14:m>
              <a:endParaRPr sz="2600"/>
            </a:p>
          </p:txBody>
        </p:sp>
      </p:grpSp>
      <p:grpSp>
        <p:nvGrpSpPr>
          <p:cNvPr id="2611" name="Readout 066"/>
          <p:cNvGrpSpPr/>
          <p:nvPr/>
        </p:nvGrpSpPr>
        <p:grpSpPr>
          <a:xfrm>
            <a:off x="444500" y="812800"/>
            <a:ext cx="8001000" cy="4051300"/>
            <a:chOff x="444500" y="812800"/>
            <a:chExt cx="8001000" cy="4051300"/>
          </a:xfrm>
        </p:grpSpPr>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3</m:t>
                    </m:r>
                  </m:oMath>
                </m:oMathPara>
              </a14:m>
              <a:endParaRPr sz="1700"/>
            </a:p>
          </p:txBody>
        </p:sp>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7</m:t>
                    </m:r>
                  </m:oMath>
                </m:oMathPara>
              </a14:m>
              <a:endParaRPr sz="2600"/>
            </a:p>
          </p:txBody>
        </p:sp>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6</m:t>
                    </m:r>
                  </m:oMath>
                </m:oMathPara>
              </a14:m>
              <a:endParaRPr sz="2600"/>
            </a:p>
          </p:txBody>
        </p:sp>
      </p:grpSp>
      <p:grpSp>
        <p:nvGrpSpPr>
          <p:cNvPr id="2617" name="Readout 067"/>
          <p:cNvGrpSpPr/>
          <p:nvPr/>
        </p:nvGrpSpPr>
        <p:grpSpPr>
          <a:xfrm>
            <a:off x="444500" y="812800"/>
            <a:ext cx="8001000" cy="4051300"/>
            <a:chOff x="444500" y="812800"/>
            <a:chExt cx="8001000" cy="4051300"/>
          </a:xfrm>
        </p:grpSpPr>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1</m:t>
                    </m:r>
                  </m:oMath>
                </m:oMathPara>
              </a14:m>
              <a:endParaRPr sz="1700"/>
            </a:p>
          </p:txBody>
        </p:sp>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9</m:t>
                    </m:r>
                  </m:oMath>
                </m:oMathPara>
              </a14:m>
              <a:endParaRPr sz="2600"/>
            </a:p>
          </p:txBody>
        </p:sp>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7</m:t>
                    </m:r>
                  </m:oMath>
                </m:oMathPara>
              </a14:m>
              <a:endParaRPr sz="2600"/>
            </a:p>
          </p:txBody>
        </p:sp>
      </p:grpSp>
      <p:grpSp>
        <p:nvGrpSpPr>
          <p:cNvPr id="2623" name="Readout 068"/>
          <p:cNvGrpSpPr/>
          <p:nvPr/>
        </p:nvGrpSpPr>
        <p:grpSpPr>
          <a:xfrm>
            <a:off x="444500" y="812800"/>
            <a:ext cx="8001000" cy="4051300"/>
            <a:chOff x="444500" y="812800"/>
            <a:chExt cx="8001000" cy="4051300"/>
          </a:xfrm>
        </p:grpSpPr>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9</m:t>
                    </m:r>
                  </m:oMath>
                </m:oMathPara>
              </a14:m>
              <a:endParaRPr sz="1700"/>
            </a:p>
          </p:txBody>
        </p:sp>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8</m:t>
                    </m:r>
                  </m:oMath>
                </m:oMathPara>
              </a14:m>
              <a:endParaRPr sz="2600"/>
            </a:p>
          </p:txBody>
        </p:sp>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oMath>
                </m:oMathPara>
              </a14:m>
              <a:endParaRPr sz="2600"/>
            </a:p>
          </p:txBody>
        </p:sp>
      </p:grpSp>
      <p:grpSp>
        <p:nvGrpSpPr>
          <p:cNvPr id="2629" name="Readout 069"/>
          <p:cNvGrpSpPr/>
          <p:nvPr/>
        </p:nvGrpSpPr>
        <p:grpSpPr>
          <a:xfrm>
            <a:off x="444500" y="812800"/>
            <a:ext cx="8001000" cy="4051300"/>
            <a:chOff x="444500" y="812800"/>
            <a:chExt cx="8001000" cy="4051300"/>
          </a:xfrm>
        </p:grpSpPr>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1</m:t>
                    </m:r>
                  </m:oMath>
                </m:oMathPara>
              </a14:m>
              <a:endParaRPr sz="1700"/>
            </a:p>
          </p:txBody>
        </p:sp>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7</m:t>
                    </m:r>
                  </m:oMath>
                </m:oMathPara>
              </a14:m>
              <a:endParaRPr sz="2600"/>
            </a:p>
          </p:txBody>
        </p:sp>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oMath>
                </m:oMathPara>
              </a14:m>
              <a:endParaRPr sz="2600"/>
            </a:p>
          </p:txBody>
        </p:sp>
      </p:grpSp>
      <p:grpSp>
        <p:nvGrpSpPr>
          <p:cNvPr id="2635" name="Readout 070"/>
          <p:cNvGrpSpPr/>
          <p:nvPr/>
        </p:nvGrpSpPr>
        <p:grpSpPr>
          <a:xfrm>
            <a:off x="444500" y="812800"/>
            <a:ext cx="8001000" cy="4051300"/>
            <a:chOff x="444500" y="812800"/>
            <a:chExt cx="8001000" cy="4051300"/>
          </a:xfrm>
        </p:grpSpPr>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6</m:t>
                    </m:r>
                  </m:oMath>
                </m:oMathPara>
              </a14:m>
              <a:endParaRPr sz="1700"/>
            </a:p>
          </p:txBody>
        </p:sp>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9</m:t>
                    </m:r>
                  </m:oMath>
                </m:oMathPara>
              </a14:m>
              <a:endParaRPr sz="2600"/>
            </a:p>
          </p:txBody>
        </p:sp>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0</m:t>
                    </m:r>
                  </m:oMath>
                </m:oMathPara>
              </a14:m>
              <a:endParaRPr sz="2600"/>
            </a:p>
          </p:txBody>
        </p:sp>
      </p:grpSp>
      <p:grpSp>
        <p:nvGrpSpPr>
          <p:cNvPr id="2641" name="Readout 071"/>
          <p:cNvGrpSpPr/>
          <p:nvPr/>
        </p:nvGrpSpPr>
        <p:grpSpPr>
          <a:xfrm>
            <a:off x="444500" y="812800"/>
            <a:ext cx="8001000" cy="4051300"/>
            <a:chOff x="444500" y="812800"/>
            <a:chExt cx="8001000" cy="4051300"/>
          </a:xfrm>
        </p:grpSpPr>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9</m:t>
                    </m:r>
                  </m:oMath>
                </m:oMathPara>
              </a14:m>
              <a:endParaRPr sz="1700"/>
            </a:p>
          </p:txBody>
        </p:sp>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9</m:t>
                    </m:r>
                  </m:oMath>
                </m:oMathPara>
              </a14:m>
              <a:endParaRPr sz="2600"/>
            </a:p>
          </p:txBody>
        </p:sp>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4</m:t>
                    </m:r>
                  </m:oMath>
                </m:oMathPara>
              </a14:m>
              <a:endParaRPr sz="2600"/>
            </a:p>
          </p:txBody>
        </p:sp>
      </p:grpSp>
      <p:grpSp>
        <p:nvGrpSpPr>
          <p:cNvPr id="2647" name="Readout 072"/>
          <p:cNvGrpSpPr/>
          <p:nvPr/>
        </p:nvGrpSpPr>
        <p:grpSpPr>
          <a:xfrm>
            <a:off x="444500" y="812800"/>
            <a:ext cx="8001000" cy="4051300"/>
            <a:chOff x="444500" y="812800"/>
            <a:chExt cx="8001000" cy="4051300"/>
          </a:xfrm>
        </p:grpSpPr>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9</m:t>
                    </m:r>
                  </m:oMath>
                </m:oMathPara>
              </a14:m>
              <a:endParaRPr sz="1700"/>
            </a:p>
          </p:txBody>
        </p:sp>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8</m:t>
                    </m:r>
                  </m:oMath>
                </m:oMathPara>
              </a14:m>
              <a:endParaRPr sz="2600"/>
            </a:p>
          </p:txBody>
        </p:sp>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5</m:t>
                    </m:r>
                  </m:oMath>
                </m:oMathPara>
              </a14:m>
              <a:endParaRPr sz="2600"/>
            </a:p>
          </p:txBody>
        </p:sp>
      </p:grpSp>
      <p:grpSp>
        <p:nvGrpSpPr>
          <p:cNvPr id="2653" name="Readout 073"/>
          <p:cNvGrpSpPr/>
          <p:nvPr/>
        </p:nvGrpSpPr>
        <p:grpSpPr>
          <a:xfrm>
            <a:off x="444500" y="812800"/>
            <a:ext cx="8001000" cy="4051300"/>
            <a:chOff x="444500" y="812800"/>
            <a:chExt cx="8001000" cy="4051300"/>
          </a:xfrm>
        </p:grpSpPr>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6</m:t>
                    </m:r>
                  </m:oMath>
                </m:oMathPara>
              </a14:m>
              <a:endParaRPr sz="1700"/>
            </a:p>
          </p:txBody>
        </p:sp>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9</m:t>
                    </m:r>
                  </m:oMath>
                </m:oMathPara>
              </a14:m>
              <a:endParaRPr sz="2600"/>
            </a:p>
          </p:txBody>
        </p:sp>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1</m:t>
                    </m:r>
                  </m:oMath>
                </m:oMathPara>
              </a14:m>
              <a:endParaRPr sz="2600"/>
            </a:p>
          </p:txBody>
        </p:sp>
      </p:grpSp>
      <p:grpSp>
        <p:nvGrpSpPr>
          <p:cNvPr id="2659" name="Readout 074"/>
          <p:cNvGrpSpPr/>
          <p:nvPr/>
        </p:nvGrpSpPr>
        <p:grpSpPr>
          <a:xfrm>
            <a:off x="444500" y="812800"/>
            <a:ext cx="8001000" cy="4051300"/>
            <a:chOff x="444500" y="812800"/>
            <a:chExt cx="8001000" cy="4051300"/>
          </a:xfrm>
        </p:grpSpPr>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1</m:t>
                    </m:r>
                  </m:oMath>
                </m:oMathPara>
              </a14:m>
              <a:endParaRPr sz="1700"/>
            </a:p>
          </p:txBody>
        </p:sp>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7</m:t>
                    </m:r>
                  </m:oMath>
                </m:oMathPara>
              </a14:m>
              <a:endParaRPr sz="2600"/>
            </a:p>
          </p:txBody>
        </p:sp>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6</m:t>
                    </m:r>
                  </m:oMath>
                </m:oMathPara>
              </a14:m>
              <a:endParaRPr sz="2600"/>
            </a:p>
          </p:txBody>
        </p:sp>
      </p:grpSp>
      <p:grpSp>
        <p:nvGrpSpPr>
          <p:cNvPr id="2665" name="Readout 075"/>
          <p:cNvGrpSpPr/>
          <p:nvPr/>
        </p:nvGrpSpPr>
        <p:grpSpPr>
          <a:xfrm>
            <a:off x="444500" y="812800"/>
            <a:ext cx="8001000" cy="4051300"/>
            <a:chOff x="444500" y="812800"/>
            <a:chExt cx="8001000" cy="4051300"/>
          </a:xfrm>
        </p:grpSpPr>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9</m:t>
                    </m:r>
                  </m:oMath>
                </m:oMathPara>
              </a14:m>
              <a:endParaRPr sz="1700"/>
            </a:p>
          </p:txBody>
        </p:sp>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9</m:t>
                    </m:r>
                  </m:oMath>
                </m:oMathPara>
              </a14:m>
              <a:endParaRPr sz="2600"/>
            </a:p>
          </p:txBody>
        </p:sp>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3</m:t>
                    </m:r>
                  </m:oMath>
                </m:oMathPara>
              </a14:m>
              <a:endParaRPr sz="2600"/>
            </a:p>
          </p:txBody>
        </p:sp>
      </p:grpSp>
      <p:grpSp>
        <p:nvGrpSpPr>
          <p:cNvPr id="2671" name="Readout 076"/>
          <p:cNvGrpSpPr/>
          <p:nvPr/>
        </p:nvGrpSpPr>
        <p:grpSpPr>
          <a:xfrm>
            <a:off x="444500" y="812800"/>
            <a:ext cx="8001000" cy="4051300"/>
            <a:chOff x="444500" y="812800"/>
            <a:chExt cx="8001000" cy="4051300"/>
          </a:xfrm>
        </p:grpSpPr>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1</m:t>
                    </m:r>
                  </m:oMath>
                </m:oMathPara>
              </a14:m>
              <a:endParaRPr sz="1700"/>
            </a:p>
          </p:txBody>
        </p:sp>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0</m:t>
                    </m:r>
                  </m:oMath>
                </m:oMathPara>
              </a14:m>
              <a:endParaRPr sz="2600"/>
            </a:p>
          </p:txBody>
        </p:sp>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6</m:t>
                    </m:r>
                  </m:oMath>
                </m:oMathPara>
              </a14:m>
              <a:endParaRPr sz="2600"/>
            </a:p>
          </p:txBody>
        </p:sp>
      </p:grpSp>
      <p:grpSp>
        <p:nvGrpSpPr>
          <p:cNvPr id="2677" name="Readout 077"/>
          <p:cNvGrpSpPr/>
          <p:nvPr/>
        </p:nvGrpSpPr>
        <p:grpSpPr>
          <a:xfrm>
            <a:off x="444500" y="812800"/>
            <a:ext cx="8001000" cy="4051300"/>
            <a:chOff x="444500" y="812800"/>
            <a:chExt cx="8001000" cy="4051300"/>
          </a:xfrm>
        </p:grpSpPr>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3</m:t>
                    </m:r>
                  </m:oMath>
                </m:oMathPara>
              </a14:m>
              <a:endParaRPr sz="1700"/>
            </a:p>
          </p:txBody>
        </p:sp>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6</m:t>
                    </m:r>
                  </m:oMath>
                </m:oMathPara>
              </a14:m>
              <a:endParaRPr sz="2600"/>
            </a:p>
          </p:txBody>
        </p:sp>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8</m:t>
                    </m:r>
                  </m:oMath>
                </m:oMathPara>
              </a14:m>
              <a:endParaRPr sz="2600"/>
            </a:p>
          </p:txBody>
        </p:sp>
      </p:grpSp>
      <p:grpSp>
        <p:nvGrpSpPr>
          <p:cNvPr id="2683" name="Readout 078"/>
          <p:cNvGrpSpPr/>
          <p:nvPr/>
        </p:nvGrpSpPr>
        <p:grpSpPr>
          <a:xfrm>
            <a:off x="444500" y="812800"/>
            <a:ext cx="8001000" cy="4051300"/>
            <a:chOff x="444500" y="812800"/>
            <a:chExt cx="8001000" cy="4051300"/>
          </a:xfrm>
        </p:grpSpPr>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3</m:t>
                    </m:r>
                  </m:oMath>
                </m:oMathPara>
              </a14:m>
              <a:endParaRPr sz="1700"/>
            </a:p>
          </p:txBody>
        </p:sp>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2</m:t>
                    </m:r>
                  </m:oMath>
                </m:oMathPara>
              </a14:m>
              <a:endParaRPr sz="2600"/>
            </a:p>
          </p:txBody>
        </p:sp>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0</m:t>
                    </m:r>
                  </m:oMath>
                </m:oMathPara>
              </a14:m>
              <a:endParaRPr sz="2600"/>
            </a:p>
          </p:txBody>
        </p:sp>
      </p:grpSp>
      <p:grpSp>
        <p:nvGrpSpPr>
          <p:cNvPr id="2689" name="Readout 079"/>
          <p:cNvGrpSpPr/>
          <p:nvPr/>
        </p:nvGrpSpPr>
        <p:grpSpPr>
          <a:xfrm>
            <a:off x="444500" y="812800"/>
            <a:ext cx="8001000" cy="4051300"/>
            <a:chOff x="444500" y="812800"/>
            <a:chExt cx="8001000" cy="4051300"/>
          </a:xfrm>
        </p:grpSpPr>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0</m:t>
                    </m:r>
                  </m:oMath>
                </m:oMathPara>
              </a14:m>
              <a:endParaRPr sz="1700"/>
            </a:p>
          </p:txBody>
        </p:sp>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5</m:t>
                    </m:r>
                  </m:oMath>
                </m:oMathPara>
              </a14:m>
              <a:endParaRPr sz="2600"/>
            </a:p>
          </p:txBody>
        </p:sp>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oMath>
                </m:oMathPara>
              </a14:m>
              <a:endParaRPr sz="2600"/>
            </a:p>
          </p:txBody>
        </p:sp>
      </p:grpSp>
      <p:grpSp>
        <p:nvGrpSpPr>
          <p:cNvPr id="2695" name="Readout 080"/>
          <p:cNvGrpSpPr/>
          <p:nvPr/>
        </p:nvGrpSpPr>
        <p:grpSpPr>
          <a:xfrm>
            <a:off x="444500" y="812800"/>
            <a:ext cx="8001000" cy="4051300"/>
            <a:chOff x="444500" y="812800"/>
            <a:chExt cx="8001000" cy="4051300"/>
          </a:xfrm>
        </p:grpSpPr>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oMath>
                </m:oMathPara>
              </a14:m>
              <a:endParaRPr sz="1700"/>
            </a:p>
          </p:txBody>
        </p:sp>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1</m:t>
                    </m:r>
                  </m:oMath>
                </m:oMathPara>
              </a14:m>
              <a:endParaRPr sz="2600"/>
            </a:p>
          </p:txBody>
        </p:sp>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8</m:t>
                    </m:r>
                  </m:oMath>
                </m:oMathPara>
              </a14:m>
              <a:endParaRPr sz="2600"/>
            </a:p>
          </p:txBody>
        </p:sp>
      </p:grpSp>
      <p:grpSp>
        <p:nvGrpSpPr>
          <p:cNvPr id="2701" name="Readout 081"/>
          <p:cNvGrpSpPr/>
          <p:nvPr/>
        </p:nvGrpSpPr>
        <p:grpSpPr>
          <a:xfrm>
            <a:off x="444500" y="812800"/>
            <a:ext cx="8001000" cy="4051300"/>
            <a:chOff x="444500" y="812800"/>
            <a:chExt cx="8001000" cy="4051300"/>
          </a:xfrm>
        </p:grpSpPr>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5</m:t>
                    </m:r>
                  </m:oMath>
                </m:oMathPara>
              </a14:m>
              <a:endParaRPr sz="1700"/>
            </a:p>
          </p:txBody>
        </p:sp>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oMath>
                </m:oMathPara>
              </a14:m>
              <a:endParaRPr sz="2600"/>
            </a:p>
          </p:txBody>
        </p:sp>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7</m:t>
                    </m:r>
                  </m:oMath>
                </m:oMathPara>
              </a14:m>
              <a:endParaRPr sz="2600"/>
            </a:p>
          </p:txBody>
        </p:sp>
      </p:grpSp>
      <p:grpSp>
        <p:nvGrpSpPr>
          <p:cNvPr id="2707" name="Readout 082"/>
          <p:cNvGrpSpPr/>
          <p:nvPr/>
        </p:nvGrpSpPr>
        <p:grpSpPr>
          <a:xfrm>
            <a:off x="444500" y="812800"/>
            <a:ext cx="8001000" cy="4051300"/>
            <a:chOff x="444500" y="812800"/>
            <a:chExt cx="8001000" cy="4051300"/>
          </a:xfrm>
        </p:grpSpPr>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9</m:t>
                    </m:r>
                  </m:oMath>
                </m:oMathPara>
              </a14:m>
              <a:endParaRPr sz="1700"/>
            </a:p>
          </p:txBody>
        </p:sp>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8</m:t>
                    </m:r>
                  </m:oMath>
                </m:oMathPara>
              </a14:m>
              <a:endParaRPr sz="2600"/>
            </a:p>
          </p:txBody>
        </p:sp>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5</m:t>
                    </m:r>
                  </m:oMath>
                </m:oMathPara>
              </a14:m>
              <a:endParaRPr sz="2600"/>
            </a:p>
          </p:txBody>
        </p:sp>
      </p:grpSp>
      <p:grpSp>
        <p:nvGrpSpPr>
          <p:cNvPr id="2713" name="Readout 083"/>
          <p:cNvGrpSpPr/>
          <p:nvPr/>
        </p:nvGrpSpPr>
        <p:grpSpPr>
          <a:xfrm>
            <a:off x="444500" y="812800"/>
            <a:ext cx="8001000" cy="4051300"/>
            <a:chOff x="444500" y="812800"/>
            <a:chExt cx="8001000" cy="4051300"/>
          </a:xfrm>
        </p:grpSpPr>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2</m:t>
                    </m:r>
                  </m:oMath>
                </m:oMathPara>
              </a14:m>
              <a:endParaRPr sz="1700"/>
            </a:p>
          </p:txBody>
        </p:sp>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4</m:t>
                    </m:r>
                  </m:oMath>
                </m:oMathPara>
              </a14:m>
              <a:endParaRPr sz="2600"/>
            </a:p>
          </p:txBody>
        </p:sp>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oMath>
                </m:oMathPara>
              </a14:m>
              <a:endParaRPr sz="2600"/>
            </a:p>
          </p:txBody>
        </p:sp>
      </p:grpSp>
      <p:grpSp>
        <p:nvGrpSpPr>
          <p:cNvPr id="2719" name="Readout 084"/>
          <p:cNvGrpSpPr/>
          <p:nvPr/>
        </p:nvGrpSpPr>
        <p:grpSpPr>
          <a:xfrm>
            <a:off x="444500" y="812800"/>
            <a:ext cx="8001000" cy="4051300"/>
            <a:chOff x="444500" y="812800"/>
            <a:chExt cx="8001000" cy="4051300"/>
          </a:xfrm>
        </p:grpSpPr>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3</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1</m:t>
                    </m:r>
                  </m:oMath>
                </m:oMathPara>
              </a14:m>
              <a:endParaRPr sz="1700"/>
            </a:p>
          </p:txBody>
        </p:sp>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1</m:t>
                    </m:r>
                  </m:oMath>
                </m:oMathPara>
              </a14:m>
              <a:endParaRPr sz="2600"/>
            </a:p>
          </p:txBody>
        </p:sp>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4</m:t>
                    </m:r>
                  </m:oMath>
                </m:oMathPara>
              </a14:m>
              <a:endParaRPr sz="2600"/>
            </a:p>
          </p:txBody>
        </p:sp>
      </p:grpSp>
      <p:grpSp>
        <p:nvGrpSpPr>
          <p:cNvPr id="2725" name="Readout 085"/>
          <p:cNvGrpSpPr/>
          <p:nvPr/>
        </p:nvGrpSpPr>
        <p:grpSpPr>
          <a:xfrm>
            <a:off x="444500" y="812800"/>
            <a:ext cx="8001000" cy="4051300"/>
            <a:chOff x="444500" y="812800"/>
            <a:chExt cx="8001000" cy="4051300"/>
          </a:xfrm>
        </p:grpSpPr>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3</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oMath>
                </m:oMathPara>
              </a14:m>
              <a:endParaRPr sz="2600"/>
            </a:p>
          </p:txBody>
        </p:sp>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8</m:t>
                    </m:r>
                  </m:oMath>
                </m:oMathPara>
              </a14:m>
              <a:endParaRPr sz="2600"/>
            </a:p>
          </p:txBody>
        </p:sp>
      </p:grpSp>
      <p:grpSp>
        <p:nvGrpSpPr>
          <p:cNvPr id="2731" name="Readout 086"/>
          <p:cNvGrpSpPr/>
          <p:nvPr/>
        </p:nvGrpSpPr>
        <p:grpSpPr>
          <a:xfrm>
            <a:off x="444500" y="812800"/>
            <a:ext cx="8001000" cy="4051300"/>
            <a:chOff x="444500" y="812800"/>
            <a:chExt cx="8001000" cy="4051300"/>
          </a:xfrm>
        </p:grpSpPr>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4</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2</m:t>
                    </m:r>
                  </m:oMath>
                </m:oMathPara>
              </a14:m>
              <a:endParaRPr sz="1700"/>
            </a:p>
          </p:txBody>
        </p:sp>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7</m:t>
                    </m:r>
                  </m:oMath>
                </m:oMathPara>
              </a14:m>
              <a:endParaRPr sz="2600"/>
            </a:p>
          </p:txBody>
        </p:sp>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5</m:t>
                    </m:r>
                  </m:oMath>
                </m:oMathPara>
              </a14:m>
              <a:endParaRPr sz="2600"/>
            </a:p>
          </p:txBody>
        </p:sp>
      </p:grpSp>
      <p:grpSp>
        <p:nvGrpSpPr>
          <p:cNvPr id="2737" name="Readout 087"/>
          <p:cNvGrpSpPr/>
          <p:nvPr/>
        </p:nvGrpSpPr>
        <p:grpSpPr>
          <a:xfrm>
            <a:off x="444500" y="812800"/>
            <a:ext cx="8001000" cy="4051300"/>
            <a:chOff x="444500" y="812800"/>
            <a:chExt cx="8001000" cy="4051300"/>
          </a:xfrm>
        </p:grpSpPr>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5</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0</m:t>
                    </m:r>
                  </m:oMath>
                </m:oMathPara>
              </a14:m>
              <a:endParaRPr sz="1700"/>
            </a:p>
          </p:txBody>
        </p:sp>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2</m:t>
                    </m:r>
                  </m:oMath>
                </m:oMathPara>
              </a14:m>
              <a:endParaRPr sz="2600"/>
            </a:p>
          </p:txBody>
        </p:sp>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8</m:t>
                    </m:r>
                  </m:oMath>
                </m:oMathPara>
              </a14:m>
              <a:endParaRPr sz="2600"/>
            </a:p>
          </p:txBody>
        </p:sp>
      </p:grpSp>
      <p:grpSp>
        <p:nvGrpSpPr>
          <p:cNvPr id="2743" name="Readout 088"/>
          <p:cNvGrpSpPr/>
          <p:nvPr/>
        </p:nvGrpSpPr>
        <p:grpSpPr>
          <a:xfrm>
            <a:off x="444500" y="812800"/>
            <a:ext cx="8001000" cy="4051300"/>
            <a:chOff x="444500" y="812800"/>
            <a:chExt cx="8001000" cy="4051300"/>
          </a:xfrm>
        </p:grpSpPr>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8</m:t>
                    </m:r>
                  </m:oMath>
                </m:oMathPara>
              </a14:m>
              <a:endParaRPr sz="1700"/>
            </a:p>
          </p:txBody>
        </p:sp>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0</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0</m:t>
                    </m:r>
                  </m:oMath>
                </m:oMathPara>
              </a14:m>
              <a:endParaRPr sz="2600"/>
            </a:p>
          </p:txBody>
        </p:sp>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6</m:t>
                    </m:r>
                  </m:oMath>
                </m:oMathPara>
              </a14:m>
              <a:endParaRPr sz="2600"/>
            </a:p>
          </p:txBody>
        </p:sp>
      </p:grpSp>
      <p:grpSp>
        <p:nvGrpSpPr>
          <p:cNvPr id="2749" name="Readout 089"/>
          <p:cNvGrpSpPr/>
          <p:nvPr/>
        </p:nvGrpSpPr>
        <p:grpSpPr>
          <a:xfrm>
            <a:off x="444500" y="812800"/>
            <a:ext cx="8001000" cy="4051300"/>
            <a:chOff x="444500" y="812800"/>
            <a:chExt cx="8001000" cy="4051300"/>
          </a:xfrm>
        </p:grpSpPr>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7</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4</m:t>
                    </m:r>
                  </m:oMath>
                </m:oMathPara>
              </a14:m>
              <a:endParaRPr sz="1700"/>
            </a:p>
          </p:txBody>
        </p:sp>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0</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7</m:t>
                    </m:r>
                  </m:oMath>
                </m:oMathPara>
              </a14:m>
              <a:endParaRPr sz="2600"/>
            </a:p>
          </p:txBody>
        </p:sp>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0</m:t>
                    </m:r>
                  </m:oMath>
                </m:oMathPara>
              </a14:m>
              <a:endParaRPr sz="2600"/>
            </a:p>
          </p:txBody>
        </p:sp>
      </p:grpSp>
      <p:grpSp>
        <p:nvGrpSpPr>
          <p:cNvPr id="2755" name="Readout 090"/>
          <p:cNvGrpSpPr/>
          <p:nvPr/>
        </p:nvGrpSpPr>
        <p:grpSpPr>
          <a:xfrm>
            <a:off x="444500" y="812800"/>
            <a:ext cx="8001000" cy="4051300"/>
            <a:chOff x="444500" y="812800"/>
            <a:chExt cx="8001000" cy="4051300"/>
          </a:xfrm>
        </p:grpSpPr>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6</m:t>
                    </m:r>
                  </m:oMath>
                </m:oMathPara>
              </a14:m>
              <a:endParaRPr sz="1700"/>
            </a:p>
          </p:txBody>
        </p:sp>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4</m:t>
                    </m:r>
                  </m:oMath>
                </m:oMathPara>
              </a14:m>
              <a:endParaRPr sz="2600"/>
            </a:p>
          </p:txBody>
        </p:sp>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1</m:t>
                    </m:r>
                  </m:oMath>
                </m:oMathPara>
              </a14:m>
              <a:endParaRPr sz="2600"/>
            </a:p>
          </p:txBody>
        </p:sp>
      </p:grpSp>
      <p:grpSp>
        <p:nvGrpSpPr>
          <p:cNvPr id="2761" name="Readout 091"/>
          <p:cNvGrpSpPr/>
          <p:nvPr/>
        </p:nvGrpSpPr>
        <p:grpSpPr>
          <a:xfrm>
            <a:off x="444500" y="812800"/>
            <a:ext cx="8001000" cy="4051300"/>
            <a:chOff x="444500" y="812800"/>
            <a:chExt cx="8001000" cy="4051300"/>
          </a:xfrm>
        </p:grpSpPr>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4</m:t>
                    </m:r>
                  </m:oMath>
                </m:oMathPara>
              </a14:m>
              <a:endParaRPr sz="1700"/>
            </a:p>
          </p:txBody>
        </p:sp>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7</m:t>
                    </m:r>
                  </m:oMath>
                </m:oMathPara>
              </a14:m>
              <a:endParaRPr sz="2600"/>
            </a:p>
          </p:txBody>
        </p:sp>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9</m:t>
                    </m:r>
                  </m:oMath>
                </m:oMathPara>
              </a14:m>
              <a:endParaRPr sz="2600"/>
            </a:p>
          </p:txBody>
        </p:sp>
      </p:grpSp>
      <p:grpSp>
        <p:nvGrpSpPr>
          <p:cNvPr id="2767" name="Readout 092"/>
          <p:cNvGrpSpPr/>
          <p:nvPr/>
        </p:nvGrpSpPr>
        <p:grpSpPr>
          <a:xfrm>
            <a:off x="444500" y="812800"/>
            <a:ext cx="8001000" cy="4051300"/>
            <a:chOff x="444500" y="812800"/>
            <a:chExt cx="8001000" cy="4051300"/>
          </a:xfrm>
        </p:grpSpPr>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9</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5</m:t>
                    </m:r>
                  </m:oMath>
                </m:oMathPara>
              </a14:m>
              <a:endParaRPr sz="1700"/>
            </a:p>
          </p:txBody>
        </p:sp>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6</m:t>
                    </m:r>
                  </m:oMath>
                </m:oMathPara>
              </a14:m>
              <a:endParaRPr sz="2600"/>
            </a:p>
          </p:txBody>
        </p:sp>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4</m:t>
                    </m:r>
                  </m:oMath>
                </m:oMathPara>
              </a14:m>
              <a:endParaRPr sz="2600"/>
            </a:p>
          </p:txBody>
        </p:sp>
      </p:grpSp>
      <p:grpSp>
        <p:nvGrpSpPr>
          <p:cNvPr id="2773" name="Readout 093"/>
          <p:cNvGrpSpPr/>
          <p:nvPr/>
        </p:nvGrpSpPr>
        <p:grpSpPr>
          <a:xfrm>
            <a:off x="444500" y="812800"/>
            <a:ext cx="8001000" cy="4051300"/>
            <a:chOff x="444500" y="812800"/>
            <a:chExt cx="8001000" cy="4051300"/>
          </a:xfrm>
        </p:grpSpPr>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8</m:t>
                    </m:r>
                  </m:oMath>
                </m:oMathPara>
              </a14:m>
              <a:endParaRPr sz="1700"/>
            </a:p>
          </p:txBody>
        </p:sp>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0</m:t>
                    </m:r>
                  </m:oMath>
                </m:oMathPara>
              </a14:m>
              <a:endParaRPr sz="2600"/>
            </a:p>
          </p:txBody>
        </p:sp>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8</m:t>
                    </m:r>
                  </m:oMath>
                </m:oMathPara>
              </a14:m>
              <a:endParaRPr sz="2600"/>
            </a:p>
          </p:txBody>
        </p:sp>
      </p:grpSp>
      <p:grpSp>
        <p:nvGrpSpPr>
          <p:cNvPr id="2779" name="Readout 094"/>
          <p:cNvGrpSpPr/>
          <p:nvPr/>
        </p:nvGrpSpPr>
        <p:grpSpPr>
          <a:xfrm>
            <a:off x="444500" y="812800"/>
            <a:ext cx="8001000" cy="4051300"/>
            <a:chOff x="444500" y="812800"/>
            <a:chExt cx="8001000" cy="4051300"/>
          </a:xfrm>
        </p:grpSpPr>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2</m:t>
                    </m:r>
                  </m:oMath>
                </m:oMathPara>
              </a14:m>
              <a:endParaRPr sz="1700"/>
            </a:p>
          </p:txBody>
        </p:sp>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3</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6</m:t>
                    </m:r>
                  </m:oMath>
                </m:oMathPara>
              </a14:m>
              <a:endParaRPr sz="2600"/>
            </a:p>
          </p:txBody>
        </p:sp>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9</m:t>
                    </m:r>
                  </m:oMath>
                </m:oMathPara>
              </a14:m>
              <a:endParaRPr sz="2600"/>
            </a:p>
          </p:txBody>
        </p:sp>
      </p:grpSp>
      <p:grpSp>
        <p:nvGrpSpPr>
          <p:cNvPr id="2785" name="Readout 095"/>
          <p:cNvGrpSpPr/>
          <p:nvPr/>
        </p:nvGrpSpPr>
        <p:grpSpPr>
          <a:xfrm>
            <a:off x="444500" y="812800"/>
            <a:ext cx="8001000" cy="4051300"/>
            <a:chOff x="444500" y="812800"/>
            <a:chExt cx="8001000" cy="4051300"/>
          </a:xfrm>
        </p:grpSpPr>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oMath>
                </m:oMathPara>
              </a14:m>
              <a:endParaRPr sz="1700"/>
            </a:p>
          </p:txBody>
        </p:sp>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3</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5</m:t>
                    </m:r>
                  </m:oMath>
                </m:oMathPara>
              </a14:m>
              <a:endParaRPr sz="2600"/>
            </a:p>
          </p:txBody>
        </p:sp>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oMath>
                </m:oMathPara>
              </a14:m>
              <a:endParaRPr sz="2600"/>
            </a:p>
          </p:txBody>
        </p:sp>
      </p:grpSp>
      <p:grpSp>
        <p:nvGrpSpPr>
          <p:cNvPr id="2791" name="Readout 096"/>
          <p:cNvGrpSpPr/>
          <p:nvPr/>
        </p:nvGrpSpPr>
        <p:grpSpPr>
          <a:xfrm>
            <a:off x="444500" y="812800"/>
            <a:ext cx="8001000" cy="4051300"/>
            <a:chOff x="444500" y="812800"/>
            <a:chExt cx="8001000" cy="4051300"/>
          </a:xfrm>
        </p:grpSpPr>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7</m:t>
                    </m:r>
                  </m:oMath>
                </m:oMathPara>
              </a14:m>
              <a:endParaRPr sz="1700"/>
            </a:p>
          </p:txBody>
        </p:sp>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4</m:t>
                    </m:r>
                  </m:oMath>
                </m:oMathPara>
              </a14:m>
              <a:endParaRPr sz="2600"/>
            </a:p>
          </p:txBody>
        </p:sp>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8</m:t>
                    </m:r>
                  </m:oMath>
                </m:oMathPara>
              </a14:m>
              <a:endParaRPr sz="2600"/>
            </a:p>
          </p:txBody>
        </p:sp>
      </p:grpSp>
      <p:grpSp>
        <p:nvGrpSpPr>
          <p:cNvPr id="2797" name="Readout 097"/>
          <p:cNvGrpSpPr/>
          <p:nvPr/>
        </p:nvGrpSpPr>
        <p:grpSpPr>
          <a:xfrm>
            <a:off x="444500" y="812800"/>
            <a:ext cx="8001000" cy="4051300"/>
            <a:chOff x="444500" y="812800"/>
            <a:chExt cx="8001000" cy="4051300"/>
          </a:xfrm>
        </p:grpSpPr>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7</m:t>
                    </m:r>
                  </m:oMath>
                </m:oMathPara>
              </a14:m>
              <a:endParaRPr sz="1700"/>
            </a:p>
          </p:txBody>
        </p:sp>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4</m:t>
                    </m:r>
                  </m:oMath>
                </m:oMathPara>
              </a14:m>
              <a:endParaRPr sz="2600"/>
            </a:p>
          </p:txBody>
        </p:sp>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6</m:t>
                    </m:r>
                  </m:oMath>
                </m:oMathPara>
              </a14:m>
              <a:endParaRPr sz="2600"/>
            </a:p>
          </p:txBody>
        </p:sp>
      </p:grpSp>
      <p:grpSp>
        <p:nvGrpSpPr>
          <p:cNvPr id="2803" name="Readout 098"/>
          <p:cNvGrpSpPr/>
          <p:nvPr/>
        </p:nvGrpSpPr>
        <p:grpSpPr>
          <a:xfrm>
            <a:off x="444500" y="812800"/>
            <a:ext cx="8001000" cy="4051300"/>
            <a:chOff x="444500" y="812800"/>
            <a:chExt cx="8001000" cy="4051300"/>
          </a:xfrm>
        </p:grpSpPr>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3</m:t>
                    </m:r>
                  </m:oMath>
                </m:oMathPara>
              </a14:m>
              <a:endParaRPr sz="2600"/>
            </a:p>
          </p:txBody>
        </p:sp>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2</m:t>
                    </m:r>
                  </m:oMath>
                </m:oMathPara>
              </a14:m>
              <a:endParaRPr sz="2600"/>
            </a:p>
          </p:txBody>
        </p:sp>
      </p:grpSp>
      <p:grpSp>
        <p:nvGrpSpPr>
          <p:cNvPr id="2809" name="Readout 099"/>
          <p:cNvGrpSpPr/>
          <p:nvPr/>
        </p:nvGrpSpPr>
        <p:grpSpPr>
          <a:xfrm>
            <a:off x="444500" y="812800"/>
            <a:ext cx="8001000" cy="4051300"/>
            <a:chOff x="444500" y="812800"/>
            <a:chExt cx="8001000" cy="4051300"/>
          </a:xfrm>
        </p:grpSpPr>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0</m:t>
                    </m:r>
                  </m:oMath>
                </m:oMathPara>
              </a14:m>
              <a:endParaRPr sz="2600"/>
            </a:p>
          </p:txBody>
        </p:sp>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7</m:t>
                    </m:r>
                  </m:oMath>
                </m:oMathPara>
              </a14:m>
              <a:endParaRPr sz="2600"/>
            </a:p>
          </p:txBody>
        </p:sp>
      </p:grpSp>
      <p:grpSp>
        <p:nvGrpSpPr>
          <p:cNvPr id="2815" name="Readout 100"/>
          <p:cNvGrpSpPr/>
          <p:nvPr/>
        </p:nvGrpSpPr>
        <p:grpSpPr>
          <a:xfrm>
            <a:off x="444500" y="812800"/>
            <a:ext cx="8001000" cy="4051300"/>
            <a:chOff x="444500" y="812800"/>
            <a:chExt cx="8001000" cy="4051300"/>
          </a:xfrm>
        </p:grpSpPr>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2</m:t>
                    </m:r>
                  </m:oMath>
                </m:oMathPara>
              </a14:m>
              <a:endParaRPr sz="1700"/>
            </a:p>
          </p:txBody>
        </p:sp>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5</m:t>
                    </m:r>
                  </m:oMath>
                </m:oMathPara>
              </a14:m>
              <a:endParaRPr sz="2600"/>
            </a:p>
          </p:txBody>
        </p:sp>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2</m:t>
                    </m:r>
                  </m:oMath>
                </m:oMathPara>
              </a14:m>
              <a:endParaRPr sz="2600"/>
            </a:p>
          </p:txBody>
        </p:sp>
      </p:grpSp>
      <p:grpSp>
        <p:nvGrpSpPr>
          <p:cNvPr id="2821" name="Readout 101"/>
          <p:cNvGrpSpPr/>
          <p:nvPr/>
        </p:nvGrpSpPr>
        <p:grpSpPr>
          <a:xfrm>
            <a:off x="444500" y="812800"/>
            <a:ext cx="8001000" cy="4051300"/>
            <a:chOff x="444500" y="812800"/>
            <a:chExt cx="8001000" cy="4051300"/>
          </a:xfrm>
        </p:grpSpPr>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oMath>
                </m:oMathPara>
              </a14:m>
              <a:endParaRPr sz="2600"/>
            </a:p>
          </p:txBody>
        </p:sp>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6</m:t>
                    </m:r>
                  </m:oMath>
                </m:oMathPara>
              </a14:m>
              <a:endParaRPr sz="2600"/>
            </a:p>
          </p:txBody>
        </p:sp>
      </p:grpSp>
      <p:grpSp>
        <p:nvGrpSpPr>
          <p:cNvPr id="2827" name="Readout 102"/>
          <p:cNvGrpSpPr/>
          <p:nvPr/>
        </p:nvGrpSpPr>
        <p:grpSpPr>
          <a:xfrm>
            <a:off x="444500" y="812800"/>
            <a:ext cx="8001000" cy="4051300"/>
            <a:chOff x="444500" y="812800"/>
            <a:chExt cx="8001000" cy="4051300"/>
          </a:xfrm>
        </p:grpSpPr>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8</m:t>
                    </m:r>
                  </m:oMath>
                </m:oMathPara>
              </a14:m>
              <a:endParaRPr sz="1700"/>
            </a:p>
          </p:txBody>
        </p:sp>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oMath>
                </m:oMathPara>
              </a14:m>
              <a:endParaRPr sz="2600"/>
            </a:p>
          </p:txBody>
        </p:sp>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9</m:t>
                    </m:r>
                  </m:oMath>
                </m:oMathPara>
              </a14:m>
              <a:endParaRPr sz="2600"/>
            </a:p>
          </p:txBody>
        </p:sp>
      </p:grpSp>
      <p:grpSp>
        <p:nvGrpSpPr>
          <p:cNvPr id="2833" name="Readout 103"/>
          <p:cNvGrpSpPr/>
          <p:nvPr/>
        </p:nvGrpSpPr>
        <p:grpSpPr>
          <a:xfrm>
            <a:off x="444500" y="812800"/>
            <a:ext cx="8001000" cy="4051300"/>
            <a:chOff x="444500" y="812800"/>
            <a:chExt cx="8001000" cy="4051300"/>
          </a:xfrm>
        </p:grpSpPr>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oMath>
                </m:oMathPara>
              </a14:m>
              <a:endParaRPr sz="1700"/>
            </a:p>
          </p:txBody>
        </p:sp>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0</m:t>
                    </m:r>
                  </m:oMath>
                </m:oMathPara>
              </a14:m>
              <a:endParaRPr sz="2600"/>
            </a:p>
          </p:txBody>
        </p:sp>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2</m:t>
                    </m:r>
                  </m:oMath>
                </m:oMathPara>
              </a14:m>
              <a:endParaRPr sz="2600"/>
            </a:p>
          </p:txBody>
        </p:sp>
      </p:grpSp>
      <p:grpSp>
        <p:nvGrpSpPr>
          <p:cNvPr id="2839" name="Readout 104"/>
          <p:cNvGrpSpPr/>
          <p:nvPr/>
        </p:nvGrpSpPr>
        <p:grpSpPr>
          <a:xfrm>
            <a:off x="444500" y="812800"/>
            <a:ext cx="8001000" cy="4051300"/>
            <a:chOff x="444500" y="812800"/>
            <a:chExt cx="8001000" cy="4051300"/>
          </a:xfrm>
        </p:grpSpPr>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6</m:t>
                    </m:r>
                  </m:oMath>
                </m:oMathPara>
              </a14:m>
              <a:endParaRPr sz="1700"/>
            </a:p>
          </p:txBody>
        </p:sp>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0</m:t>
                    </m:r>
                  </m:oMath>
                </m:oMathPara>
              </a14:m>
              <a:endParaRPr sz="2600"/>
            </a:p>
          </p:txBody>
        </p:sp>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4</m:t>
                    </m:r>
                  </m:oMath>
                </m:oMathPara>
              </a14:m>
              <a:endParaRPr sz="2600"/>
            </a:p>
          </p:txBody>
        </p:sp>
      </p:grpSp>
      <p:grpSp>
        <p:nvGrpSpPr>
          <p:cNvPr id="2845" name="Readout 105"/>
          <p:cNvGrpSpPr/>
          <p:nvPr/>
        </p:nvGrpSpPr>
        <p:grpSpPr>
          <a:xfrm>
            <a:off x="444500" y="812800"/>
            <a:ext cx="8001000" cy="4051300"/>
            <a:chOff x="444500" y="812800"/>
            <a:chExt cx="8001000" cy="4051300"/>
          </a:xfrm>
        </p:grpSpPr>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8</m:t>
                    </m:r>
                  </m:oMath>
                </m:oMathPara>
              </a14:m>
              <a:endParaRPr sz="1700"/>
            </a:p>
          </p:txBody>
        </p:sp>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6</m:t>
                    </m:r>
                  </m:oMath>
                </m:oMathPara>
              </a14:m>
              <a:endParaRPr sz="2600"/>
            </a:p>
          </p:txBody>
        </p:sp>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5</m:t>
                    </m:r>
                  </m:oMath>
                </m:oMathPara>
              </a14:m>
              <a:endParaRPr sz="2600"/>
            </a:p>
          </p:txBody>
        </p:sp>
      </p:grpSp>
      <p:grpSp>
        <p:nvGrpSpPr>
          <p:cNvPr id="2851" name="Readout 106"/>
          <p:cNvGrpSpPr/>
          <p:nvPr/>
        </p:nvGrpSpPr>
        <p:grpSpPr>
          <a:xfrm>
            <a:off x="444500" y="812800"/>
            <a:ext cx="8001000" cy="4051300"/>
            <a:chOff x="444500" y="812800"/>
            <a:chExt cx="8001000" cy="4051300"/>
          </a:xfrm>
        </p:grpSpPr>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2</m:t>
                    </m:r>
                  </m:oMath>
                </m:oMathPara>
              </a14:m>
              <a:endParaRPr sz="1700"/>
            </a:p>
          </p:txBody>
        </p:sp>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7</m:t>
                    </m:r>
                  </m:oMath>
                </m:oMathPara>
              </a14:m>
              <a:endParaRPr sz="2600"/>
            </a:p>
          </p:txBody>
        </p:sp>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6</m:t>
                    </m:r>
                  </m:oMath>
                </m:oMathPara>
              </a14:m>
              <a:endParaRPr sz="2600"/>
            </a:p>
          </p:txBody>
        </p:sp>
      </p:grpSp>
      <p:grpSp>
        <p:nvGrpSpPr>
          <p:cNvPr id="2857" name="Readout 107"/>
          <p:cNvGrpSpPr/>
          <p:nvPr/>
        </p:nvGrpSpPr>
        <p:grpSpPr>
          <a:xfrm>
            <a:off x="444500" y="812800"/>
            <a:ext cx="8001000" cy="4051300"/>
            <a:chOff x="444500" y="812800"/>
            <a:chExt cx="8001000" cy="4051300"/>
          </a:xfrm>
        </p:grpSpPr>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8</m:t>
                    </m:r>
                  </m:oMath>
                </m:oMathPara>
              </a14:m>
              <a:endParaRPr sz="1700"/>
            </a:p>
          </p:txBody>
        </p:sp>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3</m:t>
                    </m:r>
                  </m:oMath>
                </m:oMathPara>
              </a14:m>
              <a:endParaRPr sz="2600"/>
            </a:p>
          </p:txBody>
        </p:sp>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6</m:t>
                    </m:r>
                  </m:oMath>
                </m:oMathPara>
              </a14:m>
              <a:endParaRPr sz="2600"/>
            </a:p>
          </p:txBody>
        </p:sp>
      </p:grpSp>
      <p:grpSp>
        <p:nvGrpSpPr>
          <p:cNvPr id="2863" name="Readout 108"/>
          <p:cNvGrpSpPr/>
          <p:nvPr/>
        </p:nvGrpSpPr>
        <p:grpSpPr>
          <a:xfrm>
            <a:off x="444500" y="812800"/>
            <a:ext cx="8001000" cy="4051300"/>
            <a:chOff x="444500" y="812800"/>
            <a:chExt cx="8001000" cy="4051300"/>
          </a:xfrm>
        </p:grpSpPr>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6</m:t>
                    </m:r>
                  </m:oMath>
                </m:oMathPara>
              </a14:m>
              <a:endParaRPr sz="1700"/>
            </a:p>
          </p:txBody>
        </p:sp>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4</m:t>
                    </m:r>
                  </m:oMath>
                </m:oMathPara>
              </a14:m>
              <a:endParaRPr sz="2600"/>
            </a:p>
          </p:txBody>
        </p:sp>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6</m:t>
                    </m:r>
                  </m:oMath>
                </m:oMathPara>
              </a14:m>
              <a:endParaRPr sz="2600"/>
            </a:p>
          </p:txBody>
        </p:sp>
      </p:grpSp>
      <p:grpSp>
        <p:nvGrpSpPr>
          <p:cNvPr id="2869" name="Readout 109"/>
          <p:cNvGrpSpPr/>
          <p:nvPr/>
        </p:nvGrpSpPr>
        <p:grpSpPr>
          <a:xfrm>
            <a:off x="444500" y="812800"/>
            <a:ext cx="8001000" cy="4051300"/>
            <a:chOff x="444500" y="812800"/>
            <a:chExt cx="8001000" cy="4051300"/>
          </a:xfrm>
        </p:grpSpPr>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6</m:t>
                    </m:r>
                  </m:oMath>
                </m:oMathPara>
              </a14:m>
              <a:endParaRPr sz="1700"/>
            </a:p>
          </p:txBody>
        </p:sp>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1</m:t>
                    </m:r>
                  </m:oMath>
                </m:oMathPara>
              </a14:m>
              <a:endParaRPr sz="2600"/>
            </a:p>
          </p:txBody>
        </p:sp>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5</m:t>
                    </m:r>
                  </m:oMath>
                </m:oMathPara>
              </a14:m>
              <a:endParaRPr sz="2600"/>
            </a:p>
          </p:txBody>
        </p:sp>
      </p:grpSp>
      <p:grpSp>
        <p:nvGrpSpPr>
          <p:cNvPr id="2875" name="Readout 110"/>
          <p:cNvGrpSpPr/>
          <p:nvPr/>
        </p:nvGrpSpPr>
        <p:grpSpPr>
          <a:xfrm>
            <a:off x="444500" y="812800"/>
            <a:ext cx="8001000" cy="4051300"/>
            <a:chOff x="444500" y="812800"/>
            <a:chExt cx="8001000" cy="4051300"/>
          </a:xfrm>
        </p:grpSpPr>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8</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oMath>
                </m:oMathPara>
              </a14:m>
              <a:endParaRPr sz="1700"/>
            </a:p>
          </p:txBody>
        </p:sp>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2</m:t>
                    </m:r>
                  </m:oMath>
                </m:oMathPara>
              </a14:m>
              <a:endParaRPr sz="2600"/>
            </a:p>
          </p:txBody>
        </p:sp>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4</m:t>
                    </m:r>
                  </m:oMath>
                </m:oMathPara>
              </a14:m>
              <a:endParaRPr sz="2600"/>
            </a:p>
          </p:txBody>
        </p:sp>
      </p:grpSp>
      <p:grpSp>
        <p:nvGrpSpPr>
          <p:cNvPr id="2881" name="Readout 111"/>
          <p:cNvGrpSpPr/>
          <p:nvPr/>
        </p:nvGrpSpPr>
        <p:grpSpPr>
          <a:xfrm>
            <a:off x="444500" y="812800"/>
            <a:ext cx="8001000" cy="4051300"/>
            <a:chOff x="444500" y="812800"/>
            <a:chExt cx="8001000" cy="4051300"/>
          </a:xfrm>
        </p:grpSpPr>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1</m:t>
                    </m:r>
                  </m:oMath>
                </m:oMathPara>
              </a14:m>
              <a:endParaRPr sz="1700"/>
            </a:p>
          </p:txBody>
        </p:sp>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9</m:t>
                    </m:r>
                  </m:oMath>
                </m:oMathPara>
              </a14:m>
              <a:endParaRPr sz="2600"/>
            </a:p>
          </p:txBody>
        </p:sp>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3</m:t>
                    </m:r>
                  </m:oMath>
                </m:oMathPara>
              </a14:m>
              <a:endParaRPr sz="2600"/>
            </a:p>
          </p:txBody>
        </p:sp>
      </p:grpSp>
      <p:grpSp>
        <p:nvGrpSpPr>
          <p:cNvPr id="2887" name="Readout 112"/>
          <p:cNvGrpSpPr/>
          <p:nvPr/>
        </p:nvGrpSpPr>
        <p:grpSpPr>
          <a:xfrm>
            <a:off x="444500" y="812800"/>
            <a:ext cx="8001000" cy="4051300"/>
            <a:chOff x="444500" y="812800"/>
            <a:chExt cx="8001000" cy="4051300"/>
          </a:xfrm>
        </p:grpSpPr>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7</m:t>
                    </m:r>
                  </m:oMath>
                </m:oMathPara>
              </a14:m>
              <a:endParaRPr sz="1700"/>
            </a:p>
          </p:txBody>
        </p:sp>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6</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2</m:t>
                    </m:r>
                  </m:oMath>
                </m:oMathPara>
              </a14:m>
              <a:endParaRPr sz="2600"/>
            </a:p>
          </p:txBody>
        </p:sp>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0</m:t>
                    </m:r>
                  </m:oMath>
                </m:oMathPara>
              </a14:m>
              <a:endParaRPr sz="2600"/>
            </a:p>
          </p:txBody>
        </p:sp>
      </p:grpSp>
      <p:grpSp>
        <p:nvGrpSpPr>
          <p:cNvPr id="2893" name="Readout 113"/>
          <p:cNvGrpSpPr/>
          <p:nvPr/>
        </p:nvGrpSpPr>
        <p:grpSpPr>
          <a:xfrm>
            <a:off x="444500" y="812800"/>
            <a:ext cx="8001000" cy="4051300"/>
            <a:chOff x="444500" y="812800"/>
            <a:chExt cx="8001000" cy="4051300"/>
          </a:xfrm>
        </p:grpSpPr>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4</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6</m:t>
                    </m:r>
                  </m:oMath>
                </m:oMathPara>
              </a14:m>
              <a:endParaRPr sz="1700"/>
            </a:p>
          </p:txBody>
        </p:sp>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0</m:t>
                    </m:r>
                  </m:oMath>
                </m:oMathPara>
              </a14:m>
              <a:endParaRPr sz="2600"/>
            </a:p>
          </p:txBody>
        </p:sp>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8</m:t>
                    </m:r>
                  </m:oMath>
                </m:oMathPara>
              </a14:m>
              <a:endParaRPr sz="2600"/>
            </a:p>
          </p:txBody>
        </p:sp>
      </p:grpSp>
      <p:grpSp>
        <p:nvGrpSpPr>
          <p:cNvPr id="2899" name="Readout 114"/>
          <p:cNvGrpSpPr/>
          <p:nvPr/>
        </p:nvGrpSpPr>
        <p:grpSpPr>
          <a:xfrm>
            <a:off x="444500" y="812800"/>
            <a:ext cx="8001000" cy="4051300"/>
            <a:chOff x="444500" y="812800"/>
            <a:chExt cx="8001000" cy="4051300"/>
          </a:xfrm>
        </p:grpSpPr>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9</m:t>
                    </m:r>
                  </m:oMath>
                </m:oMathPara>
              </a14:m>
              <a:endParaRPr sz="1700"/>
            </a:p>
          </p:txBody>
        </p:sp>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5</m:t>
                    </m:r>
                  </m:oMath>
                </m:oMathPara>
              </a14:m>
              <a:endParaRPr sz="2600"/>
            </a:p>
          </p:txBody>
        </p:sp>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4</m:t>
                    </m:r>
                  </m:oMath>
                </m:oMathPara>
              </a14:m>
              <a:endParaRPr sz="2600"/>
            </a:p>
          </p:txBody>
        </p:sp>
      </p:grpSp>
      <p:grpSp>
        <p:nvGrpSpPr>
          <p:cNvPr id="2905" name="Readout 115"/>
          <p:cNvGrpSpPr/>
          <p:nvPr/>
        </p:nvGrpSpPr>
        <p:grpSpPr>
          <a:xfrm>
            <a:off x="444500" y="812800"/>
            <a:ext cx="8001000" cy="4051300"/>
            <a:chOff x="444500" y="812800"/>
            <a:chExt cx="8001000" cy="4051300"/>
          </a:xfrm>
        </p:grpSpPr>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oMath>
                </m:oMathPara>
              </a14:m>
              <a:endParaRPr sz="1700"/>
            </a:p>
          </p:txBody>
        </p:sp>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oMath>
                </m:oMathPara>
              </a14:m>
              <a:endParaRPr sz="2600"/>
            </a:p>
          </p:txBody>
        </p:sp>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0</m:t>
                    </m:r>
                  </m:oMath>
                </m:oMathPara>
              </a14:m>
              <a:endParaRPr sz="2600"/>
            </a:p>
          </p:txBody>
        </p:sp>
      </p:grpSp>
      <p:grpSp>
        <p:nvGrpSpPr>
          <p:cNvPr id="2911" name="Readout 116"/>
          <p:cNvGrpSpPr/>
          <p:nvPr/>
        </p:nvGrpSpPr>
        <p:grpSpPr>
          <a:xfrm>
            <a:off x="444500" y="812800"/>
            <a:ext cx="8001000" cy="4051300"/>
            <a:chOff x="444500" y="812800"/>
            <a:chExt cx="8001000" cy="4051300"/>
          </a:xfrm>
        </p:grpSpPr>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3</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5</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5</m:t>
                    </m:r>
                  </m:oMath>
                </m:oMathPara>
              </a14:m>
              <a:endParaRPr sz="2600"/>
            </a:p>
          </p:txBody>
        </p:sp>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5</m:t>
                    </m:r>
                  </m:oMath>
                </m:oMathPara>
              </a14:m>
              <a:endParaRPr sz="2600"/>
            </a:p>
          </p:txBody>
        </p:sp>
      </p:grpSp>
      <p:grpSp>
        <p:nvGrpSpPr>
          <p:cNvPr id="2917" name="Readout 117"/>
          <p:cNvGrpSpPr/>
          <p:nvPr/>
        </p:nvGrpSpPr>
        <p:grpSpPr>
          <a:xfrm>
            <a:off x="444500" y="812800"/>
            <a:ext cx="8001000" cy="4051300"/>
            <a:chOff x="444500" y="812800"/>
            <a:chExt cx="8001000" cy="4051300"/>
          </a:xfrm>
        </p:grpSpPr>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1</m:t>
                    </m:r>
                  </m:oMath>
                </m:oMathPara>
              </a14:m>
              <a:endParaRPr sz="1700"/>
            </a:p>
          </p:txBody>
        </p:sp>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2</m:t>
                    </m:r>
                  </m:oMath>
                </m:oMathPara>
              </a14:m>
              <a:endParaRPr sz="2600"/>
            </a:p>
          </p:txBody>
        </p:sp>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9</m:t>
                    </m:r>
                  </m:oMath>
                </m:oMathPara>
              </a14:m>
              <a:endParaRPr sz="2600"/>
            </a:p>
          </p:txBody>
        </p:sp>
      </p:grpSp>
      <p:grpSp>
        <p:nvGrpSpPr>
          <p:cNvPr id="2923" name="Readout 118"/>
          <p:cNvGrpSpPr/>
          <p:nvPr/>
        </p:nvGrpSpPr>
        <p:grpSpPr>
          <a:xfrm>
            <a:off x="444500" y="812800"/>
            <a:ext cx="8001000" cy="4051300"/>
            <a:chOff x="444500" y="812800"/>
            <a:chExt cx="8001000" cy="4051300"/>
          </a:xfrm>
        </p:grpSpPr>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8</m:t>
                    </m:r>
                  </m:oMath>
                </m:oMathPara>
              </a14:m>
              <a:endParaRPr sz="2600"/>
            </a:p>
          </p:txBody>
        </p:sp>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3</m:t>
                    </m:r>
                    <m:r>
                      <m:rPr>
                        <m:sty m:val="i"/>
                      </m:rPr>
                      <a:rPr sz="2600">
                        <a:solidFill>
                          <a:srgbClr val="147C60"/>
                        </a:solidFill>
                        <a:latin typeface="Cambria Math"/>
                      </a:rPr>
                      <m:t xml:space="preserve">2</m:t>
                    </m:r>
                  </m:oMath>
                </m:oMathPara>
              </a14:m>
              <a:endParaRPr sz="2600"/>
            </a:p>
          </p:txBody>
        </p:sp>
      </p:grpSp>
      <p:grpSp>
        <p:nvGrpSpPr>
          <p:cNvPr id="2929" name="Readout 119"/>
          <p:cNvGrpSpPr/>
          <p:nvPr/>
        </p:nvGrpSpPr>
        <p:grpSpPr>
          <a:xfrm>
            <a:off x="444500" y="812800"/>
            <a:ext cx="8001000" cy="4051300"/>
            <a:chOff x="444500" y="812800"/>
            <a:chExt cx="8001000" cy="4051300"/>
          </a:xfrm>
        </p:grpSpPr>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2</m:t>
                    </m:r>
                  </m:oMath>
                </m:oMathPara>
              </a14:m>
              <a:endParaRPr sz="1700"/>
            </a:p>
          </p:txBody>
        </p:sp>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4</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3</m:t>
                    </m:r>
                  </m:oMath>
                </m:oMathPara>
              </a14:m>
              <a:endParaRPr sz="2600"/>
            </a:p>
          </p:txBody>
        </p:sp>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4</m:t>
                    </m:r>
                  </m:oMath>
                </m:oMathPara>
              </a14:m>
              <a:endParaRPr sz="2600"/>
            </a:p>
          </p:txBody>
        </p:sp>
      </p:grpSp>
      <p:grpSp>
        <p:nvGrpSpPr>
          <p:cNvPr id="2935" name="Readout 120"/>
          <p:cNvGrpSpPr/>
          <p:nvPr/>
        </p:nvGrpSpPr>
        <p:grpSpPr>
          <a:xfrm>
            <a:off x="444500" y="812800"/>
            <a:ext cx="8001000" cy="4051300"/>
            <a:chOff x="444500" y="812800"/>
            <a:chExt cx="8001000" cy="4051300"/>
          </a:xfrm>
        </p:grpSpPr>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9</m:t>
                    </m:r>
                  </m:oMath>
                </m:oMathPara>
              </a14:m>
              <a:endParaRPr sz="1700"/>
            </a:p>
          </p:txBody>
        </p:sp>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3</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9</m:t>
                    </m:r>
                  </m:oMath>
                </m:oMathPara>
              </a14:m>
              <a:endParaRPr sz="2600"/>
            </a:p>
          </p:txBody>
        </p:sp>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oMath>
                </m:oMathPara>
              </a14:m>
              <a:endParaRPr sz="2600"/>
            </a:p>
          </p:txBody>
        </p:sp>
      </p:grpSp>
      <p:grpSp>
        <p:nvGrpSpPr>
          <p:cNvPr id="2941" name="Readout 121"/>
          <p:cNvGrpSpPr/>
          <p:nvPr/>
        </p:nvGrpSpPr>
        <p:grpSpPr>
          <a:xfrm>
            <a:off x="444500" y="812800"/>
            <a:ext cx="8001000" cy="4051300"/>
            <a:chOff x="444500" y="812800"/>
            <a:chExt cx="8001000" cy="4051300"/>
          </a:xfrm>
        </p:grpSpPr>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0</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oMath>
                </m:oMathPara>
              </a14:m>
              <a:endParaRPr sz="1700"/>
            </a:p>
          </p:txBody>
        </p:sp>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3</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7</m:t>
                    </m:r>
                  </m:oMath>
                </m:oMathPara>
              </a14:m>
              <a:endParaRPr sz="2600"/>
            </a:p>
          </p:txBody>
        </p:sp>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9</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4</m:t>
                    </m:r>
                  </m:oMath>
                </m:oMathPara>
              </a14:m>
              <a:endParaRPr sz="2600"/>
            </a:p>
          </p:txBody>
        </p:sp>
      </p:grpSp>
      <p:grpSp>
        <p:nvGrpSpPr>
          <p:cNvPr id="2947" name="Readout 122"/>
          <p:cNvGrpSpPr/>
          <p:nvPr/>
        </p:nvGrpSpPr>
        <p:grpSpPr>
          <a:xfrm>
            <a:off x="444500" y="812800"/>
            <a:ext cx="8001000" cy="4051300"/>
            <a:chOff x="444500" y="812800"/>
            <a:chExt cx="8001000" cy="4051300"/>
          </a:xfrm>
        </p:grpSpPr>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9</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1</m:t>
                    </m:r>
                  </m:oMath>
                </m:oMathPara>
              </a14:m>
              <a:endParaRPr sz="1700"/>
            </a:p>
          </p:txBody>
        </p:sp>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6</m:t>
                    </m:r>
                  </m:oMath>
                </m:oMathPara>
              </a14:m>
              <a:endParaRPr sz="2600"/>
            </a:p>
          </p:txBody>
        </p:sp>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1</m:t>
                    </m:r>
                  </m:oMath>
                </m:oMathPara>
              </a14:m>
              <a:endParaRPr sz="2600"/>
            </a:p>
          </p:txBody>
        </p:sp>
      </p:grpSp>
      <p:grpSp>
        <p:nvGrpSpPr>
          <p:cNvPr id="2953" name="Readout 123"/>
          <p:cNvGrpSpPr/>
          <p:nvPr/>
        </p:nvGrpSpPr>
        <p:grpSpPr>
          <a:xfrm>
            <a:off x="444500" y="812800"/>
            <a:ext cx="8001000" cy="4051300"/>
            <a:chOff x="444500" y="812800"/>
            <a:chExt cx="8001000" cy="4051300"/>
          </a:xfrm>
        </p:grpSpPr>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9</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9</m:t>
                    </m:r>
                  </m:oMath>
                </m:oMathPara>
              </a14:m>
              <a:endParaRPr sz="1700"/>
            </a:p>
          </p:txBody>
        </p:sp>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0</m:t>
                    </m:r>
                  </m:oMath>
                </m:oMathPara>
              </a14:m>
              <a:endParaRPr sz="2600"/>
            </a:p>
          </p:txBody>
        </p:sp>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7</m:t>
                    </m:r>
                    <m:r>
                      <m:rPr>
                        <m:sty m:val="i"/>
                      </m:rPr>
                      <a:rPr sz="2600">
                        <a:solidFill>
                          <a:srgbClr val="147C60"/>
                        </a:solidFill>
                        <a:latin typeface="Cambria Math"/>
                      </a:rPr>
                      <m:t xml:space="preserve">7</m:t>
                    </m:r>
                  </m:oMath>
                </m:oMathPara>
              </a14:m>
              <a:endParaRPr sz="2600"/>
            </a:p>
          </p:txBody>
        </p:sp>
      </p:grpSp>
      <p:grpSp>
        <p:nvGrpSpPr>
          <p:cNvPr id="2959" name="Readout 124"/>
          <p:cNvGrpSpPr/>
          <p:nvPr/>
        </p:nvGrpSpPr>
        <p:grpSpPr>
          <a:xfrm>
            <a:off x="444500" y="812800"/>
            <a:ext cx="8001000" cy="4051300"/>
            <a:chOff x="444500" y="812800"/>
            <a:chExt cx="8001000" cy="4051300"/>
          </a:xfrm>
        </p:grpSpPr>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0</m:t>
                    </m:r>
                  </m:oMath>
                </m:oMathPara>
              </a14:m>
              <a:endParaRPr sz="1700"/>
            </a:p>
          </p:txBody>
        </p:sp>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8</m:t>
                    </m:r>
                  </m:oMath>
                </m:oMathPara>
              </a14:m>
              <a:endParaRPr sz="2600"/>
            </a:p>
          </p:txBody>
        </p:sp>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0</m:t>
                    </m:r>
                  </m:oMath>
                </m:oMathPara>
              </a14:m>
              <a:endParaRPr sz="2600"/>
            </a:p>
          </p:txBody>
        </p:sp>
      </p:grpSp>
      <p:grpSp>
        <p:nvGrpSpPr>
          <p:cNvPr id="2965" name="Readout 125"/>
          <p:cNvGrpSpPr/>
          <p:nvPr/>
        </p:nvGrpSpPr>
        <p:grpSpPr>
          <a:xfrm>
            <a:off x="444500" y="812800"/>
            <a:ext cx="8001000" cy="4051300"/>
            <a:chOff x="444500" y="812800"/>
            <a:chExt cx="8001000" cy="4051300"/>
          </a:xfrm>
        </p:grpSpPr>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7</m:t>
                    </m:r>
                    <m:r>
                      <m:rPr>
                        <m:sty m:val="i"/>
                      </m:rPr>
                      <a:rPr sz="1700">
                        <a:solidFill>
                          <a:srgbClr val="252529"/>
                        </a:solidFill>
                        <a:latin typeface="Cambria Math"/>
                      </a:rPr>
                      <m:t xml:space="preserve">7</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4</m:t>
                    </m:r>
                  </m:oMath>
                </m:oMathPara>
              </a14:m>
              <a:endParaRPr sz="1700"/>
            </a:p>
          </p:txBody>
        </p:sp>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3</m:t>
                    </m:r>
                  </m:oMath>
                </m:oMathPara>
              </a14:m>
              <a:endParaRPr sz="2600"/>
            </a:p>
          </p:txBody>
        </p:sp>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1</m:t>
                    </m:r>
                  </m:oMath>
                </m:oMathPara>
              </a14:m>
              <a:endParaRPr sz="2600"/>
            </a:p>
          </p:txBody>
        </p:sp>
      </p:grpSp>
      <p:grpSp>
        <p:nvGrpSpPr>
          <p:cNvPr id="2971" name="Readout 126"/>
          <p:cNvGrpSpPr/>
          <p:nvPr/>
        </p:nvGrpSpPr>
        <p:grpSpPr>
          <a:xfrm>
            <a:off x="444500" y="812800"/>
            <a:ext cx="8001000" cy="4051300"/>
            <a:chOff x="444500" y="812800"/>
            <a:chExt cx="8001000" cy="4051300"/>
          </a:xfrm>
        </p:grpSpPr>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9</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5</m:t>
                    </m:r>
                  </m:oMath>
                </m:oMathPara>
              </a14:m>
              <a:endParaRPr sz="1700"/>
            </a:p>
          </p:txBody>
        </p:sp>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0</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oMath>
                </m:oMathPara>
              </a14:m>
              <a:endParaRPr sz="2600"/>
            </a:p>
          </p:txBody>
        </p:sp>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8</m:t>
                    </m:r>
                  </m:oMath>
                </m:oMathPara>
              </a14:m>
              <a:endParaRPr sz="2600"/>
            </a:p>
          </p:txBody>
        </p:sp>
      </p:grpSp>
      <p:grpSp>
        <p:nvGrpSpPr>
          <p:cNvPr id="2977" name="Readout 127"/>
          <p:cNvGrpSpPr/>
          <p:nvPr/>
        </p:nvGrpSpPr>
        <p:grpSpPr>
          <a:xfrm>
            <a:off x="444500" y="812800"/>
            <a:ext cx="8001000" cy="4051300"/>
            <a:chOff x="444500" y="812800"/>
            <a:chExt cx="8001000" cy="4051300"/>
          </a:xfrm>
        </p:grpSpPr>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3</m:t>
                    </m:r>
                  </m:oMath>
                </m:oMathPara>
              </a14:m>
              <a:endParaRPr sz="1700"/>
            </a:p>
          </p:txBody>
        </p:sp>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0</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8</m:t>
                    </m:r>
                  </m:oMath>
                </m:oMathPara>
              </a14:m>
              <a:endParaRPr sz="2600"/>
            </a:p>
          </p:txBody>
        </p:sp>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2</m:t>
                    </m:r>
                  </m:oMath>
                </m:oMathPara>
              </a14:m>
              <a:endParaRPr sz="2600"/>
            </a:p>
          </p:txBody>
        </p:sp>
      </p:grpSp>
      <p:grpSp>
        <p:nvGrpSpPr>
          <p:cNvPr id="2983" name="Readout 128"/>
          <p:cNvGrpSpPr/>
          <p:nvPr/>
        </p:nvGrpSpPr>
        <p:grpSpPr>
          <a:xfrm>
            <a:off x="444500" y="812800"/>
            <a:ext cx="8001000" cy="4051300"/>
            <a:chOff x="444500" y="812800"/>
            <a:chExt cx="8001000" cy="4051300"/>
          </a:xfrm>
        </p:grpSpPr>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5</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oMath>
                </m:oMathPara>
              </a14:m>
              <a:endParaRPr sz="1700"/>
            </a:p>
          </p:txBody>
        </p:sp>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4</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2</m:t>
                    </m:r>
                  </m:oMath>
                </m:oMathPara>
              </a14:m>
              <a:endParaRPr sz="2600"/>
            </a:p>
          </p:txBody>
        </p:sp>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2</m:t>
                    </m:r>
                  </m:oMath>
                </m:oMathPara>
              </a14:m>
              <a:endParaRPr sz="2600"/>
            </a:p>
          </p:txBody>
        </p:sp>
      </p:grpSp>
      <p:grpSp>
        <p:nvGrpSpPr>
          <p:cNvPr id="2989" name="Readout 129"/>
          <p:cNvGrpSpPr/>
          <p:nvPr/>
        </p:nvGrpSpPr>
        <p:grpSpPr>
          <a:xfrm>
            <a:off x="444500" y="812800"/>
            <a:ext cx="8001000" cy="4051300"/>
            <a:chOff x="444500" y="812800"/>
            <a:chExt cx="8001000" cy="4051300"/>
          </a:xfrm>
        </p:grpSpPr>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4</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7</m:t>
                    </m:r>
                  </m:oMath>
                </m:oMathPara>
              </a14:m>
              <a:endParaRPr sz="1700"/>
            </a:p>
          </p:txBody>
        </p:sp>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8</m:t>
                    </m:r>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8</m:t>
                    </m:r>
                  </m:oMath>
                </m:oMathPara>
              </a14:m>
              <a:endParaRPr sz="2600"/>
            </a:p>
          </p:txBody>
        </p:sp>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7</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7</m:t>
                    </m:r>
                  </m:oMath>
                </m:oMathPara>
              </a14:m>
              <a:endParaRPr sz="2600"/>
            </a:p>
          </p:txBody>
        </p:sp>
      </p:grpSp>
      <p:grpSp>
        <p:nvGrpSpPr>
          <p:cNvPr id="2995" name="Readout 130"/>
          <p:cNvGrpSpPr/>
          <p:nvPr/>
        </p:nvGrpSpPr>
        <p:grpSpPr>
          <a:xfrm>
            <a:off x="444500" y="812800"/>
            <a:ext cx="8001000" cy="4051300"/>
            <a:chOff x="444500" y="812800"/>
            <a:chExt cx="8001000" cy="4051300"/>
          </a:xfrm>
        </p:grpSpPr>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3</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6</m:t>
                    </m:r>
                  </m:oMath>
                </m:oMathPara>
              </a14:m>
              <a:endParaRPr sz="1700"/>
            </a:p>
          </p:txBody>
        </p:sp>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0</m:t>
                    </m:r>
                  </m:oMath>
                </m:oMathPara>
              </a14:m>
              <a:endParaRPr sz="2600"/>
            </a:p>
          </p:txBody>
        </p:sp>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7</m:t>
                    </m:r>
                  </m:oMath>
                </m:oMathPara>
              </a14:m>
              <a:endParaRPr sz="2600"/>
            </a:p>
          </p:txBody>
        </p:sp>
      </p:grpSp>
      <p:grpSp>
        <p:nvGrpSpPr>
          <p:cNvPr id="3001" name="Readout 131"/>
          <p:cNvGrpSpPr/>
          <p:nvPr/>
        </p:nvGrpSpPr>
        <p:grpSpPr>
          <a:xfrm>
            <a:off x="444500" y="812800"/>
            <a:ext cx="8001000" cy="4051300"/>
            <a:chOff x="444500" y="812800"/>
            <a:chExt cx="8001000" cy="4051300"/>
          </a:xfrm>
        </p:grpSpPr>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2</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9</m:t>
                    </m:r>
                  </m:oMath>
                </m:oMathPara>
              </a14:m>
              <a:endParaRPr sz="1700"/>
            </a:p>
          </p:txBody>
        </p:sp>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7</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9</m:t>
                    </m:r>
                  </m:oMath>
                </m:oMathPara>
              </a14:m>
              <a:endParaRPr sz="2600"/>
            </a:p>
          </p:txBody>
        </p:sp>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0</m:t>
                    </m:r>
                  </m:oMath>
                </m:oMathPara>
              </a14:m>
              <a:endParaRPr sz="2600"/>
            </a:p>
          </p:txBody>
        </p:sp>
      </p:grpSp>
      <p:grpSp>
        <p:nvGrpSpPr>
          <p:cNvPr id="3007" name="Readout 132"/>
          <p:cNvGrpSpPr/>
          <p:nvPr/>
        </p:nvGrpSpPr>
        <p:grpSpPr>
          <a:xfrm>
            <a:off x="444500" y="812800"/>
            <a:ext cx="8001000" cy="4051300"/>
            <a:chOff x="444500" y="812800"/>
            <a:chExt cx="8001000" cy="4051300"/>
          </a:xfrm>
        </p:grpSpPr>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1</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8</m:t>
                    </m:r>
                  </m:oMath>
                </m:oMathPara>
              </a14:m>
              <a:endParaRPr sz="1700"/>
            </a:p>
          </p:txBody>
        </p:sp>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7</m:t>
                    </m:r>
                  </m:oMath>
                </m:oMathPara>
              </a14:m>
              <a:endParaRPr sz="2600"/>
            </a:p>
          </p:txBody>
        </p:sp>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5</m:t>
                    </m:r>
                  </m:oMath>
                </m:oMathPara>
              </a14:m>
              <a:endParaRPr sz="2600"/>
            </a:p>
          </p:txBody>
        </p:sp>
      </p:grpSp>
      <p:grpSp>
        <p:nvGrpSpPr>
          <p:cNvPr id="3013" name="Readout 133"/>
          <p:cNvGrpSpPr/>
          <p:nvPr/>
        </p:nvGrpSpPr>
        <p:grpSpPr>
          <a:xfrm>
            <a:off x="444500" y="812800"/>
            <a:ext cx="8001000" cy="4051300"/>
            <a:chOff x="444500" y="812800"/>
            <a:chExt cx="8001000" cy="4051300"/>
          </a:xfrm>
        </p:grpSpPr>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5</m:t>
                    </m:r>
                  </m:oMath>
                </m:oMathPara>
              </a14:m>
              <a:endParaRPr sz="1700"/>
            </a:p>
          </p:txBody>
        </p:sp>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6</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8</m:t>
                    </m:r>
                  </m:oMath>
                </m:oMathPara>
              </a14:m>
              <a:endParaRPr sz="2600"/>
            </a:p>
          </p:txBody>
        </p:sp>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5</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2</m:t>
                    </m:r>
                  </m:oMath>
                </m:oMathPara>
              </a14:m>
              <a:endParaRPr sz="2600"/>
            </a:p>
          </p:txBody>
        </p:sp>
      </p:grpSp>
      <p:grpSp>
        <p:nvGrpSpPr>
          <p:cNvPr id="3019" name="Readout 134"/>
          <p:cNvGrpSpPr/>
          <p:nvPr/>
        </p:nvGrpSpPr>
        <p:grpSpPr>
          <a:xfrm>
            <a:off x="444500" y="812800"/>
            <a:ext cx="8001000" cy="4051300"/>
            <a:chOff x="444500" y="812800"/>
            <a:chExt cx="8001000" cy="4051300"/>
          </a:xfrm>
        </p:grpSpPr>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0</m:t>
                    </m:r>
                  </m:oMath>
                </m:oMathPara>
              </a14:m>
              <a:endParaRPr sz="1700"/>
            </a:p>
          </p:txBody>
        </p:sp>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4</m:t>
                    </m:r>
                  </m:oMath>
                </m:oMathPara>
              </a14:m>
              <a:endParaRPr sz="2600"/>
            </a:p>
          </p:txBody>
        </p:sp>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9</m:t>
                    </m:r>
                  </m:oMath>
                </m:oMathPara>
              </a14:m>
              <a:endParaRPr sz="2600"/>
            </a:p>
          </p:txBody>
        </p:sp>
      </p:grpSp>
      <p:grpSp>
        <p:nvGrpSpPr>
          <p:cNvPr id="3025" name="Readout 135"/>
          <p:cNvGrpSpPr/>
          <p:nvPr/>
        </p:nvGrpSpPr>
        <p:grpSpPr>
          <a:xfrm>
            <a:off x="444500" y="812800"/>
            <a:ext cx="8001000" cy="4051300"/>
            <a:chOff x="444500" y="812800"/>
            <a:chExt cx="8001000" cy="4051300"/>
          </a:xfrm>
        </p:grpSpPr>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6</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8</m:t>
                    </m:r>
                  </m:oMath>
                </m:oMathPara>
              </a14:m>
              <a:endParaRPr sz="1700"/>
            </a:p>
          </p:txBody>
        </p:sp>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8</m:t>
                    </m:r>
                  </m:oMath>
                </m:oMathPara>
              </a14:m>
              <a:endParaRPr sz="2600"/>
            </a:p>
          </p:txBody>
        </p:sp>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3</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4</m:t>
                    </m:r>
                  </m:oMath>
                </m:oMathPara>
              </a14:m>
              <a:endParaRPr sz="2600"/>
            </a:p>
          </p:txBody>
        </p:sp>
      </p:grpSp>
      <p:grpSp>
        <p:nvGrpSpPr>
          <p:cNvPr id="3031" name="Readout 136"/>
          <p:cNvGrpSpPr/>
          <p:nvPr/>
        </p:nvGrpSpPr>
        <p:grpSpPr>
          <a:xfrm>
            <a:off x="444500" y="812800"/>
            <a:ext cx="8001000" cy="4051300"/>
            <a:chOff x="444500" y="812800"/>
            <a:chExt cx="8001000" cy="4051300"/>
          </a:xfrm>
        </p:grpSpPr>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9</m:t>
                    </m:r>
                  </m:oMath>
                </m:oMathPara>
              </a14:m>
              <a:endParaRPr sz="1700"/>
            </a:p>
          </p:txBody>
        </p:sp>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2</m:t>
                    </m:r>
                    <m:r>
                      <m:rPr>
                        <m:sty m:val="i"/>
                      </m:rPr>
                      <a:rPr sz="2600">
                        <a:solidFill>
                          <a:srgbClr val="216F9C"/>
                        </a:solidFill>
                        <a:latin typeface="Cambria Math"/>
                      </a:rPr>
                      <m:t xml:space="preserve">.</m:t>
                    </m:r>
                    <m:r>
                      <m:rPr>
                        <m:sty m:val="i"/>
                      </m:rPr>
                      <a:rPr sz="2600">
                        <a:solidFill>
                          <a:srgbClr val="216F9C"/>
                        </a:solidFill>
                        <a:latin typeface="Cambria Math"/>
                      </a:rPr>
                      <m:t xml:space="preserve">9</m:t>
                    </m:r>
                    <m:r>
                      <m:rPr>
                        <m:sty m:val="i"/>
                      </m:rPr>
                      <a:rPr sz="2600">
                        <a:solidFill>
                          <a:srgbClr val="216F9C"/>
                        </a:solidFill>
                        <a:latin typeface="Cambria Math"/>
                      </a:rPr>
                      <m:t xml:space="preserve">3</m:t>
                    </m:r>
                  </m:oMath>
                </m:oMathPara>
              </a14:m>
              <a:endParaRPr sz="2600"/>
            </a:p>
          </p:txBody>
        </p:sp>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5</m:t>
                    </m:r>
                  </m:oMath>
                </m:oMathPara>
              </a14:m>
              <a:endParaRPr sz="2600"/>
            </a:p>
          </p:txBody>
        </p:sp>
      </p:grpSp>
      <p:grpSp>
        <p:nvGrpSpPr>
          <p:cNvPr id="3037" name="Readout 137"/>
          <p:cNvGrpSpPr/>
          <p:nvPr/>
        </p:nvGrpSpPr>
        <p:grpSpPr>
          <a:xfrm>
            <a:off x="444500" y="812800"/>
            <a:ext cx="8001000" cy="4051300"/>
            <a:chOff x="444500" y="812800"/>
            <a:chExt cx="8001000" cy="4051300"/>
          </a:xfrm>
        </p:grpSpPr>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6</m:t>
                    </m:r>
                    <m:r>
                      <m:rPr>
                        <m:sty m:val="i"/>
                      </m:rPr>
                      <a:rPr sz="1700">
                        <a:solidFill>
                          <a:srgbClr val="252529"/>
                        </a:solidFill>
                        <a:latin typeface="Cambria Math"/>
                      </a:rPr>
                      <m:t xml:space="preserve">5</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5</m:t>
                    </m:r>
                  </m:oMath>
                </m:oMathPara>
              </a14:m>
              <a:endParaRPr sz="1700"/>
            </a:p>
          </p:txBody>
        </p:sp>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6</m:t>
                    </m:r>
                    <m:r>
                      <m:rPr>
                        <m:sty m:val="i"/>
                      </m:rPr>
                      <a:rPr sz="2600">
                        <a:solidFill>
                          <a:srgbClr val="216F9C"/>
                        </a:solidFill>
                        <a:latin typeface="Cambria Math"/>
                      </a:rPr>
                      <m:t xml:space="preserve">.</m:t>
                    </m:r>
                    <m:r>
                      <m:rPr>
                        <m:sty m:val="i"/>
                      </m:rPr>
                      <a:rPr sz="2600">
                        <a:solidFill>
                          <a:srgbClr val="216F9C"/>
                        </a:solidFill>
                        <a:latin typeface="Cambria Math"/>
                      </a:rPr>
                      <m:t xml:space="preserve">3</m:t>
                    </m:r>
                    <m:r>
                      <m:rPr>
                        <m:sty m:val="i"/>
                      </m:rPr>
                      <a:rPr sz="2600">
                        <a:solidFill>
                          <a:srgbClr val="216F9C"/>
                        </a:solidFill>
                        <a:latin typeface="Cambria Math"/>
                      </a:rPr>
                      <m:t xml:space="preserve">3</m:t>
                    </m:r>
                  </m:oMath>
                </m:oMathPara>
              </a14:m>
              <a:endParaRPr sz="2600"/>
            </a:p>
          </p:txBody>
        </p:sp>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1</m:t>
                    </m:r>
                    <m:r>
                      <m:rPr>
                        <m:sty m:val="i"/>
                      </m:rPr>
                      <a:rPr sz="2600">
                        <a:solidFill>
                          <a:srgbClr val="147C60"/>
                        </a:solidFill>
                        <a:latin typeface="Cambria Math"/>
                      </a:rPr>
                      <m:t xml:space="preserve">.</m:t>
                    </m:r>
                    <m:r>
                      <m:rPr>
                        <m:sty m:val="i"/>
                      </m:rPr>
                      <a:rPr sz="2600">
                        <a:solidFill>
                          <a:srgbClr val="147C60"/>
                        </a:solidFill>
                        <a:latin typeface="Cambria Math"/>
                      </a:rPr>
                      <m:t xml:space="preserve">5</m:t>
                    </m:r>
                    <m:r>
                      <m:rPr>
                        <m:sty m:val="i"/>
                      </m:rPr>
                      <a:rPr sz="2600">
                        <a:solidFill>
                          <a:srgbClr val="147C60"/>
                        </a:solidFill>
                        <a:latin typeface="Cambria Math"/>
                      </a:rPr>
                      <m:t xml:space="preserve">1</m:t>
                    </m:r>
                  </m:oMath>
                </m:oMathPara>
              </a14:m>
              <a:endParaRPr sz="2600"/>
            </a:p>
          </p:txBody>
        </p:sp>
      </p:grpSp>
      <p:grpSp>
        <p:nvGrpSpPr>
          <p:cNvPr id="3043" name="Readout 138"/>
          <p:cNvGrpSpPr/>
          <p:nvPr/>
        </p:nvGrpSpPr>
        <p:grpSpPr>
          <a:xfrm>
            <a:off x="444500" y="812800"/>
            <a:ext cx="8001000" cy="4051300"/>
            <a:chOff x="444500" y="812800"/>
            <a:chExt cx="8001000" cy="4051300"/>
          </a:xfrm>
        </p:grpSpPr>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5</m:t>
                    </m:r>
                    <m:r>
                      <m:rPr>
                        <m:sty m:val="i"/>
                      </m:rPr>
                      <a:rPr sz="1700">
                        <a:solidFill>
                          <a:srgbClr val="252529"/>
                        </a:solidFill>
                        <a:latin typeface="Cambria Math"/>
                      </a:rPr>
                      <m:t xml:space="preserve">4</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8</m:t>
                    </m:r>
                  </m:oMath>
                </m:oMathPara>
              </a14:m>
              <a:endParaRPr sz="1700"/>
            </a:p>
          </p:txBody>
        </p:sp>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9</m:t>
                    </m:r>
                    <m:r>
                      <m:rPr>
                        <m:sty m:val="i"/>
                      </m:rPr>
                      <a:rPr sz="2600">
                        <a:solidFill>
                          <a:srgbClr val="216F9C"/>
                        </a:solidFill>
                        <a:latin typeface="Cambria Math"/>
                      </a:rPr>
                      <m:t xml:space="preserve">.</m:t>
                    </m:r>
                    <m:r>
                      <m:rPr>
                        <m:sty m:val="i"/>
                      </m:rPr>
                      <a:rPr sz="2600">
                        <a:solidFill>
                          <a:srgbClr val="216F9C"/>
                        </a:solidFill>
                        <a:latin typeface="Cambria Math"/>
                      </a:rPr>
                      <m:t xml:space="preserve">8</m:t>
                    </m:r>
                    <m:r>
                      <m:rPr>
                        <m:sty m:val="i"/>
                      </m:rPr>
                      <a:rPr sz="2600">
                        <a:solidFill>
                          <a:srgbClr val="216F9C"/>
                        </a:solidFill>
                        <a:latin typeface="Cambria Math"/>
                      </a:rPr>
                      <m:t xml:space="preserve">2</m:t>
                    </m:r>
                  </m:oMath>
                </m:oMathPara>
              </a14:m>
              <a:endParaRPr sz="2600"/>
            </a:p>
          </p:txBody>
        </p:sp>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1</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0</m:t>
                    </m:r>
                  </m:oMath>
                </m:oMathPara>
              </a14:m>
              <a:endParaRPr sz="2600"/>
            </a:p>
          </p:txBody>
        </p:sp>
      </p:grpSp>
      <p:grpSp>
        <p:nvGrpSpPr>
          <p:cNvPr id="3049" name="Readout 139"/>
          <p:cNvGrpSpPr/>
          <p:nvPr/>
        </p:nvGrpSpPr>
        <p:grpSpPr>
          <a:xfrm>
            <a:off x="444500" y="812800"/>
            <a:ext cx="8001000" cy="4051300"/>
            <a:chOff x="444500" y="812800"/>
            <a:chExt cx="8001000" cy="4051300"/>
          </a:xfrm>
        </p:grpSpPr>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4</m:t>
                    </m:r>
                    <m:r>
                      <m:rPr>
                        <m:sty m:val="i"/>
                      </m:rPr>
                      <a:rPr sz="1700">
                        <a:solidFill>
                          <a:srgbClr val="252529"/>
                        </a:solidFill>
                        <a:latin typeface="Cambria Math"/>
                      </a:rPr>
                      <m:t xml:space="preserve">3</m:t>
                    </m:r>
                    <m:r>
                      <m:rPr>
                        <m:sty m:val="i"/>
                      </m:rPr>
                      <a:rPr sz="1700">
                        <a:solidFill>
                          <a:srgbClr val="252529"/>
                        </a:solidFill>
                        <a:latin typeface="Cambria Math"/>
                      </a:rPr>
                      <m:t xml:space="preserve">.</m:t>
                    </m:r>
                    <m:r>
                      <m:rPr>
                        <m:sty m:val="i"/>
                      </m:rPr>
                      <a:rPr sz="1700">
                        <a:solidFill>
                          <a:srgbClr val="252529"/>
                        </a:solidFill>
                        <a:latin typeface="Cambria Math"/>
                      </a:rPr>
                      <m:t xml:space="preserve">7</m:t>
                    </m:r>
                    <m:r>
                      <m:rPr>
                        <m:sty m:val="i"/>
                      </m:rPr>
                      <a:rPr sz="1700">
                        <a:solidFill>
                          <a:srgbClr val="252529"/>
                        </a:solidFill>
                        <a:latin typeface="Cambria Math"/>
                      </a:rPr>
                      <m:t xml:space="preserve">1</m:t>
                    </m:r>
                  </m:oMath>
                </m:oMathPara>
              </a14:m>
              <a:endParaRPr sz="1700"/>
            </a:p>
          </p:txBody>
        </p:sp>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3</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3</m:t>
                    </m:r>
                  </m:oMath>
                </m:oMathPara>
              </a14:m>
              <a:endParaRPr sz="2600"/>
            </a:p>
          </p:txBody>
        </p:sp>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8</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7</m:t>
                    </m:r>
                  </m:oMath>
                </m:oMathPara>
              </a14:m>
              <a:endParaRPr sz="2600"/>
            </a:p>
          </p:txBody>
        </p:sp>
      </p:grpSp>
      <p:grpSp>
        <p:nvGrpSpPr>
          <p:cNvPr id="3055" name="Readout 140"/>
          <p:cNvGrpSpPr/>
          <p:nvPr/>
        </p:nvGrpSpPr>
        <p:grpSpPr>
          <a:xfrm>
            <a:off x="444500" y="812800"/>
            <a:ext cx="8001000" cy="4051300"/>
            <a:chOff x="444500" y="812800"/>
            <a:chExt cx="8001000" cy="4051300"/>
          </a:xfrm>
        </p:grpSpPr>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3</m:t>
                    </m:r>
                    <m:r>
                      <m:rPr>
                        <m:sty m:val="i"/>
                      </m:rPr>
                      <a:rPr sz="1700">
                        <a:solidFill>
                          <a:srgbClr val="252529"/>
                        </a:solidFill>
                        <a:latin typeface="Cambria Math"/>
                      </a:rPr>
                      <m:t xml:space="preserve">2</m:t>
                    </m:r>
                    <m:r>
                      <m:rPr>
                        <m:sty m:val="i"/>
                      </m:rPr>
                      <a:rPr sz="1700">
                        <a:solidFill>
                          <a:srgbClr val="252529"/>
                        </a:solidFill>
                        <a:latin typeface="Cambria Math"/>
                      </a:rPr>
                      <m:t xml:space="preserve">.</m:t>
                    </m:r>
                    <m:r>
                      <m:rPr>
                        <m:sty m:val="i"/>
                      </m:rPr>
                      <a:rPr sz="1700">
                        <a:solidFill>
                          <a:srgbClr val="252529"/>
                        </a:solidFill>
                        <a:latin typeface="Cambria Math"/>
                      </a:rPr>
                      <m:t xml:space="preserve">8</m:t>
                    </m:r>
                    <m:r>
                      <m:rPr>
                        <m:sty m:val="i"/>
                      </m:rPr>
                      <a:rPr sz="1700">
                        <a:solidFill>
                          <a:srgbClr val="252529"/>
                        </a:solidFill>
                        <a:latin typeface="Cambria Math"/>
                      </a:rPr>
                      <m:t xml:space="preserve">6</m:t>
                    </m:r>
                  </m:oMath>
                </m:oMathPara>
              </a14:m>
              <a:endParaRPr sz="1700"/>
            </a:p>
          </p:txBody>
        </p:sp>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7</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1</m:t>
                    </m:r>
                  </m:oMath>
                </m:oMathPara>
              </a14:m>
              <a:endParaRPr sz="2600"/>
            </a:p>
          </p:txBody>
        </p:sp>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3</m:t>
                    </m:r>
                  </m:oMath>
                </m:oMathPara>
              </a14:m>
              <a:endParaRPr sz="2600"/>
            </a:p>
          </p:txBody>
        </p:sp>
      </p:grpSp>
      <p:grpSp>
        <p:nvGrpSpPr>
          <p:cNvPr id="3061" name="Readout 141"/>
          <p:cNvGrpSpPr/>
          <p:nvPr/>
        </p:nvGrpSpPr>
        <p:grpSpPr>
          <a:xfrm>
            <a:off x="444500" y="812800"/>
            <a:ext cx="8001000" cy="4051300"/>
            <a:chOff x="444500" y="812800"/>
            <a:chExt cx="8001000" cy="4051300"/>
          </a:xfrm>
        </p:grpSpPr>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2</m:t>
                    </m:r>
                    <m:r>
                      <m:rPr>
                        <m:sty m:val="i"/>
                      </m:rPr>
                      <a:rPr sz="1700">
                        <a:solidFill>
                          <a:srgbClr val="252529"/>
                        </a:solidFill>
                        <a:latin typeface="Cambria Math"/>
                      </a:rPr>
                      <m:t xml:space="preserve">1</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4</m:t>
                    </m:r>
                  </m:oMath>
                </m:oMathPara>
              </a14:m>
              <a:endParaRPr sz="1700"/>
            </a:p>
          </p:txBody>
        </p:sp>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1</m:t>
                    </m:r>
                    <m:r>
                      <m:rPr>
                        <m:sty m:val="i"/>
                      </m:rPr>
                      <a:rPr sz="2600">
                        <a:solidFill>
                          <a:srgbClr val="216F9C"/>
                        </a:solidFill>
                        <a:latin typeface="Cambria Math"/>
                      </a:rPr>
                      <m:t xml:space="preserve">1</m:t>
                    </m:r>
                    <m:r>
                      <m:rPr>
                        <m:sty m:val="i"/>
                      </m:rPr>
                      <a:rPr sz="2600">
                        <a:solidFill>
                          <a:srgbClr val="216F9C"/>
                        </a:solidFill>
                        <a:latin typeface="Cambria Math"/>
                      </a:rPr>
                      <m:t xml:space="preserve">.</m:t>
                    </m:r>
                    <m:r>
                      <m:rPr>
                        <m:sty m:val="i"/>
                      </m:rPr>
                      <a:rPr sz="2600">
                        <a:solidFill>
                          <a:srgbClr val="216F9C"/>
                        </a:solidFill>
                        <a:latin typeface="Cambria Math"/>
                      </a:rPr>
                      <m:t xml:space="preserve">2</m:t>
                    </m:r>
                    <m:r>
                      <m:rPr>
                        <m:sty m:val="i"/>
                      </m:rPr>
                      <a:rPr sz="2600">
                        <a:solidFill>
                          <a:srgbClr val="216F9C"/>
                        </a:solidFill>
                        <a:latin typeface="Cambria Math"/>
                      </a:rPr>
                      <m:t xml:space="preserve">0</m:t>
                    </m:r>
                  </m:oMath>
                </m:oMathPara>
              </a14:m>
              <a:endParaRPr sz="2600"/>
            </a:p>
          </p:txBody>
        </p:sp>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4</m:t>
                    </m:r>
                    <m:r>
                      <m:rPr>
                        <m:sty m:val="i"/>
                      </m:rPr>
                      <a:rPr sz="2600">
                        <a:solidFill>
                          <a:srgbClr val="147C60"/>
                        </a:solidFill>
                        <a:latin typeface="Cambria Math"/>
                      </a:rPr>
                      <m:t xml:space="preserve">.</m:t>
                    </m:r>
                    <m:r>
                      <m:rPr>
                        <m:sty m:val="i"/>
                      </m:rPr>
                      <a:rPr sz="2600">
                        <a:solidFill>
                          <a:srgbClr val="147C60"/>
                        </a:solidFill>
                        <a:latin typeface="Cambria Math"/>
                      </a:rPr>
                      <m:t xml:space="preserve">9</m:t>
                    </m:r>
                    <m:r>
                      <m:rPr>
                        <m:sty m:val="i"/>
                      </m:rPr>
                      <a:rPr sz="2600">
                        <a:solidFill>
                          <a:srgbClr val="147C60"/>
                        </a:solidFill>
                        <a:latin typeface="Cambria Math"/>
                      </a:rPr>
                      <m:t xml:space="preserve">2</m:t>
                    </m:r>
                  </m:oMath>
                </m:oMathPara>
              </a14:m>
              <a:endParaRPr sz="2600"/>
            </a:p>
          </p:txBody>
        </p:sp>
      </p:grpSp>
      <p:grpSp>
        <p:nvGrpSpPr>
          <p:cNvPr id="3067" name="Readout 142"/>
          <p:cNvGrpSpPr/>
          <p:nvPr/>
        </p:nvGrpSpPr>
        <p:grpSpPr>
          <a:xfrm>
            <a:off x="444500" y="812800"/>
            <a:ext cx="8001000" cy="4051300"/>
            <a:chOff x="444500" y="812800"/>
            <a:chExt cx="8001000" cy="4051300"/>
          </a:xfrm>
        </p:grpSpPr>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1</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9</m:t>
                    </m:r>
                    <m:r>
                      <m:rPr>
                        <m:sty m:val="i"/>
                      </m:rPr>
                      <a:rPr sz="1700">
                        <a:solidFill>
                          <a:srgbClr val="252529"/>
                        </a:solidFill>
                        <a:latin typeface="Cambria Math"/>
                      </a:rPr>
                      <m:t xml:space="preserve">8</m:t>
                    </m:r>
                  </m:oMath>
                </m:oMathPara>
              </a14:m>
              <a:endParaRPr sz="1700"/>
            </a:p>
          </p:txBody>
        </p:sp>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5</m:t>
                    </m:r>
                    <m:r>
                      <m:rPr>
                        <m:sty m:val="i"/>
                      </m:rPr>
                      <a:rPr sz="2600">
                        <a:solidFill>
                          <a:srgbClr val="216F9C"/>
                        </a:solidFill>
                        <a:latin typeface="Cambria Math"/>
                      </a:rPr>
                      <m:t xml:space="preserve">.</m:t>
                    </m:r>
                    <m:r>
                      <m:rPr>
                        <m:sty m:val="i"/>
                      </m:rPr>
                      <a:rPr sz="2600">
                        <a:solidFill>
                          <a:srgbClr val="216F9C"/>
                        </a:solidFill>
                        <a:latin typeface="Cambria Math"/>
                      </a:rPr>
                      <m:t xml:space="preserve">4</m:t>
                    </m:r>
                    <m:r>
                      <m:rPr>
                        <m:sty m:val="i"/>
                      </m:rPr>
                      <a:rPr sz="2600">
                        <a:solidFill>
                          <a:srgbClr val="216F9C"/>
                        </a:solidFill>
                        <a:latin typeface="Cambria Math"/>
                      </a:rPr>
                      <m:t xml:space="preserve">5</m:t>
                    </m:r>
                  </m:oMath>
                </m:oMathPara>
              </a14:m>
              <a:endParaRPr sz="2600"/>
            </a:p>
          </p:txBody>
        </p:sp>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2</m:t>
                    </m:r>
                    <m:r>
                      <m:rPr>
                        <m:sty m:val="i"/>
                      </m:rPr>
                      <a:rPr sz="2600">
                        <a:solidFill>
                          <a:srgbClr val="147C60"/>
                        </a:solidFill>
                        <a:latin typeface="Cambria Math"/>
                      </a:rPr>
                      <m:t xml:space="preserve">.</m:t>
                    </m:r>
                    <m:r>
                      <m:rPr>
                        <m:sty m:val="i"/>
                      </m:rPr>
                      <a:rPr sz="2600">
                        <a:solidFill>
                          <a:srgbClr val="147C60"/>
                        </a:solidFill>
                        <a:latin typeface="Cambria Math"/>
                      </a:rPr>
                      <m:t xml:space="preserve">6</m:t>
                    </m:r>
                    <m:r>
                      <m:rPr>
                        <m:sty m:val="i"/>
                      </m:rPr>
                      <a:rPr sz="2600">
                        <a:solidFill>
                          <a:srgbClr val="147C60"/>
                        </a:solidFill>
                        <a:latin typeface="Cambria Math"/>
                      </a:rPr>
                      <m:t xml:space="preserve">2</m:t>
                    </m:r>
                  </m:oMath>
                </m:oMathPara>
              </a14:m>
              <a:endParaRPr sz="2600"/>
            </a:p>
          </p:txBody>
        </p:sp>
      </p:grpSp>
      <p:grpSp>
        <p:nvGrpSpPr>
          <p:cNvPr id="3073" name="Readout 143"/>
          <p:cNvGrpSpPr/>
          <p:nvPr/>
        </p:nvGrpSpPr>
        <p:grpSpPr>
          <a:xfrm>
            <a:off x="444500" y="812800"/>
            <a:ext cx="8001000" cy="4051300"/>
            <a:chOff x="444500" y="812800"/>
            <a:chExt cx="8001000" cy="4051300"/>
          </a:xfrm>
        </p:grpSpPr>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700">
                        <a:solidFill>
                          <a:srgbClr val="252529"/>
                        </a:solidFill>
                        <a:latin typeface="Cambria Math"/>
                      </a:rPr>
                      <m:t xml:space="preserve">z</m:t>
                    </m:r>
                    <m:r>
                      <m:rPr>
                        <m:sty m:val="i"/>
                      </m:rPr>
                      <a:rPr sz="1700">
                        <a:solidFill>
                          <a:srgbClr val="252529"/>
                        </a:solidFill>
                        <a:latin typeface="Cambria Math"/>
                      </a:rPr>
                      <m:t xml:space="preserve">=</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m:t>
                    </m:r>
                    <m:r>
                      <m:rPr>
                        <m:sty m:val="i"/>
                      </m:rPr>
                      <a:rPr sz="1700">
                        <a:solidFill>
                          <a:srgbClr val="252529"/>
                        </a:solidFill>
                        <a:latin typeface="Cambria Math"/>
                      </a:rPr>
                      <m:t xml:space="preserve">0</m:t>
                    </m:r>
                    <m:r>
                      <m:rPr>
                        <m:sty m:val="i"/>
                      </m:rPr>
                      <a:rPr sz="1700">
                        <a:solidFill>
                          <a:srgbClr val="252529"/>
                        </a:solidFill>
                        <a:latin typeface="Cambria Math"/>
                      </a:rPr>
                      <m:t xml:space="preserve">0</m:t>
                    </m:r>
                  </m:oMath>
                </m:oMathPara>
              </a14:m>
              <a:endParaRPr sz="1700"/>
            </a:p>
          </p:txBody>
        </p:sp>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m:t>
                    </m:r>
                    <m:r>
                      <m:rPr>
                        <m:sty m:val="i"/>
                      </m:rPr>
                      <a:rPr sz="2600">
                        <a:solidFill>
                          <a:srgbClr val="216F9C"/>
                        </a:solidFill>
                        <a:latin typeface="Cambria Math"/>
                      </a:rPr>
                      <m:t xml:space="preserve">0</m:t>
                    </m:r>
                    <m:r>
                      <m:rPr>
                        <m:sty m:val="i"/>
                      </m:rPr>
                      <a:rPr sz="2600">
                        <a:solidFill>
                          <a:srgbClr val="216F9C"/>
                        </a:solidFill>
                        <a:latin typeface="Cambria Math"/>
                      </a:rPr>
                      <m:t xml:space="preserve">0</m:t>
                    </m:r>
                  </m:oMath>
                </m:oMathPara>
              </a14:m>
              <a:endParaRPr sz="2600"/>
            </a:p>
          </p:txBody>
        </p:sp>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m:t>
                    </m:r>
                    <m:r>
                      <m:rPr>
                        <m:sty m:val="i"/>
                      </m:rPr>
                      <a:rPr sz="2600">
                        <a:solidFill>
                          <a:srgbClr val="147C60"/>
                        </a:solidFill>
                        <a:latin typeface="Cambria Math"/>
                      </a:rPr>
                      <m:t xml:space="preserve">0</m:t>
                    </m:r>
                    <m:r>
                      <m:rPr>
                        <m:sty m:val="i"/>
                      </m:rPr>
                      <a:rPr sz="2600">
                        <a:solidFill>
                          <a:srgbClr val="147C60"/>
                        </a:solidFill>
                        <a:latin typeface="Cambria Math"/>
                      </a:rPr>
                      <m:t xml:space="preserve">0</m:t>
                    </m:r>
                  </m:oMath>
                </m:oMathPara>
              </a14:m>
              <a:endParaRPr sz="2600"/>
            </a:p>
          </p:txBody>
        </p:sp>
      </p:grpSp>
    </p:spTree>
  </p:cSld>
  <p:clrMapOvr>
    <a:masterClrMapping/>
  </p:clrMapOvr>
  <mc:AlternateContent xmlns:mc="http://schemas.openxmlformats.org/markup-compatibility/2006" xmlns:p159="http://schemas.microsoft.com/office/powerpoint/2015/09/main" xmlns:p14="http://schemas.microsoft.com/office/powerpoint/2010/main">
    <mc:Choice Requires="p159">
      <p:transition p14:dur="1100">
        <p159:morph option="byObject"/>
      </p:transition>
    </mc:Choice>
    <mc:Fallback>
      <p:transition>
        <p:fade/>
      </p:transition>
    </mc:Fallback>
  </mc:AlternateContent>
</p:sld>
</file>

<file path=ppt/slides/slide36.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Choose Θ so the nonlinearity is dissipative</a:t>
            </a:r>
            <a:endParaRPr sz="2500"/>
          </a:p>
        </p:txBody>
      </p:sp>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252529"/>
                      </a:solidFill>
                      <a:latin typeface="Cambria Math"/>
                    </a:rPr>
                    <m:t xml:space="preserve">Θ</m:t>
                  </m:r>
                  <m:d>
                    <m:dPr>
                      <m:begChr m:val="("/>
                      <m:endChr m:val=")"/>
                      <m:ctrlPr>
                        <a:rPr sz="2500">
                          <a:solidFill>
                            <a:srgbClr val="252529"/>
                          </a:solidFill>
                          <a:latin typeface="Cambria Math"/>
                        </a:rPr>
                      </m:ctrlPr>
                    </m:dPr>
                    <m:e>
                      <m:r>
                        <m:rPr>
                          <m:sty m:val="i"/>
                        </m:rPr>
                        <a:rPr sz="2500">
                          <a:solidFill>
                            <a:srgbClr val="252529"/>
                          </a:solidFill>
                          <a:latin typeface="Cambria Math"/>
                        </a:rPr>
                        <m:t xml:space="preserve">v</m:t>
                      </m:r>
                    </m:e>
                  </m:d>
                  <m:r>
                    <m:rPr>
                      <m:sty m:val="i"/>
                    </m:rPr>
                    <a:rPr sz="2500">
                      <a:solidFill>
                        <a:srgbClr val="252529"/>
                      </a:solidFill>
                      <a:latin typeface="Cambria Math"/>
                    </a:rPr>
                    <m:t xml:space="preserve">=</m:t>
                  </m:r>
                  <m:d>
                    <m:dPr>
                      <m:begChr m:val="["/>
                      <m:endChr m:val="]"/>
                      <m:ctrlPr>
                        <a:rPr sz="2500">
                          <a:solidFill>
                            <a:srgbClr val="252529"/>
                          </a:solidFill>
                          <a:latin typeface="Cambria Math"/>
                        </a:rPr>
                      </m:ctrlPr>
                    </m:dPr>
                    <m:e>
                      <m:m>
                        <m:mPr>
                          <m:mcs>
                            <m:mc>
                              <m:mcPr>
                                <m:count m:val="2"/>
                                <m:mcJc m:val="center"/>
                              </m:mcPr>
                            </m:mc>
                          </m:mcs>
                          <m:ctrlPr>
                            <a:rPr sz="2500">
                              <a:solidFill>
                                <a:srgbClr val="252529"/>
                              </a:solidFill>
                              <a:latin typeface="Cambria Math"/>
                            </a:rPr>
                          </m:ctrlPr>
                        </m:mPr>
                        <m:mr>
                          <m:e>
                            <m:r>
                              <m:rPr>
                                <m:sty m:val="i"/>
                              </m:rPr>
                              <a:rPr sz="2500">
                                <a:solidFill>
                                  <a:srgbClr val="252529"/>
                                </a:solidFill>
                                <a:latin typeface="Cambria Math"/>
                              </a:rPr>
                              <m:t xml:space="preserve">v</m:t>
                            </m:r>
                          </m:e>
                          <m:e>
                            <m:r>
                              <m:rPr>
                                <m:sty m:val="i"/>
                              </m:rPr>
                              <a:rPr sz="2500">
                                <a:solidFill>
                                  <a:srgbClr val="252529"/>
                                </a:solidFill>
                                <a:latin typeface="Cambria Math"/>
                              </a:rPr>
                              <m:t xml:space="preserve">1</m:t>
                            </m:r>
                          </m:e>
                        </m:mr>
                        <m:mr>
                          <m:e>
                            <m:r>
                              <m:rPr>
                                <m:sty m:val="i"/>
                              </m:rPr>
                              <a:rPr sz="2500">
                                <a:solidFill>
                                  <a:srgbClr val="252529"/>
                                </a:solidFill>
                                <a:latin typeface="Cambria Math"/>
                              </a:rPr>
                              <m:t xml:space="preserve">v</m:t>
                            </m:r>
                          </m:e>
                          <m:e>
                            <m:r>
                              <m:rPr>
                                <m:sty m:val="i"/>
                              </m:rPr>
                              <a:rPr sz="2500">
                                <a:solidFill>
                                  <a:srgbClr val="252529"/>
                                </a:solidFill>
                                <a:latin typeface="Cambria Math"/>
                              </a:rPr>
                              <m:t xml:space="preserve">−</m:t>
                            </m:r>
                            <m:r>
                              <m:rPr>
                                <m:sty m:val="i"/>
                              </m:rPr>
                              <a:rPr sz="2500">
                                <a:solidFill>
                                  <a:srgbClr val="252529"/>
                                </a:solidFill>
                                <a:latin typeface="Cambria Math"/>
                              </a:rPr>
                              <m:t xml:space="preserve">1</m:t>
                            </m:r>
                          </m:e>
                        </m:mr>
                      </m:m>
                    </m:e>
                  </m:d>
                  <m:d>
                    <m:dPr>
                      <m:begChr m:val="["/>
                      <m:endChr m:val="]"/>
                      <m:ctrlPr>
                        <a:rPr sz="2500">
                          <a:solidFill>
                            <a:srgbClr val="252529"/>
                          </a:solidFill>
                          <a:latin typeface="Cambria Math"/>
                        </a:rPr>
                      </m:ctrlPr>
                    </m:dPr>
                    <m:e>
                      <m:m>
                        <m:mPr>
                          <m:mcs>
                            <m:mc>
                              <m:mcPr>
                                <m:count m:val="2"/>
                                <m:mcJc m:val="center"/>
                              </m:mcPr>
                            </m:mc>
                          </m:mcs>
                          <m:ctrlPr>
                            <a:rPr sz="2500">
                              <a:solidFill>
                                <a:srgbClr val="252529"/>
                              </a:solidFill>
                              <a:latin typeface="Cambria Math"/>
                            </a:rPr>
                          </m:ctrlPr>
                        </m:mPr>
                        <m:mr>
                          <m:e>
                            <m:r>
                              <m:rPr>
                                <m:sty m:val="i"/>
                              </m:rPr>
                              <a:rPr sz="2500">
                                <a:solidFill>
                                  <a:srgbClr val="252529"/>
                                </a:solidFill>
                                <a:latin typeface="Cambria Math"/>
                              </a:rPr>
                              <m:t xml:space="preserve">β</m:t>
                            </m:r>
                          </m:e>
                          <m:e>
                            <m:r>
                              <m:rPr>
                                <m:sty m:val="i"/>
                              </m:rPr>
                              <a:rPr sz="2500">
                                <a:solidFill>
                                  <a:srgbClr val="252529"/>
                                </a:solidFill>
                                <a:latin typeface="Cambria Math"/>
                              </a:rPr>
                              <m:t xml:space="preserve">−</m:t>
                            </m:r>
                            <m:r>
                              <m:rPr>
                                <m:sty m:val="i"/>
                              </m:rPr>
                              <a:rPr sz="2500">
                                <a:solidFill>
                                  <a:srgbClr val="252529"/>
                                </a:solidFill>
                                <a:latin typeface="Cambria Math"/>
                              </a:rPr>
                              <m:t xml:space="preserve">1</m:t>
                            </m:r>
                          </m:e>
                        </m:mr>
                        <m:mr>
                          <m:e>
                            <m:r>
                              <m:rPr>
                                <m:sty m:val="i"/>
                              </m:rPr>
                              <a:rPr sz="2500">
                                <a:solidFill>
                                  <a:srgbClr val="252529"/>
                                </a:solidFill>
                                <a:latin typeface="Cambria Math"/>
                              </a:rPr>
                              <m:t xml:space="preserve">−</m:t>
                            </m:r>
                            <m:r>
                              <m:rPr>
                                <m:sty m:val="i"/>
                              </m:rPr>
                              <a:rPr sz="2500">
                                <a:solidFill>
                                  <a:srgbClr val="252529"/>
                                </a:solidFill>
                                <a:latin typeface="Cambria Math"/>
                              </a:rPr>
                              <m:t xml:space="preserve">α</m:t>
                            </m:r>
                          </m:e>
                          <m:e>
                            <m:r>
                              <m:rPr>
                                <m:sty m:val="i"/>
                              </m:rPr>
                              <a:rPr sz="2500">
                                <a:solidFill>
                                  <a:srgbClr val="252529"/>
                                </a:solidFill>
                                <a:latin typeface="Cambria Math"/>
                              </a:rPr>
                              <m:t xml:space="preserve">1</m:t>
                            </m:r>
                          </m:e>
                        </m:mr>
                      </m:m>
                    </m:e>
                  </m:d>
                  <m:r>
                    <m:rPr>
                      <m:sty m:val="i"/>
                    </m:rPr>
                    <a:rPr sz="2500">
                      <a:solidFill>
                        <a:srgbClr val="252529"/>
                      </a:solidFill>
                      <a:latin typeface="Cambria Math"/>
                    </a:rPr>
                    <m:t xml:space="preserve">,</m:t>
                  </m:r>
                  <m:r>
                    <m:rPr>
                      <m:sty m:val="i"/>
                    </m:rPr>
                    <a:rPr sz="2500">
                      <a:solidFill>
                        <a:srgbClr val="252529"/>
                      </a:solidFill>
                      <a:latin typeface="Cambria Math"/>
                    </a:rPr>
                    <m:t xml:space="preserve"> </m:t>
                  </m:r>
                  <m:r>
                    <m:rPr>
                      <m:sty m:val="i"/>
                    </m:rPr>
                    <a:rPr sz="2500">
                      <a:solidFill>
                        <a:srgbClr val="252529"/>
                      </a:solidFill>
                      <a:latin typeface="Cambria Math"/>
                    </a:rPr>
                    <m:t xml:space="preserve"> </m:t>
                  </m:r>
                  <m:r>
                    <m:rPr>
                      <m:sty m:val="i"/>
                    </m:rPr>
                    <a:rPr sz="2500">
                      <a:solidFill>
                        <a:srgbClr val="252529"/>
                      </a:solidFill>
                      <a:latin typeface="Cambria Math"/>
                    </a:rPr>
                    <m:t xml:space="preserve">v</m:t>
                  </m:r>
                  <m:r>
                    <m:rPr>
                      <m:sty m:val="i"/>
                    </m:rPr>
                    <a:rPr sz="2500">
                      <a:solidFill>
                        <a:srgbClr val="252529"/>
                      </a:solidFill>
                      <a:latin typeface="Cambria Math"/>
                    </a:rPr>
                    <m:t xml:space="preserve">&gt;</m:t>
                  </m:r>
                  <m:r>
                    <m:rPr>
                      <m:sty m:val="i"/>
                    </m:rPr>
                    <a:rPr sz="2500">
                      <a:solidFill>
                        <a:srgbClr val="252529"/>
                      </a:solidFill>
                      <a:latin typeface="Cambria Math"/>
                    </a:rPr>
                    <m:t xml:space="preserve">0</m:t>
                  </m:r>
                </m:oMath>
              </m:oMathPara>
            </a14:m>
            <a:endParaRPr sz="2500"/>
          </a:p>
        </p:txBody>
      </p:sp>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400">
                          <a:solidFill>
                            <a:srgbClr val="252529"/>
                          </a:solidFill>
                          <a:latin typeface="Cambria Math"/>
                        </a:rPr>
                      </m:ctrlPr>
                    </m:accPr>
                    <m:e>
                      <m:r>
                        <m:rPr>
                          <m:sty m:val="i"/>
                        </m:rPr>
                        <a:rPr sz="2400">
                          <a:solidFill>
                            <a:srgbClr val="252529"/>
                          </a:solidFill>
                          <a:latin typeface="Cambria Math"/>
                        </a:rPr>
                        <m:t xml:space="preserve">z</m:t>
                      </m:r>
                    </m:e>
                  </m:acc>
                  <m:r>
                    <m:rPr>
                      <m:sty m:val="i"/>
                    </m:rPr>
                    <a:rPr sz="2400">
                      <a:solidFill>
                        <a:srgbClr val="252529"/>
                      </a:solidFill>
                      <a:latin typeface="Cambria Math"/>
                    </a:rPr>
                    <m:t xml:space="preserve">=</m:t>
                  </m:r>
                  <m:r>
                    <m:rPr>
                      <m:sty m:val="i"/>
                    </m:rPr>
                    <a:rPr sz="2400">
                      <a:solidFill>
                        <a:srgbClr val="252529"/>
                      </a:solidFill>
                      <a:latin typeface="Cambria Math"/>
                    </a:rPr>
                    <m:t xml:space="preserve">v</m:t>
                  </m:r>
                  <m:r>
                    <m:rPr>
                      <m:sty m:val="i"/>
                    </m:rPr>
                    <a:rPr sz="2400">
                      <a:solidFill>
                        <a:srgbClr val="252529"/>
                      </a:solidFill>
                      <a:latin typeface="Cambria Math"/>
                    </a:rPr>
                    <m:t xml:space="preserve">a</m:t>
                  </m:r>
                  <m:r>
                    <m:rPr>
                      <m:sty m:val="i"/>
                    </m:rPr>
                    <a:rPr sz="2400">
                      <a:solidFill>
                        <a:srgbClr val="252529"/>
                      </a:solidFill>
                      <a:latin typeface="Cambria Math"/>
                    </a:rPr>
                    <m:t xml:space="preserve">+</m:t>
                  </m:r>
                  <m:r>
                    <m:rPr>
                      <m:sty m:val="i"/>
                    </m:rPr>
                    <a:rPr sz="2400">
                      <a:solidFill>
                        <a:srgbClr val="252529"/>
                      </a:solidFill>
                      <a:latin typeface="Cambria Math"/>
                    </a:rPr>
                    <m:t xml:space="preserve">b</m:t>
                  </m:r>
                  <m:r>
                    <m:rPr>
                      <m:sty m:val="i"/>
                    </m:rPr>
                    <a:rPr sz="2400">
                      <a:solidFill>
                        <a:srgbClr val="252529"/>
                      </a:solidFill>
                      <a:latin typeface="Cambria Math"/>
                    </a:rPr>
                    <m:t xml:space="preserve">,</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i"/>
                    </m:rPr>
                    <a:rPr sz="2400">
                      <a:solidFill>
                        <a:srgbClr val="252529"/>
                      </a:solidFill>
                      <a:latin typeface="Cambria Math"/>
                    </a:rPr>
                    <m:t xml:space="preserve"> </m:t>
                  </m:r>
                  <m:r>
                    <m:rPr>
                      <m:sty m:val="i"/>
                    </m:rPr>
                    <a:rPr sz="2400">
                      <a:solidFill>
                        <a:srgbClr val="252529"/>
                      </a:solidFill>
                      <a:latin typeface="Cambria Math"/>
                    </a:rPr>
                    <m:t xml:space="preserve"> </m:t>
                  </m:r>
                  <m:acc>
                    <m:accPr>
                      <m:chr m:val="̃"/>
                      <m:ctrlPr>
                        <a:rPr sz="2400">
                          <a:solidFill>
                            <a:srgbClr val="252529"/>
                          </a:solidFill>
                          <a:latin typeface="Cambria Math"/>
                        </a:rPr>
                      </m:ctrlPr>
                    </m:accPr>
                    <m:e>
                      <m:r>
                        <m:rPr>
                          <m:sty m:val="i"/>
                        </m:rPr>
                        <a:rPr sz="2400">
                          <a:solidFill>
                            <a:srgbClr val="252529"/>
                          </a:solidFill>
                          <a:latin typeface="Cambria Math"/>
                        </a:rPr>
                        <m:t xml:space="preserve">w</m:t>
                      </m:r>
                    </m:e>
                  </m:acc>
                  <m:r>
                    <m:rPr>
                      <m:sty m:val="i"/>
                    </m:rPr>
                    <a:rPr sz="2400">
                      <a:solidFill>
                        <a:srgbClr val="252529"/>
                      </a:solidFill>
                      <a:latin typeface="Cambria Math"/>
                    </a:rPr>
                    <m:t xml:space="preserve">=</m:t>
                  </m:r>
                  <m:r>
                    <m:rPr>
                      <m:sty m:val="i"/>
                    </m:rPr>
                    <a:rPr sz="2400">
                      <a:solidFill>
                        <a:srgbClr val="252529"/>
                      </a:solidFill>
                      <a:latin typeface="Cambria Math"/>
                    </a:rPr>
                    <m:t xml:space="preserve">v</m:t>
                  </m:r>
                  <m:r>
                    <m:rPr>
                      <m:sty m:val="i"/>
                    </m:rPr>
                    <a:rPr sz="2400">
                      <a:solidFill>
                        <a:srgbClr val="252529"/>
                      </a:solidFill>
                      <a:latin typeface="Cambria Math"/>
                    </a:rPr>
                    <m:t xml:space="preserve">a</m:t>
                  </m:r>
                  <m:r>
                    <m:rPr>
                      <m:sty m:val="i"/>
                    </m:rPr>
                    <a:rPr sz="2400">
                      <a:solidFill>
                        <a:srgbClr val="252529"/>
                      </a:solidFill>
                      <a:latin typeface="Cambria Math"/>
                    </a:rPr>
                    <m:t xml:space="preserve">−</m:t>
                  </m:r>
                  <m:r>
                    <m:rPr>
                      <m:sty m:val="i"/>
                    </m:rPr>
                    <a:rPr sz="2400">
                      <a:solidFill>
                        <a:srgbClr val="252529"/>
                      </a:solidFill>
                      <a:latin typeface="Cambria Math"/>
                    </a:rPr>
                    <m:t xml:space="preserve">b</m:t>
                  </m:r>
                </m:oMath>
              </m:oMathPara>
            </a14:m>
            <a:endParaRPr sz="2400"/>
          </a:p>
        </p:txBody>
      </p:sp>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σ</m:t>
                  </m:r>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z</m:t>
                              </m:r>
                            </m:e>
                          </m:acc>
                        </m:e>
                      </m:d>
                    </m:e>
                    <m:sup>
                      <m:r>
                        <m:rPr>
                          <m:sty m:val="p"/>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w</m:t>
                              </m:r>
                            </m:e>
                          </m:acc>
                        </m:e>
                      </m:d>
                    </m:e>
                    <m:sup>
                      <m:r>
                        <m:rPr>
                          <m:sty m:val="p"/>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r>
                            <m:rPr>
                              <m:sty m:val="i"/>
                            </m:rPr>
                            <a:rPr sz="2100">
                              <a:solidFill>
                                <a:srgbClr val="252529"/>
                              </a:solidFill>
                              <a:latin typeface="Cambria Math"/>
                            </a:rPr>
                            <m:t xml:space="preserve">v</m:t>
                          </m:r>
                          <m:r>
                            <m:rPr>
                              <m:sty m:val="i"/>
                            </m:rPr>
                            <a:rPr sz="2100">
                              <a:solidFill>
                                <a:srgbClr val="252529"/>
                              </a:solidFill>
                              <a:latin typeface="Cambria Math"/>
                            </a:rPr>
                            <m:t xml:space="preserve">a</m:t>
                          </m:r>
                          <m:r>
                            <m:rPr>
                              <m:sty m:val="i"/>
                            </m:rPr>
                            <a:rPr sz="2100">
                              <a:solidFill>
                                <a:srgbClr val="252529"/>
                              </a:solidFill>
                              <a:latin typeface="Cambria Math"/>
                            </a:rPr>
                            <m:t xml:space="preserve">+</m:t>
                          </m:r>
                          <m:r>
                            <m:rPr>
                              <m:sty m:val="i"/>
                            </m:rPr>
                            <a:rPr sz="2100">
                              <a:solidFill>
                                <a:srgbClr val="252529"/>
                              </a:solidFill>
                              <a:latin typeface="Cambria Math"/>
                            </a:rPr>
                            <m:t xml:space="preserve">b</m:t>
                          </m:r>
                        </m:e>
                      </m:d>
                    </m:e>
                    <m:sup>
                      <m:r>
                        <m:rPr>
                          <m:sty m:val="i"/>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r>
                            <m:rPr>
                              <m:sty m:val="i"/>
                            </m:rPr>
                            <a:rPr sz="2100">
                              <a:solidFill>
                                <a:srgbClr val="252529"/>
                              </a:solidFill>
                              <a:latin typeface="Cambria Math"/>
                            </a:rPr>
                            <m:t xml:space="preserve">v</m:t>
                          </m:r>
                          <m:r>
                            <m:rPr>
                              <m:sty m:val="i"/>
                            </m:rPr>
                            <a:rPr sz="2100">
                              <a:solidFill>
                                <a:srgbClr val="252529"/>
                              </a:solidFill>
                              <a:latin typeface="Cambria Math"/>
                            </a:rPr>
                            <m:t xml:space="preserve">a</m:t>
                          </m:r>
                          <m:r>
                            <m:rPr>
                              <m:sty m:val="i"/>
                            </m:rPr>
                            <a:rPr sz="2100">
                              <a:solidFill>
                                <a:srgbClr val="252529"/>
                              </a:solidFill>
                              <a:latin typeface="Cambria Math"/>
                            </a:rPr>
                            <m:t xml:space="preserve">−</m:t>
                          </m:r>
                          <m:r>
                            <m:rPr>
                              <m:sty m:val="i"/>
                            </m:rPr>
                            <a:rPr sz="2100">
                              <a:solidFill>
                                <a:srgbClr val="252529"/>
                              </a:solidFill>
                              <a:latin typeface="Cambria Math"/>
                            </a:rPr>
                            <m:t xml:space="preserve">b</m:t>
                          </m:r>
                        </m:e>
                      </m:d>
                    </m:e>
                    <m:sup>
                      <m:r>
                        <m:rPr>
                          <m:sty m:val="i"/>
                        </m:rPr>
                        <a:rPr sz="2100">
                          <a:solidFill>
                            <a:srgbClr val="252529"/>
                          </a:solidFill>
                          <a:latin typeface="Cambria Math"/>
                        </a:rPr>
                        <m:t xml:space="preserve">2</m:t>
                      </m:r>
                    </m:sup>
                  </m:sSup>
                  <m:r>
                    <m:rPr>
                      <m:sty m:val="i"/>
                    </m:rPr>
                    <a:rPr sz="2100">
                      <a:solidFill>
                        <a:srgbClr val="147C60"/>
                      </a:solidFill>
                      <a:latin typeface="Cambria Math"/>
                    </a:rPr>
                    <m:t xml:space="preserve">=</m:t>
                  </m:r>
                  <m:r>
                    <m:rPr>
                      <m:sty m:val="i"/>
                    </m:rPr>
                    <a:rPr sz="2100">
                      <a:solidFill>
                        <a:srgbClr val="147C60"/>
                      </a:solidFill>
                      <a:latin typeface="Cambria Math"/>
                    </a:rPr>
                    <m:t xml:space="preserve">4</m:t>
                  </m:r>
                  <m:r>
                    <m:rPr>
                      <m:sty m:val="i"/>
                    </m:rPr>
                    <a:rPr sz="2100">
                      <a:solidFill>
                        <a:srgbClr val="147C60"/>
                      </a:solidFill>
                      <a:latin typeface="Cambria Math"/>
                    </a:rPr>
                    <m:t xml:space="preserve">v</m:t>
                  </m:r>
                  <m:r>
                    <m:rPr>
                      <m:sty m:val="i"/>
                    </m:rPr>
                    <a:rPr sz="2100">
                      <a:solidFill>
                        <a:srgbClr val="147C60"/>
                      </a:solidFill>
                      <a:latin typeface="Cambria Math"/>
                    </a:rPr>
                    <m:t xml:space="preserve">a</m:t>
                  </m:r>
                  <m:r>
                    <m:rPr>
                      <m:sty m:val="i"/>
                    </m:rPr>
                    <a:rPr sz="2100">
                      <a:solidFill>
                        <a:srgbClr val="147C60"/>
                      </a:solidFill>
                      <a:latin typeface="Cambria Math"/>
                    </a:rPr>
                    <m:t xml:space="preserve">b</m:t>
                  </m:r>
                  <m:r>
                    <m:rPr>
                      <m:sty m:val="i"/>
                    </m:rPr>
                    <a:rPr sz="2100">
                      <a:solidFill>
                        <a:srgbClr val="147C60"/>
                      </a:solidFill>
                      <a:latin typeface="Cambria Math"/>
                    </a:rPr>
                    <m:t xml:space="preserve">≥</m:t>
                  </m:r>
                  <m:r>
                    <m:rPr>
                      <m:sty m:val="i"/>
                    </m:rPr>
                    <a:rPr sz="2100">
                      <a:solidFill>
                        <a:srgbClr val="147C60"/>
                      </a:solidFill>
                      <a:latin typeface="Cambria Math"/>
                    </a:rPr>
                    <m:t xml:space="preserve">0</m:t>
                  </m:r>
                </m:oMath>
              </m:oMathPara>
            </a14:m>
            <a:endParaRPr sz="2100"/>
          </a:p>
        </p:txBody>
      </p:sp>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2300">
                          <a:solidFill>
                            <a:srgbClr val="252529"/>
                          </a:solidFill>
                          <a:latin typeface="Cambria Math"/>
                        </a:rPr>
                      </m:ctrlPr>
                    </m:naryPr>
                    <m:sub>
                      <m:r>
                        <m:rPr>
                          <m:sty m:val="p"/>
                        </m:rPr>
                        <a:rPr sz="2300">
                          <a:solidFill>
                            <a:srgbClr val="252529"/>
                          </a:solidFill>
                          <a:latin typeface="Cambria Math"/>
                        </a:rPr>
                        <m:t xml:space="preserve">0</m:t>
                      </m:r>
                    </m:sub>
                    <m:sup>
                      <m:r>
                        <m:rPr>
                          <m:sty m:val="i"/>
                        </m:rPr>
                        <a:rPr sz="2300">
                          <a:solidFill>
                            <a:srgbClr val="252529"/>
                          </a:solidFill>
                          <a:latin typeface="Cambria Math"/>
                        </a:rPr>
                        <m:t xml:space="preserve">T</m:t>
                      </m:r>
                    </m:sup>
                    <m:e>
                      <m:r>
                        <m:rPr>
                          <m:sty m:val="i"/>
                        </m:rPr>
                        <a:rPr sz="2300">
                          <a:solidFill>
                            <a:srgbClr val="252529"/>
                          </a:solidFill>
                          <a:latin typeface="Cambria Math"/>
                        </a:rPr>
                        <m:t xml:space="preserve">σ</m:t>
                      </m:r>
                      <m:d>
                        <m:dPr>
                          <m:begChr m:val="("/>
                          <m:endChr m:val=")"/>
                          <m:ctrlPr>
                            <a:rPr sz="2300">
                              <a:solidFill>
                                <a:srgbClr val="252529"/>
                              </a:solidFill>
                              <a:latin typeface="Cambria Math"/>
                            </a:rPr>
                          </m:ctrlPr>
                        </m:dPr>
                        <m:e>
                          <m:r>
                            <m:rPr>
                              <m:sty m:val="i"/>
                            </m:rPr>
                            <a:rPr sz="2300">
                              <a:solidFill>
                                <a:srgbClr val="252529"/>
                              </a:solidFill>
                              <a:latin typeface="Cambria Math"/>
                            </a:rPr>
                            <m:t xml:space="preserve">t</m:t>
                          </m:r>
                        </m:e>
                      </m:d>
                      <m:r>
                        <m:rPr>
                          <m:sty m:val="i"/>
                        </m:rPr>
                        <a:rPr sz="2300">
                          <a:solidFill>
                            <a:srgbClr val="252529"/>
                          </a:solidFill>
                          <a:latin typeface="Cambria Math"/>
                        </a:rPr>
                        <m:t xml:space="preserve">d</m:t>
                      </m:r>
                      <m:r>
                        <m:rPr>
                          <m:sty m:val="i"/>
                        </m:rPr>
                        <a:rPr sz="2300">
                          <a:solidFill>
                            <a:srgbClr val="252529"/>
                          </a:solidFill>
                          <a:latin typeface="Cambria Math"/>
                        </a:rPr>
                        <m:t xml:space="preserve">t</m:t>
                      </m:r>
                    </m:e>
                  </m:nary>
                  <m:r>
                    <m:rPr>
                      <m:sty m:val="i"/>
                    </m:rPr>
                    <a:rPr sz="2300">
                      <a:solidFill>
                        <a:srgbClr val="252529"/>
                      </a:solidFill>
                      <a:latin typeface="Cambria Math"/>
                    </a:rPr>
                    <m:t xml:space="preserve">≥</m:t>
                  </m:r>
                  <m:r>
                    <m:rPr>
                      <m:sty m:val="i"/>
                    </m:rPr>
                    <a:rPr sz="2300">
                      <a:solidFill>
                        <a:srgbClr val="252529"/>
                      </a:solidFill>
                      <a:latin typeface="Cambria Math"/>
                    </a:rPr>
                    <m:t xml:space="preserve">0</m:t>
                  </m:r>
                  <m:r>
                    <m:rPr>
                      <m:sty m:val="i"/>
                    </m:rPr>
                    <a:rPr sz="2300">
                      <a:solidFill>
                        <a:srgbClr val="252529"/>
                      </a:solidFill>
                      <a:latin typeface="Cambria Math"/>
                    </a:rPr>
                    <m:t xml:space="preserve">,</m:t>
                  </m:r>
                  <m:r>
                    <m:rPr>
                      <m:sty m:val="i"/>
                    </m:rPr>
                    <a:rPr sz="2300">
                      <a:solidFill>
                        <a:srgbClr val="252529"/>
                      </a:solidFill>
                      <a:latin typeface="Cambria Math"/>
                    </a:rPr>
                    <m:t xml:space="preserve"> </m:t>
                  </m:r>
                  <m:r>
                    <m:rPr>
                      <m:sty m:val="i"/>
                    </m:rPr>
                    <a:rPr sz="2300">
                      <a:solidFill>
                        <a:srgbClr val="252529"/>
                      </a:solidFill>
                      <a:latin typeface="Cambria Math"/>
                    </a:rPr>
                    <m:t xml:space="preserve"> </m:t>
                  </m:r>
                  <m:r>
                    <m:rPr>
                      <m:sty m:val="i"/>
                    </m:rPr>
                    <a:rPr sz="2300">
                      <a:solidFill>
                        <a:srgbClr val="252529"/>
                      </a:solidFill>
                      <a:latin typeface="Cambria Math"/>
                    </a:rPr>
                    <m:t xml:space="preserve">∀</m:t>
                  </m:r>
                  <m:r>
                    <m:rPr>
                      <m:sty m:val="i"/>
                    </m:rPr>
                    <a:rPr sz="2300">
                      <a:solidFill>
                        <a:srgbClr val="252529"/>
                      </a:solidFill>
                      <a:latin typeface="Cambria Math"/>
                    </a:rPr>
                    <m:t xml:space="preserve">T</m:t>
                  </m:r>
                  <m:r>
                    <m:rPr>
                      <m:sty m:val="i"/>
                    </m:rPr>
                    <a:rPr sz="2300">
                      <a:solidFill>
                        <a:srgbClr val="252529"/>
                      </a:solidFill>
                      <a:latin typeface="Cambria Math"/>
                    </a:rPr>
                    <m:t xml:space="preserve">≥</m:t>
                  </m:r>
                  <m:r>
                    <m:rPr>
                      <m:sty m:val="i"/>
                    </m:rPr>
                    <a:rPr sz="2300">
                      <a:solidFill>
                        <a:srgbClr val="252529"/>
                      </a:solidFill>
                      <a:latin typeface="Cambria Math"/>
                    </a:rPr>
                    <m:t xml:space="preserve">0</m:t>
                  </m:r>
                </m:oMath>
              </m:oMathPara>
            </a14:m>
            <a:endParaRPr sz="2300"/>
          </a:p>
        </p:txBody>
      </p:sp>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aseline="0" b="0" i="0" u="none">
                <a:solidFill>
                  <a:srgbClr val="147C60"/>
                </a:solidFill>
                <a:latin typeface="Aptos"/>
                <a:ea typeface="Aptos"/>
                <a:cs typeface="Aptos"/>
              </a:rPr>
              <a:t xml:space="preserve">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36</a:t>
            </a:r>
            <a:endParaRPr sz="800"/>
          </a:p>
        </p:txBody>
      </p:sp>
    </p:spTree>
  </p:cSld>
  <p:clrMapOvr>
    <a:masterClrMapping/>
  </p:clrMapOvr>
  <p:transition xmlns:p14="http://schemas.microsoft.com/office/powerpoint/2010/main" p14:dur="450">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The sector gives</a:t>
            </a:r>
            <a:endParaRPr sz="1600"/>
          </a:p>
        </p:txBody>
      </p:sp>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σ</m:t>
                  </m:r>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z</m:t>
                              </m:r>
                            </m:e>
                          </m:acc>
                        </m:e>
                      </m:d>
                    </m:e>
                    <m:sup>
                      <m:r>
                        <m:rPr>
                          <m:sty m:val="p"/>
                        </m:rPr>
                        <a:rPr sz="2100">
                          <a:solidFill>
                            <a:srgbClr val="252529"/>
                          </a:solidFill>
                          <a:latin typeface="Cambria Math"/>
                        </a:rPr>
                        <m:t xml:space="preserve">2</m:t>
                      </m:r>
                    </m:sup>
                  </m:sSup>
                  <m:r>
                    <m:rPr>
                      <m:sty m:val="i"/>
                    </m:rPr>
                    <a:rPr sz="2100">
                      <a:solidFill>
                        <a:srgbClr val="252529"/>
                      </a:solidFill>
                      <a:latin typeface="Cambria Math"/>
                    </a:rPr>
                    <m:t xml:space="preserve">−</m:t>
                  </m:r>
                  <m:sSup>
                    <m:sSupPr>
                      <m:ctrlPr>
                        <a:rPr sz="2100">
                          <a:solidFill>
                            <a:srgbClr val="252529"/>
                          </a:solidFill>
                          <a:latin typeface="Cambria Math"/>
                        </a:rPr>
                      </m:ctrlPr>
                    </m:sSupPr>
                    <m:e>
                      <m:d>
                        <m:dPr>
                          <m:begChr m:val="‖"/>
                          <m:endChr m:val="‖"/>
                          <m:ctrlPr>
                            <a:rPr sz="2100">
                              <a:solidFill>
                                <a:srgbClr val="252529"/>
                              </a:solidFill>
                              <a:latin typeface="Cambria Math"/>
                            </a:rPr>
                          </m:ctrlPr>
                        </m:dPr>
                        <m:e>
                          <m:acc>
                            <m:accPr>
                              <m:chr m:val="̃"/>
                              <m:ctrlPr>
                                <a:rPr sz="2100">
                                  <a:solidFill>
                                    <a:srgbClr val="252529"/>
                                  </a:solidFill>
                                  <a:latin typeface="Cambria Math"/>
                                </a:rPr>
                              </m:ctrlPr>
                            </m:accPr>
                            <m:e>
                              <m:r>
                                <m:rPr>
                                  <m:sty m:val="i"/>
                                </m:rPr>
                                <a:rPr sz="2100">
                                  <a:solidFill>
                                    <a:srgbClr val="252529"/>
                                  </a:solidFill>
                                  <a:latin typeface="Cambria Math"/>
                                </a:rPr>
                                <m:t xml:space="preserve">w</m:t>
                              </m:r>
                            </m:e>
                          </m:acc>
                        </m:e>
                      </m:d>
                    </m:e>
                    <m:sup>
                      <m:r>
                        <m:rPr>
                          <m:sty m:val="p"/>
                        </m:rPr>
                        <a:rPr sz="2100">
                          <a:solidFill>
                            <a:srgbClr val="252529"/>
                          </a:solidFill>
                          <a:latin typeface="Cambria Math"/>
                        </a:rPr>
                        <m:t xml:space="preserve">2</m:t>
                      </m:r>
                    </m:sup>
                  </m:sSup>
                  <m:r>
                    <m:rPr>
                      <m:sty m:val="i"/>
                    </m:rPr>
                    <a:rPr sz="2100">
                      <a:solidFill>
                        <a:srgbClr val="147C60"/>
                      </a:solidFill>
                      <a:latin typeface="Cambria Math"/>
                    </a:rPr>
                    <m:t xml:space="preserve">≥</m:t>
                  </m:r>
                  <m:r>
                    <m:rPr>
                      <m:sty m:val="i"/>
                    </m:rPr>
                    <a:rPr sz="2100">
                      <a:solidFill>
                        <a:srgbClr val="147C60"/>
                      </a:solidFill>
                      <a:latin typeface="Cambria Math"/>
                    </a:rPr>
                    <m:t xml:space="preserve">0</m:t>
                  </m:r>
                </m:oMath>
              </m:oMathPara>
            </a14:m>
            <a:endParaRPr sz="2100"/>
          </a:p>
        </p:txBody>
      </p:sp>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Require the PIE to dissipate that supply:</a:t>
            </a:r>
            <a:endParaRPr sz="1500"/>
          </a:p>
        </p:txBody>
      </p:sp>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000">
                          <a:solidFill>
                            <a:srgbClr val="252529"/>
                          </a:solidFill>
                          <a:latin typeface="Cambria Math"/>
                        </a:rPr>
                      </m:ctrlPr>
                    </m:accPr>
                    <m:e>
                      <m:r>
                        <m:rPr>
                          <m:sty m:val="i"/>
                        </m:rPr>
                        <a:rPr sz="2000">
                          <a:solidFill>
                            <a:srgbClr val="252529"/>
                          </a:solidFill>
                          <a:latin typeface="Cambria Math"/>
                        </a:rPr>
                        <m:t xml:space="preserve">V</m:t>
                      </m:r>
                    </m:e>
                  </m:acc>
                  <m:r>
                    <m:rPr>
                      <m:sty m:val="i"/>
                    </m:rPr>
                    <a:rPr sz="2000">
                      <a:solidFill>
                        <a:srgbClr val="252529"/>
                      </a:solidFill>
                      <a:latin typeface="Cambria Math"/>
                    </a:rPr>
                    <m:t xml:space="preserve">≤</m:t>
                  </m:r>
                  <m:sSup>
                    <m:sSupPr>
                      <m:ctrlPr>
                        <a:rPr sz="2000">
                          <a:solidFill>
                            <a:srgbClr val="252529"/>
                          </a:solidFill>
                          <a:latin typeface="Cambria Math"/>
                        </a:rPr>
                      </m:ctrlPr>
                    </m:sSupPr>
                    <m:e>
                      <m:d>
                        <m:dPr>
                          <m:begChr m:val="‖"/>
                          <m:endChr m:val="‖"/>
                          <m:ctrlPr>
                            <a:rPr sz="2000">
                              <a:solidFill>
                                <a:srgbClr val="252529"/>
                              </a:solidFill>
                              <a:latin typeface="Cambria Math"/>
                            </a:rPr>
                          </m:ctrlPr>
                        </m:dPr>
                        <m:e>
                          <m:acc>
                            <m:accPr>
                              <m:chr m:val="̃"/>
                              <m:ctrlPr>
                                <a:rPr sz="2000">
                                  <a:solidFill>
                                    <a:srgbClr val="252529"/>
                                  </a:solidFill>
                                  <a:latin typeface="Cambria Math"/>
                                </a:rPr>
                              </m:ctrlPr>
                            </m:accPr>
                            <m:e>
                              <m:r>
                                <m:rPr>
                                  <m:sty m:val="i"/>
                                </m:rPr>
                                <a:rPr sz="2000">
                                  <a:solidFill>
                                    <a:srgbClr val="252529"/>
                                  </a:solidFill>
                                  <a:latin typeface="Cambria Math"/>
                                </a:rPr>
                                <m:t xml:space="preserve">w</m:t>
                              </m:r>
                            </m:e>
                          </m:acc>
                        </m:e>
                      </m:d>
                    </m:e>
                    <m:sup>
                      <m:r>
                        <m:rPr>
                          <m:sty m:val="p"/>
                        </m:rPr>
                        <a:rPr sz="2000">
                          <a:solidFill>
                            <a:srgbClr val="252529"/>
                          </a:solidFill>
                          <a:latin typeface="Cambria Math"/>
                        </a:rPr>
                        <m:t xml:space="preserve">2</m:t>
                      </m:r>
                    </m:sup>
                  </m:sSup>
                  <m:r>
                    <m:rPr>
                      <m:sty m:val="i"/>
                    </m:rPr>
                    <a:rPr sz="2000">
                      <a:solidFill>
                        <a:srgbClr val="252529"/>
                      </a:solidFill>
                      <a:latin typeface="Cambria Math"/>
                    </a:rPr>
                    <m:t xml:space="preserve">−</m:t>
                  </m:r>
                  <m:sSup>
                    <m:sSupPr>
                      <m:ctrlPr>
                        <a:rPr sz="2000">
                          <a:solidFill>
                            <a:srgbClr val="252529"/>
                          </a:solidFill>
                          <a:latin typeface="Cambria Math"/>
                        </a:rPr>
                      </m:ctrlPr>
                    </m:sSupPr>
                    <m:e>
                      <m:d>
                        <m:dPr>
                          <m:begChr m:val="‖"/>
                          <m:endChr m:val="‖"/>
                          <m:ctrlPr>
                            <a:rPr sz="2000">
                              <a:solidFill>
                                <a:srgbClr val="252529"/>
                              </a:solidFill>
                              <a:latin typeface="Cambria Math"/>
                            </a:rPr>
                          </m:ctrlPr>
                        </m:dPr>
                        <m:e>
                          <m:acc>
                            <m:accPr>
                              <m:chr m:val="̃"/>
                              <m:ctrlPr>
                                <a:rPr sz="2000">
                                  <a:solidFill>
                                    <a:srgbClr val="252529"/>
                                  </a:solidFill>
                                  <a:latin typeface="Cambria Math"/>
                                </a:rPr>
                              </m:ctrlPr>
                            </m:accPr>
                            <m:e>
                              <m:r>
                                <m:rPr>
                                  <m:sty m:val="i"/>
                                </m:rPr>
                                <a:rPr sz="2000">
                                  <a:solidFill>
                                    <a:srgbClr val="252529"/>
                                  </a:solidFill>
                                  <a:latin typeface="Cambria Math"/>
                                </a:rPr>
                                <m:t xml:space="preserve">z</m:t>
                              </m:r>
                            </m:e>
                          </m:acc>
                        </m:e>
                      </m:d>
                    </m:e>
                    <m:sup>
                      <m:r>
                        <m:rPr>
                          <m:sty m:val="p"/>
                        </m:rPr>
                        <a:rPr sz="2000">
                          <a:solidFill>
                            <a:srgbClr val="252529"/>
                          </a:solidFill>
                          <a:latin typeface="Cambria Math"/>
                        </a:rPr>
                        <m:t xml:space="preserve">2</m:t>
                      </m:r>
                    </m:sup>
                  </m:sSup>
                  <m:r>
                    <m:rPr>
                      <m:sty m:val="i"/>
                    </m:rPr>
                    <a:rPr sz="2000">
                      <a:solidFill>
                        <a:srgbClr val="252529"/>
                      </a:solidFill>
                      <a:latin typeface="Cambria Math"/>
                    </a:rPr>
                    <m:t xml:space="preserve">−</m:t>
                  </m:r>
                  <m:r>
                    <m:rPr>
                      <m:sty m:val="i"/>
                    </m:rPr>
                    <a:rPr sz="2000">
                      <a:solidFill>
                        <a:srgbClr val="252529"/>
                      </a:solidFill>
                      <a:latin typeface="Cambria Math"/>
                    </a:rPr>
                    <m:t xml:space="preserve">ε</m:t>
                  </m:r>
                  <m:sSup>
                    <m:sSupPr>
                      <m:ctrlPr>
                        <a:rPr sz="2000">
                          <a:solidFill>
                            <a:srgbClr val="252529"/>
                          </a:solidFill>
                          <a:latin typeface="Cambria Math"/>
                        </a:rPr>
                      </m:ctrlPr>
                    </m:sSupPr>
                    <m:e>
                      <m:d>
                        <m:dPr>
                          <m:begChr m:val="‖"/>
                          <m:endChr m:val="‖"/>
                          <m:ctrlPr>
                            <a:rPr sz="2000">
                              <a:solidFill>
                                <a:srgbClr val="252529"/>
                              </a:solidFill>
                              <a:latin typeface="Cambria Math"/>
                            </a:rPr>
                          </m:ctrlPr>
                        </m:dPr>
                        <m:e>
                          <m:r>
                            <m:rPr>
                              <m:sty m:val="i"/>
                            </m:rPr>
                            <a:rPr sz="2000">
                              <a:solidFill>
                                <a:srgbClr val="252529"/>
                              </a:solidFill>
                              <a:latin typeface="Cambria Math"/>
                            </a:rPr>
                            <m:t xml:space="preserve">x</m:t>
                          </m:r>
                        </m:e>
                      </m:d>
                    </m:e>
                    <m:sup>
                      <m:r>
                        <m:rPr>
                          <m:sty m:val="p"/>
                        </m:rPr>
                        <a:rPr sz="2000">
                          <a:solidFill>
                            <a:srgbClr val="252529"/>
                          </a:solidFill>
                          <a:latin typeface="Cambria Math"/>
                        </a:rPr>
                        <m:t xml:space="preserve">2</m:t>
                      </m:r>
                    </m:sup>
                  </m:sSup>
                </m:oMath>
              </m:oMathPara>
            </a14:m>
            <a:endParaRPr sz="2000"/>
          </a:p>
        </p:txBody>
      </p:sp>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252529"/>
                      </a:solidFill>
                      <a:latin typeface="Cambria Math"/>
                    </a:rPr>
                    <m:t xml:space="preserve">⇒</m:t>
                  </m:r>
                  <m:r>
                    <m:rPr>
                      <m:sty m:val="i"/>
                    </m:rPr>
                    <a:rPr sz="2500">
                      <a:solidFill>
                        <a:srgbClr val="252529"/>
                      </a:solidFill>
                      <a:latin typeface="Cambria Math"/>
                    </a:rPr>
                    <m:t xml:space="preserve"> </m:t>
                  </m:r>
                  <m:r>
                    <m:rPr>
                      <m:sty m:val="i"/>
                    </m:rPr>
                    <a:rPr sz="2500">
                      <a:solidFill>
                        <a:srgbClr val="252529"/>
                      </a:solidFill>
                      <a:latin typeface="Cambria Math"/>
                    </a:rPr>
                    <m:t xml:space="preserve"> </m:t>
                  </m:r>
                  <m:acc>
                    <m:accPr>
                      <m:chr m:val="̇"/>
                      <m:ctrlPr>
                        <a:rPr sz="2500">
                          <a:solidFill>
                            <a:srgbClr val="252529"/>
                          </a:solidFill>
                          <a:latin typeface="Cambria Math"/>
                        </a:rPr>
                      </m:ctrlPr>
                    </m:accPr>
                    <m:e>
                      <m:r>
                        <m:rPr>
                          <m:sty m:val="i"/>
                        </m:rPr>
                        <a:rPr sz="2500">
                          <a:solidFill>
                            <a:srgbClr val="252529"/>
                          </a:solidFill>
                          <a:latin typeface="Cambria Math"/>
                        </a:rPr>
                        <m:t xml:space="preserve">V</m:t>
                      </m:r>
                    </m:e>
                  </m:acc>
                  <m:r>
                    <m:rPr>
                      <m:sty m:val="i"/>
                    </m:rPr>
                    <a:rPr sz="2500">
                      <a:solidFill>
                        <a:srgbClr val="252529"/>
                      </a:solidFill>
                      <a:latin typeface="Cambria Math"/>
                    </a:rPr>
                    <m:t xml:space="preserve">≤</m:t>
                  </m:r>
                  <m:r>
                    <m:rPr>
                      <m:sty m:val="i"/>
                    </m:rPr>
                    <a:rPr sz="2500">
                      <a:solidFill>
                        <a:srgbClr val="252529"/>
                      </a:solidFill>
                      <a:latin typeface="Cambria Math"/>
                    </a:rPr>
                    <m:t xml:space="preserve">−</m:t>
                  </m:r>
                  <m:r>
                    <m:rPr>
                      <m:sty m:val="i"/>
                    </m:rPr>
                    <a:rPr sz="2500">
                      <a:solidFill>
                        <a:srgbClr val="252529"/>
                      </a:solidFill>
                      <a:latin typeface="Cambria Math"/>
                    </a:rPr>
                    <m:t xml:space="preserve">ε</m:t>
                  </m:r>
                  <m:sSup>
                    <m:sSupPr>
                      <m:ctrlPr>
                        <a:rPr sz="2500">
                          <a:solidFill>
                            <a:srgbClr val="252529"/>
                          </a:solidFill>
                          <a:latin typeface="Cambria Math"/>
                        </a:rPr>
                      </m:ctrlPr>
                    </m:sSupPr>
                    <m:e>
                      <m:d>
                        <m:dPr>
                          <m:begChr m:val="‖"/>
                          <m:endChr m:val="‖"/>
                          <m:ctrlPr>
                            <a:rPr sz="2500">
                              <a:solidFill>
                                <a:srgbClr val="252529"/>
                              </a:solidFill>
                              <a:latin typeface="Cambria Math"/>
                            </a:rPr>
                          </m:ctrlPr>
                        </m:dPr>
                        <m:e>
                          <m:r>
                            <m:rPr>
                              <m:sty m:val="i"/>
                            </m:rPr>
                            <a:rPr sz="2500">
                              <a:solidFill>
                                <a:srgbClr val="252529"/>
                              </a:solidFill>
                              <a:latin typeface="Cambria Math"/>
                            </a:rPr>
                            <m:t xml:space="preserve">x</m:t>
                          </m:r>
                        </m:e>
                      </m:d>
                    </m:e>
                    <m:sup>
                      <m:r>
                        <m:rPr>
                          <m:sty m:val="p"/>
                        </m:rPr>
                        <a:rPr sz="2500">
                          <a:solidFill>
                            <a:srgbClr val="252529"/>
                          </a:solidFill>
                          <a:latin typeface="Cambria Math"/>
                        </a:rPr>
                        <m:t xml:space="preserve">2</m:t>
                      </m:r>
                    </m:sup>
                  </m:sSup>
                  <m:r>
                    <m:rPr>
                      <m:sty m:val="i"/>
                    </m:rPr>
                    <a:rPr sz="2500">
                      <a:solidFill>
                        <a:srgbClr val="147C60"/>
                      </a:solidFill>
                      <a:latin typeface="Cambria Math"/>
                    </a:rPr>
                    <m:t xml:space="preserve">&lt;</m:t>
                  </m:r>
                  <m:r>
                    <m:rPr>
                      <m:sty m:val="i"/>
                    </m:rPr>
                    <a:rPr sz="2500">
                      <a:solidFill>
                        <a:srgbClr val="147C60"/>
                      </a:solidFill>
                      <a:latin typeface="Cambria Math"/>
                    </a:rPr>
                    <m:t xml:space="preserve">0</m:t>
                  </m:r>
                </m:oMath>
              </m:oMathPara>
            </a14:m>
            <a:endParaRPr sz="2500"/>
          </a:p>
        </p:txBody>
      </p:sp>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aseline="0" b="0" i="0" u="none">
                <a:solidFill>
                  <a:srgbClr val="147C60"/>
                </a:solidFill>
                <a:latin typeface="Aptos"/>
                <a:ea typeface="Aptos"/>
                <a:cs typeface="Aptos"/>
              </a:rPr>
              <a:t xml:space="preserve">With no external input, the stored energy V can only decrease.</a:t>
            </a:r>
            <a:endParaRPr sz="1700"/>
          </a:p>
        </p:txBody>
      </p:sp>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300">
                      <a:solidFill>
                        <a:srgbClr val="252529"/>
                      </a:solidFill>
                      <a:latin typeface="Cambria Math"/>
                    </a:rPr>
                    <m:t xml:space="preserve">0</m:t>
                  </m:r>
                  <m:r>
                    <m:rPr>
                      <m:sty m:val="i"/>
                    </m:rPr>
                    <a:rPr sz="1300">
                      <a:solidFill>
                        <a:srgbClr val="252529"/>
                      </a:solidFill>
                      <a:latin typeface="Cambria Math"/>
                    </a:rPr>
                    <m:t xml:space="preserve">&lt;</m:t>
                  </m:r>
                  <m:r>
                    <m:rPr>
                      <m:sty m:val="i"/>
                    </m:rPr>
                    <a:rPr sz="1300">
                      <a:solidFill>
                        <a:srgbClr val="252529"/>
                      </a:solidFill>
                      <a:latin typeface="Cambria Math"/>
                    </a:rPr>
                    <m:t xml:space="preserve">m</m:t>
                  </m:r>
                  <m:sSup>
                    <m:sSupPr>
                      <m:ctrlPr>
                        <a:rPr sz="1300">
                          <a:solidFill>
                            <a:srgbClr val="252529"/>
                          </a:solidFill>
                          <a:latin typeface="Cambria Math"/>
                        </a:rPr>
                      </m:ctrlPr>
                    </m:sSupPr>
                    <m:e>
                      <m:d>
                        <m:dPr>
                          <m:begChr m:val="‖"/>
                          <m:endChr m:val="‖"/>
                          <m:ctrlPr>
                            <a:rPr sz="1300">
                              <a:solidFill>
                                <a:srgbClr val="252529"/>
                              </a:solidFill>
                              <a:latin typeface="Cambria Math"/>
                            </a:rPr>
                          </m:ctrlPr>
                        </m:dPr>
                        <m:e>
                          <m:r>
                            <m:rPr>
                              <m:sty m:val="i"/>
                            </m:rPr>
                            <a:rPr sz="1300">
                              <a:solidFill>
                                <a:srgbClr val="252529"/>
                              </a:solidFill>
                              <a:latin typeface="Cambria Math"/>
                            </a:rPr>
                            <m:t xml:space="preserve">x</m:t>
                          </m:r>
                        </m:e>
                      </m:d>
                    </m:e>
                    <m:sup>
                      <m:r>
                        <m:rPr>
                          <m:sty m:val="p"/>
                        </m:rPr>
                        <a:rPr sz="1300">
                          <a:solidFill>
                            <a:srgbClr val="252529"/>
                          </a:solidFill>
                          <a:latin typeface="Cambria Math"/>
                        </a:rPr>
                        <m:t xml:space="preserve">2</m:t>
                      </m:r>
                    </m:sup>
                  </m:sSup>
                  <m:r>
                    <m:rPr>
                      <m:sty m:val="i"/>
                    </m:rPr>
                    <a:rPr sz="1300">
                      <a:solidFill>
                        <a:srgbClr val="252529"/>
                      </a:solidFill>
                      <a:latin typeface="Cambria Math"/>
                    </a:rPr>
                    <m:t xml:space="preserve">≤</m:t>
                  </m:r>
                  <m:r>
                    <m:rPr>
                      <m:sty m:val="i"/>
                    </m:rPr>
                    <a:rPr sz="1300">
                      <a:solidFill>
                        <a:srgbClr val="252529"/>
                      </a:solidFill>
                      <a:latin typeface="Cambria Math"/>
                    </a:rPr>
                    <m:t xml:space="preserve">V</m:t>
                  </m:r>
                  <m:r>
                    <m:rPr>
                      <m:sty m:val="i"/>
                    </m:rPr>
                    <a:rPr sz="1300">
                      <a:solidFill>
                        <a:srgbClr val="252529"/>
                      </a:solidFill>
                      <a:latin typeface="Cambria Math"/>
                    </a:rPr>
                    <m:t xml:space="preserve">≤</m:t>
                  </m:r>
                  <m:r>
                    <m:rPr>
                      <m:sty m:val="i"/>
                    </m:rPr>
                    <a:rPr sz="1300">
                      <a:solidFill>
                        <a:srgbClr val="252529"/>
                      </a:solidFill>
                      <a:latin typeface="Cambria Math"/>
                    </a:rPr>
                    <m:t xml:space="preserve">M</m:t>
                  </m:r>
                  <m:sSup>
                    <m:sSupPr>
                      <m:ctrlPr>
                        <a:rPr sz="1300">
                          <a:solidFill>
                            <a:srgbClr val="252529"/>
                          </a:solidFill>
                          <a:latin typeface="Cambria Math"/>
                        </a:rPr>
                      </m:ctrlPr>
                    </m:sSupPr>
                    <m:e>
                      <m:d>
                        <m:dPr>
                          <m:begChr m:val="‖"/>
                          <m:endChr m:val="‖"/>
                          <m:ctrlPr>
                            <a:rPr sz="1300">
                              <a:solidFill>
                                <a:srgbClr val="252529"/>
                              </a:solidFill>
                              <a:latin typeface="Cambria Math"/>
                            </a:rPr>
                          </m:ctrlPr>
                        </m:dPr>
                        <m:e>
                          <m:r>
                            <m:rPr>
                              <m:sty m:val="i"/>
                            </m:rPr>
                            <a:rPr sz="1300">
                              <a:solidFill>
                                <a:srgbClr val="252529"/>
                              </a:solidFill>
                              <a:latin typeface="Cambria Math"/>
                            </a:rPr>
                            <m:t xml:space="preserve">x</m:t>
                          </m:r>
                        </m:e>
                      </m:d>
                    </m:e>
                    <m:sup>
                      <m:r>
                        <m:rPr>
                          <m:sty m:val="p"/>
                        </m:rPr>
                        <a:rPr sz="1300">
                          <a:solidFill>
                            <a:srgbClr val="252529"/>
                          </a:solidFill>
                          <a:latin typeface="Cambria Math"/>
                        </a:rPr>
                        <m:t xml:space="preserve">2</m:t>
                      </m:r>
                    </m:sup>
                  </m:sSup>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x</m:t>
                  </m:r>
                  <m:r>
                    <m:rPr>
                      <m:sty m:val="i"/>
                    </m:rPr>
                    <a:rPr sz="1300">
                      <a:solidFill>
                        <a:srgbClr val="252529"/>
                      </a:solidFill>
                      <a:latin typeface="Cambria Math"/>
                    </a:rPr>
                    <m:t xml:space="preserve">≠</m:t>
                  </m:r>
                  <m:r>
                    <m:rPr>
                      <m:sty m:val="i"/>
                    </m:rPr>
                    <a:rPr sz="1300">
                      <a:solidFill>
                        <a:srgbClr val="252529"/>
                      </a:solidFill>
                      <a:latin typeface="Cambria Math"/>
                    </a:rPr>
                    <m:t xml:space="preserve">0</m:t>
                  </m:r>
                  <m:r>
                    <m:rPr>
                      <m:sty m:val="i"/>
                    </m:rPr>
                    <a:rPr sz="1300">
                      <a:solidFill>
                        <a:srgbClr val="252529"/>
                      </a:solidFill>
                      <a:latin typeface="Cambria Math"/>
                    </a:rPr>
                    <m:t xml:space="preserve">,</m:t>
                  </m:r>
                  <m:r>
                    <m:rPr>
                      <m:sty m:val="i"/>
                    </m:rPr>
                    <a:rPr sz="1300">
                      <a:solidFill>
                        <a:srgbClr val="252529"/>
                      </a:solidFill>
                      <a:latin typeface="Cambria Math"/>
                    </a:rPr>
                    <m:t xml:space="preserve"> </m:t>
                  </m:r>
                  <m:r>
                    <m:rPr>
                      <m:sty m:val="i"/>
                    </m:rPr>
                    <a:rPr sz="1300">
                      <a:solidFill>
                        <a:srgbClr val="252529"/>
                      </a:solidFill>
                      <a:latin typeface="Cambria Math"/>
                    </a:rPr>
                    <m:t xml:space="preserve"> </m:t>
                  </m:r>
                  <m:r>
                    <m:rPr>
                      <m:sty m:val="i"/>
                    </m:rPr>
                    <a:rPr sz="1300">
                      <a:solidFill>
                        <a:srgbClr val="252529"/>
                      </a:solidFill>
                      <a:latin typeface="Cambria Math"/>
                    </a:rPr>
                    <m:t xml:space="preserve">ε</m:t>
                  </m:r>
                  <m:r>
                    <m:rPr>
                      <m:sty m:val="i"/>
                    </m:rPr>
                    <a:rPr sz="1300">
                      <a:solidFill>
                        <a:srgbClr val="252529"/>
                      </a:solidFill>
                      <a:latin typeface="Cambria Math"/>
                    </a:rPr>
                    <m:t xml:space="preserve">&gt;</m:t>
                  </m:r>
                  <m:r>
                    <m:rPr>
                      <m:sty m:val="i"/>
                    </m:rPr>
                    <a:rPr sz="1300">
                      <a:solidFill>
                        <a:srgbClr val="252529"/>
                      </a:solidFill>
                      <a:latin typeface="Cambria Math"/>
                    </a:rPr>
                    <m:t xml:space="preserve">0</m:t>
                  </m:r>
                </m:oMath>
              </m:oMathPara>
            </a14:m>
            <a:endParaRPr sz="1300"/>
          </a:p>
        </p:txBody>
      </p:sp>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252529"/>
                        </a:solidFill>
                        <a:latin typeface="Cambria Math"/>
                      </a:rPr>
                      <m:t xml:space="preserve">Θ</m:t>
                    </m:r>
                  </m:oMath>
                </m:oMathPara>
              </a14:m>
              <a:endParaRPr sz="2500"/>
            </a:p>
          </p:txBody>
        </p:sp>
      </p:grpSp>
    </p:spTree>
  </p:cSld>
  <p:clrMapOvr>
    <a:masterClrMapping/>
  </p:clrMapOvr>
  <p:transition xmlns:p14="http://schemas.microsoft.com/office/powerpoint/2010/main" p14:dur="450">
    <p:fade/>
  </p:transition>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