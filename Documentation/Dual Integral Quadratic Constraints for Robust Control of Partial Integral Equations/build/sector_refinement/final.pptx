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256" r:id="rId35"/>
    <p:sldId id="257" r:id="rId36"/>
    <p:sldId id="258" r:id="rId37"/>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372"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SectorStory34_0" Type="http://schemas.openxmlformats.org/officeDocument/2006/relationships/image" Target="../media/sectorstory34_image103.png"/><Relationship Id="rIdSectorStory34_9" Type="http://schemas.openxmlformats.org/officeDocument/2006/relationships/image" Target="../media/sectorstory34_image105.png"/><Relationship Id="rIdSectorStory34_4" Type="http://schemas.openxmlformats.org/officeDocument/2006/relationships/image" Target="../media/sectorstory34_revised_lfr19_image102.png"/><Relationship Id="rIdSectorStory34_8" Type="http://schemas.openxmlformats.org/officeDocument/2006/relationships/image" Target="../media/sectorstory34_image100.png"/><Relationship Id="rId2" Type="http://schemas.openxmlformats.org/officeDocument/2006/relationships/notesSlide" Target="../notesSlides/notesSlide28.xml"/><Relationship Id="rId1" Type="http://schemas.openxmlformats.org/officeDocument/2006/relationships/slideLayout" Target="../slideLayouts/slideLayout12.xml"/><Relationship Id="rIdSectorStory34_2" Type="http://schemas.openxmlformats.org/officeDocument/2006/relationships/image" Target="../media/sectorstory34_image102.png"/><Relationship Id="rIdSectorStory34_7" Type="http://schemas.openxmlformats.org/officeDocument/2006/relationships/image" Target="../media/sectorstory34_image106.png"/><Relationship Id="rIdSectorStory34_11" Type="http://schemas.openxmlformats.org/officeDocument/2006/relationships/image" Target="../media/sectorstory34_image104.png"/><Relationship Id="rIdSectorStory34_1" Type="http://schemas.openxmlformats.org/officeDocument/2006/relationships/image" Target="../media/sectorstory34_image98.png"/><Relationship Id="rIdSectorStory34_6" Type="http://schemas.openxmlformats.org/officeDocument/2006/relationships/image" Target="../media/sectorstory34_image101.png"/><Relationship Id="rIdSectorStory34_10" Type="http://schemas.openxmlformats.org/officeDocument/2006/relationships/image" Target="../media/sectorstory34_image99.png"/><Relationship Id="rIdSectorRefinement34_0" Type="http://schemas.openxmlformats.org/officeDocument/2006/relationships/image" Target="../media/sectorrefinement34_image103.png"/><Relationship Id="rIdSectorRefinement34_1" Type="http://schemas.openxmlformats.org/officeDocument/2006/relationships/image" Target="../media/sectorrefinement34_image108.png"/><Relationship Id="rIdSectorRefinement34_2" Type="http://schemas.openxmlformats.org/officeDocument/2006/relationships/image" Target="../media/sectorrefinement34_image113.png"/><Relationship Id="rIdSectorRefinement34_3" Type="http://schemas.openxmlformats.org/officeDocument/2006/relationships/image" Target="../media/sectorrefinement34_image98.png"/><Relationship Id="rIdSectorRefinement34_4" Type="http://schemas.openxmlformats.org/officeDocument/2006/relationships/image" Target="../media/sectorrefinement34_image102.png"/><Relationship Id="rIdSectorRefinement34_5" Type="http://schemas.openxmlformats.org/officeDocument/2006/relationships/image" Target="../media/sectorrefinement34_image107.png"/><Relationship Id="rIdSectorRefinement34_6" Type="http://schemas.openxmlformats.org/officeDocument/2006/relationships/image" Target="../media/sectorrefinement34_image112.png"/><Relationship Id="rIdSectorRefinement34_8" Type="http://schemas.openxmlformats.org/officeDocument/2006/relationships/image" Target="../media/sectorrefinement34_image111.png"/><Relationship Id="rIdSectorRefinement34_10" Type="http://schemas.openxmlformats.org/officeDocument/2006/relationships/image" Target="../media/sectorrefinement34_image101.png"/><Relationship Id="rIdSectorRefinement34_11" Type="http://schemas.openxmlformats.org/officeDocument/2006/relationships/image" Target="../media/sectorrefinement34_image106.png"/><Relationship Id="rIdSectorRefinement34_12" Type="http://schemas.openxmlformats.org/officeDocument/2006/relationships/image" Target="../media/sectorrefinement34_image100.png"/><Relationship Id="rIdSectorRefinement34_13" Type="http://schemas.openxmlformats.org/officeDocument/2006/relationships/image" Target="../media/sectorrefinement34_image110.png"/><Relationship Id="rIdSectorRefinement34_14" Type="http://schemas.openxmlformats.org/officeDocument/2006/relationships/image" Target="../media/sectorrefinement34_image105.png"/><Relationship Id="rIdSectorRefinement34_15" Type="http://schemas.openxmlformats.org/officeDocument/2006/relationships/image" Target="../media/sectorrefinement34_image114.png"/><Relationship Id="rIdSectorRefinement34_16" Type="http://schemas.openxmlformats.org/officeDocument/2006/relationships/image" Target="../media/sectorrefinement34_image99.png"/><Relationship Id="rIdSectorRefinement34_17" Type="http://schemas.openxmlformats.org/officeDocument/2006/relationships/image" Target="../media/sectorrefinement34_image104.png"/><Relationship Id="rIdSectorRefinement34_18" Type="http://schemas.openxmlformats.org/officeDocument/2006/relationships/image" Target="../media/sectorrefinement34_image109.png"/></Relationships>
</file>

<file path=ppt/slides/_rels/slide35.xml.rels><?xml version="1.0" encoding="utf-8"?><Relationships xmlns="http://schemas.openxmlformats.org/package/2006/relationships"><Relationship Id="rId3" Type="http://schemas.openxmlformats.org/officeDocument/2006/relationships/slideLayout" Target="../slideLayouts/slideLayout12.xml"/><Relationship Id="rIdSectorStory35_13" Type="http://schemas.openxmlformats.org/officeDocument/2006/relationships/image" Target="../media/sectorstory35_image101.png"/><Relationship Id="rIdSectorStory35_1" Type="http://schemas.openxmlformats.org/officeDocument/2006/relationships/image" Target="../media/sectorstory35_image111.png"/><Relationship Id="rId2" Type="http://schemas.openxmlformats.org/officeDocument/2006/relationships/video" Target="../media/media6.mp4"/><Relationship Id="rIdSectorStory35_0" Type="http://schemas.openxmlformats.org/officeDocument/2006/relationships/image" Target="../media/sectorstory35_image100.png"/><Relationship Id="rId1" Type="http://schemas.microsoft.com/office/2007/relationships/media" Target="../media/media6.mp4"/><Relationship Id="rIdSectorStory35_11" Type="http://schemas.openxmlformats.org/officeDocument/2006/relationships/image" Target="../media/sectorstory35_image108.png"/><Relationship Id="rIdSectorStory35_4" Type="http://schemas.openxmlformats.org/officeDocument/2006/relationships/image" Target="../media/sectorstory35_image110.png"/><Relationship Id="rId5" Type="http://schemas.openxmlformats.org/officeDocument/2006/relationships/image" Target="../media/image98.png"/><Relationship Id="rIdSectorStory35_8" Type="http://schemas.openxmlformats.org/officeDocument/2006/relationships/image" Target="../media/sectorstory35_image109.png"/><Relationship Id="rIdSectorStory35_3" Type="http://schemas.openxmlformats.org/officeDocument/2006/relationships/image" Target="../media/sectorstory35_image99.png"/><Relationship Id="rIdSectorStory35_10" Type="http://schemas.openxmlformats.org/officeDocument/2006/relationships/image" Target="../media/sectorstory35_image113.png"/><Relationship Id="rId4" Type="http://schemas.openxmlformats.org/officeDocument/2006/relationships/notesSlide" Target="../notesSlides/notesSlide29.xml"/><Relationship Id="rIdSectorStory35_7" Type="http://schemas.openxmlformats.org/officeDocument/2006/relationships/image" Target="../media/sectorstory35_image98.png"/><Relationship Id="rIdSectorStory35_14" Type="http://schemas.openxmlformats.org/officeDocument/2006/relationships/image" Target="../media/sectorstory35_image112.png"/><Relationship Id="rIdSectorRefinement35_0" Type="http://schemas.openxmlformats.org/officeDocument/2006/relationships/image" Target="../media/sectorrefinement35_image229.png"/><Relationship Id="rIdSectorRefinement35_1" Type="http://schemas.openxmlformats.org/officeDocument/2006/relationships/image" Target="../media/sectorrefinement35_image411.png"/><Relationship Id="rIdSectorRefinement35_2" Type="http://schemas.openxmlformats.org/officeDocument/2006/relationships/image" Target="../media/sectorrefinement35_image131.png"/><Relationship Id="rIdSectorRefinement35_3" Type="http://schemas.openxmlformats.org/officeDocument/2006/relationships/image" Target="../media/sectorrefinement35_image174.png"/><Relationship Id="rIdSectorRefinement35_4" Type="http://schemas.openxmlformats.org/officeDocument/2006/relationships/image" Target="../media/sectorrefinement35_image271.png"/><Relationship Id="rIdSectorRefinement35_5" Type="http://schemas.openxmlformats.org/officeDocument/2006/relationships/image" Target="../media/sectorrefinement35_image436.png"/><Relationship Id="rIdSectorRefinement35_6" Type="http://schemas.openxmlformats.org/officeDocument/2006/relationships/image" Target="../media/sectorrefinement35_image479.png"/><Relationship Id="rIdSectorRefinement35_7" Type="http://schemas.openxmlformats.org/officeDocument/2006/relationships/image" Target="../media/sectorrefinement35_image282.png"/><Relationship Id="rIdSectorRefinement35_8" Type="http://schemas.openxmlformats.org/officeDocument/2006/relationships/image" Target="../media/sectorrefinement35_image338.png"/><Relationship Id="rIdSectorRefinement35_9" Type="http://schemas.openxmlformats.org/officeDocument/2006/relationships/image" Target="../media/sectorrefinement35_image546.png"/><Relationship Id="rIdSectorRefinement35_10" Type="http://schemas.openxmlformats.org/officeDocument/2006/relationships/image" Target="../media/sectorrefinement35_image380.png"/><Relationship Id="rIdSectorRefinement35_11" Type="http://schemas.openxmlformats.org/officeDocument/2006/relationships/image" Target="../media/sectorrefinement35_image142.png"/><Relationship Id="rIdSectorRefinement35_12" Type="http://schemas.openxmlformats.org/officeDocument/2006/relationships/image" Target="../media/sectorrefinement35_image185.png"/><Relationship Id="rIdSectorRefinement35_13" Type="http://schemas.openxmlformats.org/officeDocument/2006/relationships/image" Target="../media/sectorrefinement35_image240.png"/><Relationship Id="rIdSectorRefinement35_14" Type="http://schemas.openxmlformats.org/officeDocument/2006/relationships/image" Target="../media/sectorrefinement35_image447.png"/><Relationship Id="rIdSectorRefinement35_15" Type="http://schemas.openxmlformats.org/officeDocument/2006/relationships/image" Target="../media/sectorrefinement35_image490.png"/><Relationship Id="rIdSectorRefinement35_16" Type="http://schemas.openxmlformats.org/officeDocument/2006/relationships/image" Target="../media/sectorrefinement35_image115.png"/><Relationship Id="rIdSectorRefinement35_17" Type="http://schemas.openxmlformats.org/officeDocument/2006/relationships/image" Target="../media/sectorrefinement35_image293.png"/><Relationship Id="rIdSectorRefinement35_18" Type="http://schemas.openxmlformats.org/officeDocument/2006/relationships/image" Target="../media/sectorrefinement35_image349.png"/><Relationship Id="rIdSectorRefinement35_19" Type="http://schemas.openxmlformats.org/officeDocument/2006/relationships/image" Target="../media/sectorrefinement35_image515.png"/><Relationship Id="rIdSectorRefinement35_20" Type="http://schemas.openxmlformats.org/officeDocument/2006/relationships/image" Target="../media/sectorrefinement35_image391.png"/><Relationship Id="rIdSectorRefinement35_21" Type="http://schemas.openxmlformats.org/officeDocument/2006/relationships/image" Target="../media/sectorrefinement35_image153.png"/><Relationship Id="rIdSectorRefinement35_22" Type="http://schemas.openxmlformats.org/officeDocument/2006/relationships/image" Target="../media/sectorrefinement35_image251.png"/><Relationship Id="rIdSectorRefinement35_23" Type="http://schemas.openxmlformats.org/officeDocument/2006/relationships/image" Target="../media/sectorrefinement35_image402.png"/><Relationship Id="rIdSectorRefinement35_24" Type="http://schemas.openxmlformats.org/officeDocument/2006/relationships/image" Target="../media/sectorrefinement35_image416.png"/><Relationship Id="rIdSectorRefinement35_25" Type="http://schemas.openxmlformats.org/officeDocument/2006/relationships/image" Target="../media/sectorrefinement35_image458.png"/><Relationship Id="rIdSectorRefinement35_26" Type="http://schemas.openxmlformats.org/officeDocument/2006/relationships/image" Target="../media/sectorrefinement35_image501.png"/><Relationship Id="rIdSectorRefinement35_27" Type="http://schemas.openxmlformats.org/officeDocument/2006/relationships/image" Target="../media/sectorrefinement35_image197.png"/><Relationship Id="rIdSectorRefinement35_28" Type="http://schemas.openxmlformats.org/officeDocument/2006/relationships/image" Target="../media/sectorrefinement35_image262.png"/><Relationship Id="rIdSectorRefinement35_29" Type="http://schemas.openxmlformats.org/officeDocument/2006/relationships/image" Target="../media/sectorrefinement35_image304.png"/><Relationship Id="rIdSectorRefinement35_30" Type="http://schemas.openxmlformats.org/officeDocument/2006/relationships/image" Target="../media/sectorrefinement35_image318.png"/><Relationship Id="rIdSectorRefinement35_31" Type="http://schemas.openxmlformats.org/officeDocument/2006/relationships/image" Target="../media/sectorrefinement35_image526.png"/><Relationship Id="rIdSectorRefinement35_32" Type="http://schemas.openxmlformats.org/officeDocument/2006/relationships/image" Target="../media/sectorrefinement35_image360.png"/><Relationship Id="rIdSectorRefinement35_33" Type="http://schemas.openxmlformats.org/officeDocument/2006/relationships/image" Target="../media/sectorrefinement35_image122.png"/><Relationship Id="rIdSectorRefinement35_34" Type="http://schemas.openxmlformats.org/officeDocument/2006/relationships/image" Target="../media/sectorrefinement35_image220.png"/><Relationship Id="rIdSectorRefinement35_35" Type="http://schemas.openxmlformats.org/officeDocument/2006/relationships/image" Target="../media/sectorrefinement35_image427.png"/><Relationship Id="rIdSectorRefinement35_36" Type="http://schemas.openxmlformats.org/officeDocument/2006/relationships/image" Target="../media/sectorrefinement35_image470.png"/><Relationship Id="rIdSectorRefinement35_37" Type="http://schemas.openxmlformats.org/officeDocument/2006/relationships/image" Target="../media/sectorrefinement35_image164.png"/><Relationship Id="rIdSectorRefinement35_38" Type="http://schemas.openxmlformats.org/officeDocument/2006/relationships/image" Target="../media/sectorrefinement35_image208.png"/><Relationship Id="rIdSectorRefinement35_39" Type="http://schemas.openxmlformats.org/officeDocument/2006/relationships/image" Target="../media/sectorrefinement35_image273.png"/><Relationship Id="rIdSectorRefinement35_40" Type="http://schemas.openxmlformats.org/officeDocument/2006/relationships/image" Target="../media/sectorrefinement35_image329.png"/><Relationship Id="rIdSectorRefinement35_41" Type="http://schemas.openxmlformats.org/officeDocument/2006/relationships/image" Target="../media/sectorrefinement35_image512.png"/><Relationship Id="rIdSectorRefinement35_42" Type="http://schemas.openxmlformats.org/officeDocument/2006/relationships/image" Target="../media/sectorrefinement35_image371.png"/><Relationship Id="rIdSectorRefinement35_43" Type="http://schemas.openxmlformats.org/officeDocument/2006/relationships/image" Target="../media/sectorrefinement35_image537.png"/><Relationship Id="rIdSectorRefinement35_44" Type="http://schemas.openxmlformats.org/officeDocument/2006/relationships/image" Target="../media/sectorrefinement35_image133.png"/><Relationship Id="rIdSectorRefinement35_45" Type="http://schemas.openxmlformats.org/officeDocument/2006/relationships/image" Target="../media/sectorrefinement35_image231.png"/><Relationship Id="rIdSectorRefinement35_46" Type="http://schemas.openxmlformats.org/officeDocument/2006/relationships/image" Target="../media/sectorrefinement35_image382.png"/><Relationship Id="rIdSectorRefinement35_47" Type="http://schemas.openxmlformats.org/officeDocument/2006/relationships/image" Target="../media/sectorrefinement35_image438.png"/><Relationship Id="rIdSectorRefinement35_48" Type="http://schemas.openxmlformats.org/officeDocument/2006/relationships/image" Target="../media/sectorrefinement35_image176.png"/><Relationship Id="rIdSectorRefinement35_49" Type="http://schemas.openxmlformats.org/officeDocument/2006/relationships/image" Target="../media/sectorrefinement35_image242.png"/><Relationship Id="rIdSectorRefinement35_50" Type="http://schemas.openxmlformats.org/officeDocument/2006/relationships/image" Target="../media/sectorrefinement35_image481.png"/><Relationship Id="rIdSectorRefinement35_51" Type="http://schemas.openxmlformats.org/officeDocument/2006/relationships/image" Target="../media/sectorrefinement35_image284.png"/><Relationship Id="rIdSectorRefinement35_52" Type="http://schemas.openxmlformats.org/officeDocument/2006/relationships/image" Target="../media/sectorrefinement35_image340.png"/><Relationship Id="rIdSectorRefinement35_53" Type="http://schemas.openxmlformats.org/officeDocument/2006/relationships/image" Target="../media/sectorrefinement35_image548.png"/><Relationship Id="rIdSectorRefinement35_54" Type="http://schemas.openxmlformats.org/officeDocument/2006/relationships/image" Target="../media/sectorrefinement35_image393.png"/><Relationship Id="rIdSectorRefinement35_55" Type="http://schemas.openxmlformats.org/officeDocument/2006/relationships/image" Target="../media/sectorrefinement35_image449.png"/><Relationship Id="rIdSectorRefinement35_56" Type="http://schemas.openxmlformats.org/officeDocument/2006/relationships/image" Target="../media/sectorrefinement35_image144.png"/><Relationship Id="rIdSectorRefinement35_57" Type="http://schemas.openxmlformats.org/officeDocument/2006/relationships/image" Target="../media/sectorrefinement35_image187.png"/><Relationship Id="rIdSectorRefinement35_58" Type="http://schemas.openxmlformats.org/officeDocument/2006/relationships/image" Target="../media/sectorrefinement35_image253.png"/><Relationship Id="rIdSectorRefinement35_59" Type="http://schemas.openxmlformats.org/officeDocument/2006/relationships/image" Target="../media/sectorrefinement35_image492.png"/><Relationship Id="rIdSectorRefinement35_60" Type="http://schemas.openxmlformats.org/officeDocument/2006/relationships/image" Target="../media/sectorrefinement35_image117.png"/><Relationship Id="rIdSectorRefinement35_61" Type="http://schemas.openxmlformats.org/officeDocument/2006/relationships/image" Target="../media/sectorrefinement35_image295.png"/><Relationship Id="rIdSectorRefinement35_62" Type="http://schemas.openxmlformats.org/officeDocument/2006/relationships/image" Target="../media/sectorrefinement35_image351.png"/><Relationship Id="rIdSectorRefinement35_63" Type="http://schemas.openxmlformats.org/officeDocument/2006/relationships/image" Target="../media/sectorrefinement35_image503.png"/><Relationship Id="rIdSectorRefinement35_64" Type="http://schemas.openxmlformats.org/officeDocument/2006/relationships/image" Target="../media/sectorrefinement35_image517.png"/><Relationship Id="rIdSectorRefinement35_65" Type="http://schemas.openxmlformats.org/officeDocument/2006/relationships/image" Target="../media/sectorrefinement35_image362.png"/><Relationship Id="rIdSectorRefinement35_66" Type="http://schemas.openxmlformats.org/officeDocument/2006/relationships/image" Target="../media/sectorrefinement35_image404.png"/><Relationship Id="rIdSectorRefinement35_67" Type="http://schemas.openxmlformats.org/officeDocument/2006/relationships/image" Target="../media/sectorrefinement35_image418.png"/><Relationship Id="rIdSectorRefinement35_68" Type="http://schemas.openxmlformats.org/officeDocument/2006/relationships/image" Target="../media/sectorrefinement35_image155.png"/><Relationship Id="rIdSectorRefinement35_69" Type="http://schemas.openxmlformats.org/officeDocument/2006/relationships/image" Target="../media/sectorrefinement35_image199.png"/><Relationship Id="rIdSectorRefinement35_70" Type="http://schemas.openxmlformats.org/officeDocument/2006/relationships/image" Target="../media/sectorrefinement35_image222.png"/><Relationship Id="rIdSectorRefinement35_71" Type="http://schemas.openxmlformats.org/officeDocument/2006/relationships/image" Target="../media/sectorrefinement35_image460.png"/><Relationship Id="rIdSectorRefinement35_72" Type="http://schemas.openxmlformats.org/officeDocument/2006/relationships/image" Target="../media/sectorrefinement35_image264.png"/><Relationship Id="rIdSectorRefinement35_73" Type="http://schemas.openxmlformats.org/officeDocument/2006/relationships/image" Target="../media/sectorrefinement35_image306.png"/><Relationship Id="rIdSectorRefinement35_74" Type="http://schemas.openxmlformats.org/officeDocument/2006/relationships/image" Target="../media/sectorrefinement35_image320.png"/><Relationship Id="rIdSectorRefinement35_75" Type="http://schemas.openxmlformats.org/officeDocument/2006/relationships/image" Target="../media/sectorrefinement35_image528.png"/><Relationship Id="rIdSectorRefinement35_76" Type="http://schemas.openxmlformats.org/officeDocument/2006/relationships/image" Target="../media/sectorrefinement35_image373.png"/><Relationship Id="rIdSectorRefinement35_77" Type="http://schemas.openxmlformats.org/officeDocument/2006/relationships/image" Target="../media/sectorrefinement35_image124.png"/><Relationship Id="rIdSectorRefinement35_78" Type="http://schemas.openxmlformats.org/officeDocument/2006/relationships/image" Target="../media/sectorrefinement35_image166.png"/><Relationship Id="rIdSectorRefinement35_79" Type="http://schemas.openxmlformats.org/officeDocument/2006/relationships/image" Target="../media/sectorrefinement35_image429.png"/><Relationship Id="rIdSectorRefinement35_80" Type="http://schemas.openxmlformats.org/officeDocument/2006/relationships/image" Target="../media/sectorrefinement35_image472.png"/><Relationship Id="rIdSectorRefinement35_81" Type="http://schemas.openxmlformats.org/officeDocument/2006/relationships/image" Target="../media/sectorrefinement35_image210.png"/><Relationship Id="rIdSectorRefinement35_82" Type="http://schemas.openxmlformats.org/officeDocument/2006/relationships/image" Target="../media/sectorrefinement35_image233.png"/><Relationship Id="rIdSectorRefinement35_83" Type="http://schemas.openxmlformats.org/officeDocument/2006/relationships/image" Target="../media/sectorrefinement35_image275.png"/><Relationship Id="rIdSectorRefinement35_84" Type="http://schemas.openxmlformats.org/officeDocument/2006/relationships/image" Target="../media/sectorrefinement35_image331.png"/><Relationship Id="rIdSectorRefinement35_85" Type="http://schemas.openxmlformats.org/officeDocument/2006/relationships/image" Target="../media/sectorrefinement35_image483.png"/><Relationship Id="rIdSectorRefinement35_86" Type="http://schemas.openxmlformats.org/officeDocument/2006/relationships/image" Target="../media/sectorrefinement35_image539.png"/><Relationship Id="rIdSectorRefinement35_87" Type="http://schemas.openxmlformats.org/officeDocument/2006/relationships/image" Target="../media/sectorrefinement35_image342.png"/><Relationship Id="rIdSectorRefinement35_88" Type="http://schemas.openxmlformats.org/officeDocument/2006/relationships/image" Target="../media/sectorrefinement35_image135.png"/><Relationship Id="rIdSectorRefinement35_89" Type="http://schemas.openxmlformats.org/officeDocument/2006/relationships/image" Target="../media/sectorrefinement35_image178.png"/><Relationship Id="rIdSectorRefinement35_90" Type="http://schemas.openxmlformats.org/officeDocument/2006/relationships/image" Target="../media/sectorrefinement35_image384.png"/><Relationship Id="rIdSectorRefinement35_91" Type="http://schemas.openxmlformats.org/officeDocument/2006/relationships/image" Target="../media/sectorrefinement35_image440.png"/><Relationship Id="rIdSectorRefinement35_92" Type="http://schemas.openxmlformats.org/officeDocument/2006/relationships/image" Target="../media/sectorrefinement35_image244.png"/><Relationship Id="rIdSectorRefinement35_93" Type="http://schemas.openxmlformats.org/officeDocument/2006/relationships/image" Target="../media/sectorrefinement35_image286.png"/><Relationship Id="rIdSectorRefinement35_94" Type="http://schemas.openxmlformats.org/officeDocument/2006/relationships/image" Target="../media/sectorrefinement35_image494.png"/><Relationship Id="rIdSectorRefinement35_95" Type="http://schemas.openxmlformats.org/officeDocument/2006/relationships/image" Target="../media/sectorrefinement35_image353.png"/><Relationship Id="rIdSectorRefinement35_96" Type="http://schemas.openxmlformats.org/officeDocument/2006/relationships/image" Target="../media/sectorrefinement35_image146.png"/><Relationship Id="rIdSectorRefinement35_97" Type="http://schemas.openxmlformats.org/officeDocument/2006/relationships/image" Target="../media/sectorrefinement35_image395.png"/><Relationship Id="rIdSectorRefinement35_98" Type="http://schemas.openxmlformats.org/officeDocument/2006/relationships/image" Target="../media/sectorrefinement35_image451.png"/><Relationship Id="rIdSectorRefinement35_99" Type="http://schemas.openxmlformats.org/officeDocument/2006/relationships/image" Target="../media/sectorrefinement35_image189.png"/><Relationship Id="rIdSectorRefinement35_100" Type="http://schemas.openxmlformats.org/officeDocument/2006/relationships/image" Target="../media/sectorrefinement35_image213.png"/><Relationship Id="rIdSectorRefinement35_101" Type="http://schemas.openxmlformats.org/officeDocument/2006/relationships/image" Target="../media/sectorrefinement35_image255.png"/><Relationship Id="rIdSectorRefinement35_102" Type="http://schemas.openxmlformats.org/officeDocument/2006/relationships/image" Target="../media/sectorrefinement35_image297.png"/><Relationship Id="rIdSectorRefinement35_103" Type="http://schemas.openxmlformats.org/officeDocument/2006/relationships/image" Target="../media/sectorrefinement35_image463.png"/><Relationship Id="rIdSectorRefinement35_104" Type="http://schemas.openxmlformats.org/officeDocument/2006/relationships/image" Target="../media/sectorrefinement35_image519.png"/><Relationship Id="rIdSectorRefinement35_105" Type="http://schemas.openxmlformats.org/officeDocument/2006/relationships/image" Target="../media/sectorrefinement35_image119.png"/><Relationship Id="rIdSectorRefinement35_106" Type="http://schemas.openxmlformats.org/officeDocument/2006/relationships/image" Target="../media/sectorrefinement35_image322.png"/><Relationship Id="rIdSectorRefinement35_107" Type="http://schemas.openxmlformats.org/officeDocument/2006/relationships/image" Target="../media/sectorrefinement35_image505.png"/><Relationship Id="rIdSectorRefinement35_108" Type="http://schemas.openxmlformats.org/officeDocument/2006/relationships/image" Target="../media/sectorrefinement35_image364.png"/><Relationship Id="rIdSectorRefinement35_109" Type="http://schemas.openxmlformats.org/officeDocument/2006/relationships/image" Target="../media/sectorrefinement35_image406.png"/><Relationship Id="rIdSectorRefinement35_110" Type="http://schemas.openxmlformats.org/officeDocument/2006/relationships/image" Target="../media/sectorrefinement35_image420.png"/><Relationship Id="rIdSectorRefinement35_111" Type="http://schemas.openxmlformats.org/officeDocument/2006/relationships/image" Target="../media/sectorrefinement35_image157.png"/><Relationship Id="rIdSectorRefinement35_112" Type="http://schemas.openxmlformats.org/officeDocument/2006/relationships/image" Target="../media/sectorrefinement35_image201.png"/><Relationship Id="rIdSectorRefinement35_113" Type="http://schemas.openxmlformats.org/officeDocument/2006/relationships/image" Target="../media/sectorrefinement35_image224.png"/><Relationship Id="rIdSectorRefinement35_114" Type="http://schemas.openxmlformats.org/officeDocument/2006/relationships/image" Target="../media/sectorrefinement35_image266.png"/><Relationship Id="rIdSectorRefinement35_115" Type="http://schemas.openxmlformats.org/officeDocument/2006/relationships/image" Target="../media/sectorrefinement35_image474.png"/><Relationship Id="rIdSectorRefinement35_116" Type="http://schemas.openxmlformats.org/officeDocument/2006/relationships/image" Target="../media/sectorrefinement35_image308.png"/><Relationship Id="rIdSectorRefinement35_117" Type="http://schemas.openxmlformats.org/officeDocument/2006/relationships/image" Target="../media/sectorrefinement35_image530.png"/><Relationship Id="rIdSectorRefinement35_118" Type="http://schemas.openxmlformats.org/officeDocument/2006/relationships/image" Target="../media/sectorrefinement35_image126.png"/><Relationship Id="rIdSectorRefinement35_119" Type="http://schemas.openxmlformats.org/officeDocument/2006/relationships/image" Target="../media/sectorrefinement35_image333.png"/><Relationship Id="rIdSectorRefinement35_120" Type="http://schemas.openxmlformats.org/officeDocument/2006/relationships/image" Target="../media/sectorrefinement35_image375.png"/><Relationship Id="rIdSectorRefinement35_121" Type="http://schemas.openxmlformats.org/officeDocument/2006/relationships/image" Target="../media/sectorrefinement35_image431.png"/><Relationship Id="rIdSectorRefinement35_122" Type="http://schemas.openxmlformats.org/officeDocument/2006/relationships/image" Target="../media/sectorrefinement35_image168.png"/><Relationship Id="rIdSectorRefinement35_123" Type="http://schemas.openxmlformats.org/officeDocument/2006/relationships/image" Target="../media/sectorrefinement35_image235.png"/><Relationship Id="rIdSectorRefinement35_124" Type="http://schemas.openxmlformats.org/officeDocument/2006/relationships/image" Target="../media/sectorrefinement35_image442.png"/><Relationship Id="rIdSectorRefinement35_125" Type="http://schemas.openxmlformats.org/officeDocument/2006/relationships/image" Target="../media/sectorrefinement35_image277.png"/><Relationship Id="rIdSectorRefinement35_126" Type="http://schemas.openxmlformats.org/officeDocument/2006/relationships/image" Target="../media/sectorrefinement35_image485.png"/><Relationship Id="rIdSectorRefinement35_127" Type="http://schemas.openxmlformats.org/officeDocument/2006/relationships/image" Target="../media/sectorrefinement35_image541.png"/><Relationship Id="rIdSectorRefinement35_128" Type="http://schemas.openxmlformats.org/officeDocument/2006/relationships/image" Target="../media/sectorrefinement35_image344.png"/><Relationship Id="rIdSectorRefinement35_129" Type="http://schemas.openxmlformats.org/officeDocument/2006/relationships/image" Target="../media/sectorrefinement35_image386.png"/><Relationship Id="rIdSectorRefinement35_130" Type="http://schemas.openxmlformats.org/officeDocument/2006/relationships/image" Target="../media/sectorrefinement35_image137.png"/><Relationship Id="rIdSectorRefinement35_131" Type="http://schemas.openxmlformats.org/officeDocument/2006/relationships/image" Target="../media/sectorrefinement35_image180.png"/><Relationship Id="rIdSectorRefinement35_132" Type="http://schemas.openxmlformats.org/officeDocument/2006/relationships/image" Target="../media/sectorrefinement35_image246.png"/><Relationship Id="rIdSectorRefinement35_133" Type="http://schemas.openxmlformats.org/officeDocument/2006/relationships/image" Target="../media/sectorrefinement35_image192.png"/><Relationship Id="rIdSectorRefinement35_134" Type="http://schemas.openxmlformats.org/officeDocument/2006/relationships/image" Target="../media/sectorrefinement35_image288.png"/><Relationship Id="rIdSectorRefinement35_135" Type="http://schemas.openxmlformats.org/officeDocument/2006/relationships/image" Target="../media/sectorrefinement35_image453.png"/><Relationship Id="rIdSectorRefinement35_136" Type="http://schemas.openxmlformats.org/officeDocument/2006/relationships/image" Target="../media/sectorrefinement35_image496.png"/><Relationship Id="rIdSectorRefinement35_137" Type="http://schemas.openxmlformats.org/officeDocument/2006/relationships/image" Target="../media/sectorrefinement35_image313.png"/><Relationship Id="rIdSectorRefinement35_138" Type="http://schemas.openxmlformats.org/officeDocument/2006/relationships/image" Target="../media/sectorrefinement35_image355.png"/><Relationship Id="rIdSectorRefinement35_139" Type="http://schemas.openxmlformats.org/officeDocument/2006/relationships/image" Target="../media/sectorrefinement35_image397.png"/><Relationship Id="rIdSectorRefinement35_140" Type="http://schemas.openxmlformats.org/officeDocument/2006/relationships/image" Target="../media/sectorrefinement35_image148.png"/><Relationship Id="rIdSectorRefinement35_141" Type="http://schemas.openxmlformats.org/officeDocument/2006/relationships/image" Target="../media/sectorrefinement35_image215.png"/><Relationship Id="rIdSectorRefinement35_142" Type="http://schemas.openxmlformats.org/officeDocument/2006/relationships/image" Target="../media/sectorrefinement35_image422.png"/><Relationship Id="rIdSectorRefinement35_143" Type="http://schemas.openxmlformats.org/officeDocument/2006/relationships/image" Target="../media/sectorrefinement35_image203.png"/><Relationship Id="rIdSectorRefinement35_144" Type="http://schemas.openxmlformats.org/officeDocument/2006/relationships/image" Target="../media/sectorrefinement35_image257.png"/><Relationship Id="rIdSectorRefinement35_145" Type="http://schemas.openxmlformats.org/officeDocument/2006/relationships/image" Target="../media/sectorrefinement35_image299.png"/><Relationship Id="rIdSectorRefinement35_146" Type="http://schemas.openxmlformats.org/officeDocument/2006/relationships/image" Target="../media/sectorrefinement35_image465.png"/><Relationship Id="rIdSectorRefinement35_147" Type="http://schemas.openxmlformats.org/officeDocument/2006/relationships/image" Target="../media/sectorrefinement35_image507.png"/><Relationship Id="rIdSectorRefinement35_148" Type="http://schemas.openxmlformats.org/officeDocument/2006/relationships/image" Target="../media/sectorrefinement35_image521.png"/><Relationship Id="rIdSectorRefinement35_149" Type="http://schemas.openxmlformats.org/officeDocument/2006/relationships/image" Target="../media/sectorrefinement35_image324.png"/><Relationship Id="rIdSectorRefinement35_150" Type="http://schemas.openxmlformats.org/officeDocument/2006/relationships/image" Target="../media/sectorrefinement35_image366.png"/><Relationship Id="rIdSectorRefinement35_151" Type="http://schemas.openxmlformats.org/officeDocument/2006/relationships/image" Target="../media/sectorrefinement35_image138.png"/><Relationship Id="rIdSectorRefinement35_152" Type="http://schemas.openxmlformats.org/officeDocument/2006/relationships/image" Target="../media/sectorrefinement35_image159.png"/><Relationship Id="rIdSectorRefinement35_153" Type="http://schemas.openxmlformats.org/officeDocument/2006/relationships/image" Target="../media/sectorrefinement35_image226.png"/><Relationship Id="rIdSectorRefinement35_154" Type="http://schemas.openxmlformats.org/officeDocument/2006/relationships/image" Target="../media/sectorrefinement35_image387.png"/><Relationship Id="rIdSectorRefinement35_155" Type="http://schemas.openxmlformats.org/officeDocument/2006/relationships/image" Target="../media/sectorrefinement35_image408.png"/><Relationship Id="rIdSectorRefinement35_156" Type="http://schemas.openxmlformats.org/officeDocument/2006/relationships/image" Target="../media/sectorrefinement35_image412.png"/><Relationship Id="rIdSectorRefinement35_157" Type="http://schemas.openxmlformats.org/officeDocument/2006/relationships/image" Target="../media/sectorrefinement35_image171.png"/><Relationship Id="rIdSectorRefinement35_158" Type="http://schemas.openxmlformats.org/officeDocument/2006/relationships/image" Target="../media/sectorrefinement35_image193.png"/><Relationship Id="rIdSectorRefinement35_159" Type="http://schemas.openxmlformats.org/officeDocument/2006/relationships/image" Target="../media/sectorrefinement35_image247.png"/><Relationship Id="rIdSectorRefinement35_160" Type="http://schemas.openxmlformats.org/officeDocument/2006/relationships/image" Target="../media/sectorrefinement35_image268.png"/><Relationship Id="rIdSectorRefinement35_161" Type="http://schemas.openxmlformats.org/officeDocument/2006/relationships/image" Target="../media/sectorrefinement35_image289.png"/><Relationship Id="rIdSectorRefinement35_162" Type="http://schemas.openxmlformats.org/officeDocument/2006/relationships/image" Target="../media/sectorrefinement35_image310.png"/><Relationship Id="rIdSectorRefinement35_163" Type="http://schemas.openxmlformats.org/officeDocument/2006/relationships/image" Target="../media/sectorrefinement35_image433.png"/><Relationship Id="rIdSectorRefinement35_164" Type="http://schemas.openxmlformats.org/officeDocument/2006/relationships/image" Target="../media/sectorrefinement35_image454.png"/><Relationship Id="rIdSectorRefinement35_165" Type="http://schemas.openxmlformats.org/officeDocument/2006/relationships/image" Target="../media/sectorrefinement35_image476.png"/><Relationship Id="rIdSectorRefinement35_166" Type="http://schemas.openxmlformats.org/officeDocument/2006/relationships/image" Target="../media/sectorrefinement35_image497.png"/><Relationship Id="rIdSectorRefinement35_167" Type="http://schemas.openxmlformats.org/officeDocument/2006/relationships/image" Target="../media/sectorrefinement35_image532.png"/><Relationship Id="rIdSectorRefinement35_168" Type="http://schemas.openxmlformats.org/officeDocument/2006/relationships/image" Target="../media/sectorrefinement35_image314.png"/><Relationship Id="rIdSectorRefinement35_169" Type="http://schemas.openxmlformats.org/officeDocument/2006/relationships/image" Target="../media/sectorrefinement35_image335.png"/><Relationship Id="rIdSectorRefinement35_170" Type="http://schemas.openxmlformats.org/officeDocument/2006/relationships/image" Target="../media/sectorrefinement35_image356.png"/><Relationship Id="rIdSectorRefinement35_171" Type="http://schemas.openxmlformats.org/officeDocument/2006/relationships/image" Target="../media/sectorrefinement35_image543.png"/><Relationship Id="rIdSectorRefinement35_172" Type="http://schemas.openxmlformats.org/officeDocument/2006/relationships/image" Target="../media/sectorrefinement35_image128.png"/><Relationship Id="rIdSectorRefinement35_173" Type="http://schemas.openxmlformats.org/officeDocument/2006/relationships/image" Target="../media/sectorrefinement35_image149.png"/><Relationship Id="rIdSectorRefinement35_174" Type="http://schemas.openxmlformats.org/officeDocument/2006/relationships/image" Target="../media/sectorrefinement35_image377.png"/><Relationship Id="rIdSectorRefinement35_175" Type="http://schemas.openxmlformats.org/officeDocument/2006/relationships/image" Target="../media/sectorrefinement35_image398.png"/><Relationship Id="rIdSectorRefinement35_176" Type="http://schemas.openxmlformats.org/officeDocument/2006/relationships/image" Target="../media/sectorrefinement35_image160.png"/><Relationship Id="rIdSectorRefinement35_177" Type="http://schemas.openxmlformats.org/officeDocument/2006/relationships/image" Target="../media/sectorrefinement35_image216.png"/><Relationship Id="rIdSectorRefinement35_178" Type="http://schemas.openxmlformats.org/officeDocument/2006/relationships/image" Target="../media/sectorrefinement35_image237.png"/><Relationship Id="rIdSectorRefinement35_179" Type="http://schemas.openxmlformats.org/officeDocument/2006/relationships/image" Target="../media/sectorrefinement35_image258.png"/><Relationship Id="rIdSectorRefinement35_180" Type="http://schemas.openxmlformats.org/officeDocument/2006/relationships/image" Target="../media/sectorrefinement35_image279.png"/><Relationship Id="rIdSectorRefinement35_181" Type="http://schemas.openxmlformats.org/officeDocument/2006/relationships/image" Target="../media/sectorrefinement35_image300.png"/><Relationship Id="rIdSectorRefinement35_182" Type="http://schemas.openxmlformats.org/officeDocument/2006/relationships/image" Target="../media/sectorrefinement35_image423.png"/><Relationship Id="rIdSectorRefinement35_183" Type="http://schemas.openxmlformats.org/officeDocument/2006/relationships/image" Target="../media/sectorrefinement35_image444.png"/><Relationship Id="rIdSectorRefinement35_184" Type="http://schemas.openxmlformats.org/officeDocument/2006/relationships/image" Target="../media/sectorrefinement35_image466.png"/><Relationship Id="rIdSectorRefinement35_185" Type="http://schemas.openxmlformats.org/officeDocument/2006/relationships/image" Target="../media/sectorrefinement35_image487.png"/><Relationship Id="rIdSectorRefinement35_186" Type="http://schemas.openxmlformats.org/officeDocument/2006/relationships/image" Target="../media/sectorrefinement35_image508.png"/><Relationship Id="rIdSectorRefinement35_187" Type="http://schemas.openxmlformats.org/officeDocument/2006/relationships/image" Target="../media/sectorrefinement35_image522.png"/><Relationship Id="rIdSectorRefinement35_188" Type="http://schemas.openxmlformats.org/officeDocument/2006/relationships/image" Target="../media/sectorrefinement35_image182.png"/><Relationship Id="rIdSectorRefinement35_189" Type="http://schemas.openxmlformats.org/officeDocument/2006/relationships/image" Target="../media/sectorrefinement35_image204.png"/><Relationship Id="rIdSectorRefinement35_190" Type="http://schemas.openxmlformats.org/officeDocument/2006/relationships/image" Target="../media/sectorrefinement35_image325.png"/><Relationship Id="rIdSectorRefinement35_191" Type="http://schemas.openxmlformats.org/officeDocument/2006/relationships/image" Target="../media/sectorrefinement35_image346.png"/><Relationship Id="rIdSectorRefinement35_192" Type="http://schemas.openxmlformats.org/officeDocument/2006/relationships/image" Target="../media/sectorrefinement35_image533.png"/><Relationship Id="rIdSectorRefinement35_193" Type="http://schemas.openxmlformats.org/officeDocument/2006/relationships/video" Target="../media/sectorrefinement35_media6.mp4"/><Relationship Id="rIdSectorRefinement35_194" Type="http://schemas.openxmlformats.org/officeDocument/2006/relationships/image" Target="../media/sectorrefinement35_image139.png"/><Relationship Id="rIdSectorRefinement35_195" Type="http://schemas.openxmlformats.org/officeDocument/2006/relationships/image" Target="../media/sectorrefinement35_image367.png"/><Relationship Id="rIdSectorRefinement35_196" Type="http://schemas.openxmlformats.org/officeDocument/2006/relationships/image" Target="../media/sectorrefinement35_image388.png"/><Relationship Id="rIdSectorRefinement35_197" Type="http://schemas.openxmlformats.org/officeDocument/2006/relationships/image" Target="../media/sectorrefinement35_image409.png"/><Relationship Id="rIdSectorRefinement35_198" Type="http://schemas.openxmlformats.org/officeDocument/2006/relationships/image" Target="../media/sectorrefinement35_image150.png"/><Relationship Id="rIdSectorRefinement35_199" Type="http://schemas.openxmlformats.org/officeDocument/2006/relationships/image" Target="../media/sectorrefinement35_image227.png"/><Relationship Id="rIdSectorRefinement35_200" Type="http://schemas.openxmlformats.org/officeDocument/2006/relationships/image" Target="../media/sectorrefinement35_image248.png"/><Relationship Id="rIdSectorRefinement35_201" Type="http://schemas.openxmlformats.org/officeDocument/2006/relationships/image" Target="../media/sectorrefinement35_image269.png"/><Relationship Id="rIdSectorRefinement35_202" Type="http://schemas.openxmlformats.org/officeDocument/2006/relationships/image" Target="../media/sectorrefinement35_image290.png"/><Relationship Id="rIdSectorRefinement35_203" Type="http://schemas.openxmlformats.org/officeDocument/2006/relationships/image" Target="../media/sectorrefinement35_image413.png"/><Relationship Id="rIdSectorRefinement35_204" Type="http://schemas.openxmlformats.org/officeDocument/2006/relationships/image" Target="../media/sectorrefinement35_image434.png"/><Relationship Id="rIdSectorRefinement35_205" Type="http://schemas.openxmlformats.org/officeDocument/2006/relationships/image" Target="../media/sectorrefinement35_image455.png"/><Relationship Id="rIdSectorRefinement35_206" Type="http://schemas.openxmlformats.org/officeDocument/2006/relationships/image" Target="../media/sectorrefinement35_image477.png"/><Relationship Id="rIdSectorRefinement35_207" Type="http://schemas.openxmlformats.org/officeDocument/2006/relationships/image" Target="../media/sectorrefinement35_image172.png"/><Relationship Id="rIdSectorRefinement35_208" Type="http://schemas.openxmlformats.org/officeDocument/2006/relationships/image" Target="../media/sectorrefinement35_image194.png"/><Relationship Id="rIdSectorRefinement35_209" Type="http://schemas.openxmlformats.org/officeDocument/2006/relationships/image" Target="../media/sectorrefinement35_image311.png"/><Relationship Id="rIdSectorRefinement35_210" Type="http://schemas.openxmlformats.org/officeDocument/2006/relationships/image" Target="../media/sectorrefinement35_image315.png"/><Relationship Id="rIdSectorRefinement35_211" Type="http://schemas.openxmlformats.org/officeDocument/2006/relationships/image" Target="../media/sectorrefinement35_image498.png"/><Relationship Id="rIdSectorRefinement35_212" Type="http://schemas.openxmlformats.org/officeDocument/2006/relationships/image" Target="../media/sectorrefinement35_image129.png"/><Relationship Id="rIdSectorRefinement35_213" Type="http://schemas.openxmlformats.org/officeDocument/2006/relationships/image" Target="../media/sectorrefinement35_image336.png"/><Relationship Id="rIdSectorRefinement35_214" Type="http://schemas.openxmlformats.org/officeDocument/2006/relationships/image" Target="../media/sectorrefinement35_image357.png"/><Relationship Id="rIdSectorRefinement35_215" Type="http://schemas.openxmlformats.org/officeDocument/2006/relationships/image" Target="../media/sectorrefinement35_image378.png"/><Relationship Id="rIdSectorRefinement35_216" Type="http://schemas.openxmlformats.org/officeDocument/2006/relationships/image" Target="../media/sectorrefinement35_image399.png"/><Relationship Id="rIdSectorRefinement35_217" Type="http://schemas.openxmlformats.org/officeDocument/2006/relationships/image" Target="../media/sectorrefinement35_image523.png"/><Relationship Id="rIdSectorRefinement35_218" Type="http://schemas.openxmlformats.org/officeDocument/2006/relationships/image" Target="../media/sectorrefinement35_image544.png"/><Relationship Id="rIdSectorRefinement35_219" Type="http://schemas.openxmlformats.org/officeDocument/2006/relationships/image" Target="../media/sectorrefinement35_image140.png"/><Relationship Id="rIdSectorRefinement35_220" Type="http://schemas.openxmlformats.org/officeDocument/2006/relationships/image" Target="../media/sectorrefinement35_image217.png"/><Relationship Id="rIdSectorRefinement35_221" Type="http://schemas.openxmlformats.org/officeDocument/2006/relationships/image" Target="../media/sectorrefinement35_image238.png"/><Relationship Id="rIdSectorRefinement35_222" Type="http://schemas.openxmlformats.org/officeDocument/2006/relationships/image" Target="../media/sectorrefinement35_image259.png"/><Relationship Id="rIdSectorRefinement35_223" Type="http://schemas.openxmlformats.org/officeDocument/2006/relationships/image" Target="../media/sectorrefinement35_image280.png"/><Relationship Id="rIdSectorRefinement35_224" Type="http://schemas.openxmlformats.org/officeDocument/2006/relationships/image" Target="../media/sectorrefinement35_image424.png"/><Relationship Id="rIdSectorRefinement35_225" Type="http://schemas.openxmlformats.org/officeDocument/2006/relationships/image" Target="../media/sectorrefinement35_image445.png"/><Relationship Id="rIdSectorRefinement35_226" Type="http://schemas.openxmlformats.org/officeDocument/2006/relationships/image" Target="../media/sectorrefinement35_image467.png"/><Relationship Id="rIdSectorRefinement35_227" Type="http://schemas.openxmlformats.org/officeDocument/2006/relationships/image" Target="../media/sectorrefinement35_image161.png"/><Relationship Id="rIdSectorRefinement35_228" Type="http://schemas.openxmlformats.org/officeDocument/2006/relationships/image" Target="../media/sectorrefinement35_image183.png"/><Relationship Id="rIdSectorRefinement35_229" Type="http://schemas.openxmlformats.org/officeDocument/2006/relationships/image" Target="../media/sectorrefinement35_image205.png"/><Relationship Id="rIdSectorRefinement35_230" Type="http://schemas.openxmlformats.org/officeDocument/2006/relationships/image" Target="../media/sectorrefinement35_image301.png"/><Relationship Id="rIdSectorRefinement35_231" Type="http://schemas.openxmlformats.org/officeDocument/2006/relationships/image" Target="../media/sectorrefinement35_image488.png"/><Relationship Id="rIdSectorRefinement35_232" Type="http://schemas.openxmlformats.org/officeDocument/2006/relationships/image" Target="../media/sectorrefinement35_image509.png"/><Relationship Id="rIdSectorRefinement35_234" Type="http://schemas.openxmlformats.org/officeDocument/2006/relationships/image" Target="../media/sectorrefinement35_image326.png"/><Relationship Id="rIdSectorRefinement35_235" Type="http://schemas.openxmlformats.org/officeDocument/2006/relationships/image" Target="../media/sectorrefinement35_image347.png"/><Relationship Id="rIdSectorRefinement35_236" Type="http://schemas.openxmlformats.org/officeDocument/2006/relationships/image" Target="../media/sectorrefinement35_image368.png"/><Relationship Id="rIdSectorRefinement35_237" Type="http://schemas.openxmlformats.org/officeDocument/2006/relationships/image" Target="../media/sectorrefinement35_image389.png"/><Relationship Id="rIdSectorRefinement35_238" Type="http://schemas.openxmlformats.org/officeDocument/2006/relationships/image" Target="../media/sectorrefinement35_image410.png"/><Relationship Id="rIdSectorRefinement35_239" Type="http://schemas.openxmlformats.org/officeDocument/2006/relationships/image" Target="../media/sectorrefinement35_image513.png"/><Relationship Id="rIdSectorRefinement35_240" Type="http://schemas.openxmlformats.org/officeDocument/2006/relationships/image" Target="../media/sectorrefinement35_image534.png"/><Relationship Id="rIdSectorRefinement35_241" Type="http://schemas.openxmlformats.org/officeDocument/2006/relationships/image" Target="../media/sectorrefinement35_image228.png"/><Relationship Id="rIdSectorRefinement35_242" Type="http://schemas.openxmlformats.org/officeDocument/2006/relationships/image" Target="../media/sectorrefinement35_image249.png"/><Relationship Id="rIdSectorRefinement35_243" Type="http://schemas.openxmlformats.org/officeDocument/2006/relationships/image" Target="../media/sectorrefinement35_image270.png"/><Relationship Id="rIdSectorRefinement35_244" Type="http://schemas.openxmlformats.org/officeDocument/2006/relationships/image" Target="../media/sectorrefinement35_image414.png"/><Relationship Id="rIdSectorRefinement35_245" Type="http://schemas.openxmlformats.org/officeDocument/2006/relationships/image" Target="../media/sectorrefinement35_image435.png"/><Relationship Id="rIdSectorRefinement35_246" Type="http://schemas.openxmlformats.org/officeDocument/2006/relationships/image" Target="../media/sectorrefinement35_image456.png"/><Relationship Id="rIdSectorRefinement35_247" Type="http://schemas.openxmlformats.org/officeDocument/2006/relationships/image" Target="../media/sectorrefinement35_image130.png"/><Relationship Id="rIdSectorRefinement35_248" Type="http://schemas.openxmlformats.org/officeDocument/2006/relationships/image" Target="../media/sectorrefinement35_image151.png"/><Relationship Id="rIdSectorRefinement35_249" Type="http://schemas.openxmlformats.org/officeDocument/2006/relationships/image" Target="../media/sectorrefinement35_image173.png"/><Relationship Id="rIdSectorRefinement35_250" Type="http://schemas.openxmlformats.org/officeDocument/2006/relationships/image" Target="../media/sectorrefinement35_image195.png"/><Relationship Id="rIdSectorRefinement35_251" Type="http://schemas.openxmlformats.org/officeDocument/2006/relationships/image" Target="../media/sectorrefinement35_image291.png"/><Relationship Id="rIdSectorRefinement35_252" Type="http://schemas.openxmlformats.org/officeDocument/2006/relationships/image" Target="../media/sectorrefinement35_image478.png"/><Relationship Id="rIdSectorRefinement35_253" Type="http://schemas.openxmlformats.org/officeDocument/2006/relationships/image" Target="../media/sectorrefinement35_image499.png"/><Relationship Id="rIdSectorRefinement35_254" Type="http://schemas.openxmlformats.org/officeDocument/2006/relationships/image" Target="../media/sectorrefinement35_image302.png"/><Relationship Id="rIdSectorRefinement35_255" Type="http://schemas.openxmlformats.org/officeDocument/2006/relationships/image" Target="../media/sectorrefinement35_image316.png"/><Relationship Id="rIdSectorRefinement35_256" Type="http://schemas.openxmlformats.org/officeDocument/2006/relationships/image" Target="../media/sectorrefinement35_image337.png"/><Relationship Id="rIdSectorRefinement35_257" Type="http://schemas.openxmlformats.org/officeDocument/2006/relationships/image" Target="../media/sectorrefinement35_image358.png"/><Relationship Id="rIdSectorRefinement35_258" Type="http://schemas.openxmlformats.org/officeDocument/2006/relationships/image" Target="../media/sectorrefinement35_image379.png"/><Relationship Id="rIdSectorRefinement35_259" Type="http://schemas.openxmlformats.org/officeDocument/2006/relationships/image" Target="../media/sectorrefinement35_image400.png"/><Relationship Id="rIdSectorRefinement35_260" Type="http://schemas.openxmlformats.org/officeDocument/2006/relationships/image" Target="../media/sectorrefinement35_image524.png"/><Relationship Id="rIdSectorRefinement35_261" Type="http://schemas.openxmlformats.org/officeDocument/2006/relationships/image" Target="../media/sectorrefinement35_image545.png"/><Relationship Id="rIdSectorRefinement35_262" Type="http://schemas.openxmlformats.org/officeDocument/2006/relationships/image" Target="../media/sectorrefinement35_image218.png"/><Relationship Id="rIdSectorRefinement35_263" Type="http://schemas.openxmlformats.org/officeDocument/2006/relationships/image" Target="../media/sectorrefinement35_image239.png"/><Relationship Id="rIdSectorRefinement35_264" Type="http://schemas.openxmlformats.org/officeDocument/2006/relationships/image" Target="../media/sectorrefinement35_image425.png"/><Relationship Id="rIdSectorRefinement35_265" Type="http://schemas.openxmlformats.org/officeDocument/2006/relationships/image" Target="../media/sectorrefinement35_image120.png"/><Relationship Id="rIdSectorRefinement35_266" Type="http://schemas.openxmlformats.org/officeDocument/2006/relationships/image" Target="../media/sectorrefinement35_image141.png"/><Relationship Id="rIdSectorRefinement35_267" Type="http://schemas.openxmlformats.org/officeDocument/2006/relationships/image" Target="../media/sectorrefinement35_image162.png"/><Relationship Id="rIdSectorRefinement35_268" Type="http://schemas.openxmlformats.org/officeDocument/2006/relationships/image" Target="../media/sectorrefinement35_image184.png"/><Relationship Id="rIdSectorRefinement35_269" Type="http://schemas.openxmlformats.org/officeDocument/2006/relationships/image" Target="../media/sectorrefinement35_image206.png"/><Relationship Id="rIdSectorRefinement35_270" Type="http://schemas.openxmlformats.org/officeDocument/2006/relationships/image" Target="../media/sectorrefinement35_image260.png"/><Relationship Id="rIdSectorRefinement35_271" Type="http://schemas.openxmlformats.org/officeDocument/2006/relationships/image" Target="../media/sectorrefinement35_image281.png"/><Relationship Id="rIdSectorRefinement35_272" Type="http://schemas.openxmlformats.org/officeDocument/2006/relationships/image" Target="../media/sectorrefinement35_image446.png"/><Relationship Id="rIdSectorRefinement35_273" Type="http://schemas.openxmlformats.org/officeDocument/2006/relationships/image" Target="../media/sectorrefinement35_image468.png"/><Relationship Id="rIdSectorRefinement35_274" Type="http://schemas.openxmlformats.org/officeDocument/2006/relationships/image" Target="../media/sectorrefinement35_image489.png"/><Relationship Id="rIdSectorRefinement35_275" Type="http://schemas.openxmlformats.org/officeDocument/2006/relationships/image" Target="../media/sectorrefinement35_image510.png"/><Relationship Id="rIdSectorRefinement35_277" Type="http://schemas.openxmlformats.org/officeDocument/2006/relationships/image" Target="../media/sectorrefinement35_image292.png"/><Relationship Id="rIdSectorRefinement35_278" Type="http://schemas.openxmlformats.org/officeDocument/2006/relationships/image" Target="../media/sectorrefinement35_image327.png"/><Relationship Id="rIdSectorRefinement35_279" Type="http://schemas.openxmlformats.org/officeDocument/2006/relationships/image" Target="../media/sectorrefinement35_image348.png"/><Relationship Id="rIdSectorRefinement35_280" Type="http://schemas.openxmlformats.org/officeDocument/2006/relationships/image" Target="../media/sectorrefinement35_image369.png"/><Relationship Id="rIdSectorRefinement35_281" Type="http://schemas.openxmlformats.org/officeDocument/2006/relationships/image" Target="../media/sectorrefinement35_image390.png"/><Relationship Id="rIdSectorRefinement35_282" Type="http://schemas.openxmlformats.org/officeDocument/2006/relationships/image" Target="../media/sectorrefinement35_image514.png"/><Relationship Id="rIdSectorRefinement35_283" Type="http://schemas.openxmlformats.org/officeDocument/2006/relationships/image" Target="../media/sectorrefinement35_image535.png"/><Relationship Id="rIdSectorRefinement35_284" Type="http://schemas.openxmlformats.org/officeDocument/2006/relationships/image" Target="../media/sectorrefinement35_image415.png"/><Relationship Id="rIdSectorRefinement35_285" Type="http://schemas.openxmlformats.org/officeDocument/2006/relationships/image" Target="../media/sectorrefinement35_image152.png"/><Relationship Id="rIdSectorRefinement35_286" Type="http://schemas.openxmlformats.org/officeDocument/2006/relationships/image" Target="../media/sectorrefinement35_image196.png"/><Relationship Id="rIdSectorRefinement35_287" Type="http://schemas.openxmlformats.org/officeDocument/2006/relationships/image" Target="../media/sectorrefinement35_image250.png"/><Relationship Id="rIdSectorRefinement35_288" Type="http://schemas.openxmlformats.org/officeDocument/2006/relationships/image" Target="../media/sectorrefinement35_image457.png"/><Relationship Id="rIdSectorRefinement35_289" Type="http://schemas.openxmlformats.org/officeDocument/2006/relationships/image" Target="../media/sectorrefinement35_image500.png"/><Relationship Id="rIdSectorRefinement35_290" Type="http://schemas.openxmlformats.org/officeDocument/2006/relationships/image" Target="../media/sectorrefinement35_image303.png"/><Relationship Id="rIdSectorRefinement35_291" Type="http://schemas.openxmlformats.org/officeDocument/2006/relationships/image" Target="../media/sectorrefinement35_image317.png"/><Relationship Id="rIdSectorRefinement35_292" Type="http://schemas.openxmlformats.org/officeDocument/2006/relationships/image" Target="../media/sectorrefinement35_image359.png"/><Relationship Id="rIdSectorRefinement35_293" Type="http://schemas.openxmlformats.org/officeDocument/2006/relationships/image" Target="../media/sectorrefinement35_image525.png"/><Relationship Id="rIdSectorRefinement35_294" Type="http://schemas.openxmlformats.org/officeDocument/2006/relationships/image" Target="../media/sectorrefinement35_image219.png"/><Relationship Id="rIdSectorRefinement35_295" Type="http://schemas.openxmlformats.org/officeDocument/2006/relationships/image" Target="../media/sectorrefinement35_image401.png"/><Relationship Id="rIdSectorRefinement35_296" Type="http://schemas.openxmlformats.org/officeDocument/2006/relationships/image" Target="../media/sectorrefinement35_image121.png"/><Relationship Id="rIdSectorRefinement35_297" Type="http://schemas.openxmlformats.org/officeDocument/2006/relationships/image" Target="../media/sectorrefinement35_image163.png"/><Relationship Id="rIdSectorRefinement35_298" Type="http://schemas.openxmlformats.org/officeDocument/2006/relationships/image" Target="../media/sectorrefinement35_image261.png"/><Relationship Id="rIdSectorRefinement35_299" Type="http://schemas.openxmlformats.org/officeDocument/2006/relationships/image" Target="../media/sectorrefinement35_image426.png"/><Relationship Id="rIdSectorRefinement35_300" Type="http://schemas.openxmlformats.org/officeDocument/2006/relationships/image" Target="../media/sectorrefinement35_image469.png"/><Relationship Id="rIdSectorRefinement35_301" Type="http://schemas.openxmlformats.org/officeDocument/2006/relationships/image" Target="../media/sectorrefinement35_image511.png"/><Relationship Id="rIdSectorRefinement35_302" Type="http://schemas.openxmlformats.org/officeDocument/2006/relationships/image" Target="../media/sectorrefinement35_image207.png"/><Relationship Id="rIdSectorRefinement35_303" Type="http://schemas.openxmlformats.org/officeDocument/2006/relationships/image" Target="../media/sectorrefinement35_image272.png"/><Relationship Id="rIdSectorRefinement35_304" Type="http://schemas.openxmlformats.org/officeDocument/2006/relationships/image" Target="../media/sectorrefinement35_image328.png"/><Relationship Id="rIdSectorRefinement35_305" Type="http://schemas.openxmlformats.org/officeDocument/2006/relationships/image" Target="../media/sectorrefinement35_image536.png"/><Relationship Id="rIdSectorRefinement35_306" Type="http://schemas.openxmlformats.org/officeDocument/2006/relationships/image" Target="../media/sectorrefinement35_image370.png"/><Relationship Id="rIdSectorRefinement35_307" Type="http://schemas.openxmlformats.org/officeDocument/2006/relationships/image" Target="../media/sectorrefinement35_image132.png"/><Relationship Id="rIdSectorRefinement35_308" Type="http://schemas.openxmlformats.org/officeDocument/2006/relationships/image" Target="../media/sectorrefinement35_image175.png"/><Relationship Id="rIdSectorRefinement35_309" Type="http://schemas.openxmlformats.org/officeDocument/2006/relationships/image" Target="../media/sectorrefinement35_image230.png"/><Relationship Id="rIdSectorRefinement35_310" Type="http://schemas.openxmlformats.org/officeDocument/2006/relationships/image" Target="../media/sectorrefinement35_image437.png"/><Relationship Id="rIdSectorRefinement35_311" Type="http://schemas.openxmlformats.org/officeDocument/2006/relationships/image" Target="../media/sectorrefinement35_image480.png"/><Relationship Id="rIdSectorRefinement35_312" Type="http://schemas.openxmlformats.org/officeDocument/2006/relationships/image" Target="../media/sectorrefinement35_image283.png"/><Relationship Id="rIdSectorRefinement35_313" Type="http://schemas.openxmlformats.org/officeDocument/2006/relationships/image" Target="../media/sectorrefinement35_image339.png"/><Relationship Id="rIdSectorRefinement35_314" Type="http://schemas.openxmlformats.org/officeDocument/2006/relationships/image" Target="../media/sectorrefinement35_image381.png"/><Relationship Id="rIdSectorRefinement35_315" Type="http://schemas.openxmlformats.org/officeDocument/2006/relationships/image" Target="../media/sectorrefinement35_image547.png"/><Relationship Id="rIdSectorRefinement35_316" Type="http://schemas.openxmlformats.org/officeDocument/2006/relationships/image" Target="../media/sectorrefinement35_image143.png"/><Relationship Id="rIdSectorRefinement35_317" Type="http://schemas.openxmlformats.org/officeDocument/2006/relationships/image" Target="../media/sectorrefinement35_image241.png"/><Relationship Id="rIdSectorRefinement35_318" Type="http://schemas.openxmlformats.org/officeDocument/2006/relationships/image" Target="../media/sectorrefinement35_image392.png"/><Relationship Id="rIdSectorRefinement35_319" Type="http://schemas.openxmlformats.org/officeDocument/2006/relationships/image" Target="../media/sectorrefinement35_image448.png"/><Relationship Id="rIdSectorRefinement35_320" Type="http://schemas.openxmlformats.org/officeDocument/2006/relationships/image" Target="../media/sectorrefinement35_image186.png"/><Relationship Id="rIdSectorRefinement35_321" Type="http://schemas.openxmlformats.org/officeDocument/2006/relationships/image" Target="../media/sectorrefinement35_image252.png"/><Relationship Id="rIdSectorRefinement35_322" Type="http://schemas.openxmlformats.org/officeDocument/2006/relationships/image" Target="../media/sectorrefinement35_image294.png"/><Relationship Id="rIdSectorRefinement35_323" Type="http://schemas.openxmlformats.org/officeDocument/2006/relationships/image" Target="../media/sectorrefinement35_image491.png"/><Relationship Id="rIdSectorRefinement35_324" Type="http://schemas.openxmlformats.org/officeDocument/2006/relationships/image" Target="../media/sectorrefinement35_image516.png"/><Relationship Id="rIdSectorRefinement35_325" Type="http://schemas.openxmlformats.org/officeDocument/2006/relationships/image" Target="../media/sectorrefinement35_image116.png"/><Relationship Id="rIdSectorRefinement35_326" Type="http://schemas.openxmlformats.org/officeDocument/2006/relationships/image" Target="../media/sectorrefinement35_image350.png"/><Relationship Id="rIdSectorRefinement35_327" Type="http://schemas.openxmlformats.org/officeDocument/2006/relationships/image" Target="../media/sectorrefinement35_image403.png"/><Relationship Id="rIdSectorRefinement35_328" Type="http://schemas.openxmlformats.org/officeDocument/2006/relationships/image" Target="../media/sectorrefinement35_image417.png"/><Relationship Id="rIdSectorRefinement35_329" Type="http://schemas.openxmlformats.org/officeDocument/2006/relationships/image" Target="../media/sectorrefinement35_image459.png"/><Relationship Id="rIdSectorRefinement35_330" Type="http://schemas.openxmlformats.org/officeDocument/2006/relationships/image" Target="../media/sectorrefinement35_image154.png"/><Relationship Id="rIdSectorRefinement35_331" Type="http://schemas.openxmlformats.org/officeDocument/2006/relationships/image" Target="../media/sectorrefinement35_image198.png"/><Relationship Id="rIdSectorRefinement35_332" Type="http://schemas.openxmlformats.org/officeDocument/2006/relationships/image" Target="../media/sectorrefinement35_image263.png"/><Relationship Id="rIdSectorRefinement35_333" Type="http://schemas.openxmlformats.org/officeDocument/2006/relationships/image" Target="../media/sectorrefinement35_image502.png"/><Relationship Id="rIdSectorRefinement35_334" Type="http://schemas.openxmlformats.org/officeDocument/2006/relationships/image" Target="../media/sectorrefinement35_image305.png"/><Relationship Id="rIdSectorRefinement35_335" Type="http://schemas.openxmlformats.org/officeDocument/2006/relationships/image" Target="../media/sectorrefinement35_image319.png"/><Relationship Id="rIdSectorRefinement35_336" Type="http://schemas.openxmlformats.org/officeDocument/2006/relationships/image" Target="../media/sectorrefinement35_image361.png"/><Relationship Id="rIdSectorRefinement35_337" Type="http://schemas.openxmlformats.org/officeDocument/2006/relationships/image" Target="../media/sectorrefinement35_image527.png"/><Relationship Id="rIdSectorRefinement35_338" Type="http://schemas.openxmlformats.org/officeDocument/2006/relationships/image" Target="../media/sectorrefinement35_image123.png"/><Relationship Id="rIdSectorRefinement35_339" Type="http://schemas.openxmlformats.org/officeDocument/2006/relationships/image" Target="../media/sectorrefinement35_image221.png"/><Relationship Id="rIdSectorRefinement35_340" Type="http://schemas.openxmlformats.org/officeDocument/2006/relationships/image" Target="../media/sectorrefinement35_image372.png"/><Relationship Id="rIdSectorRefinement35_341" Type="http://schemas.openxmlformats.org/officeDocument/2006/relationships/image" Target="../media/sectorrefinement35_image428.png"/><Relationship Id="rIdSectorRefinement35_342" Type="http://schemas.openxmlformats.org/officeDocument/2006/relationships/image" Target="../media/sectorrefinement35_image165.png"/><Relationship Id="rIdSectorRefinement35_343" Type="http://schemas.openxmlformats.org/officeDocument/2006/relationships/image" Target="../media/sectorrefinement35_image209.png"/><Relationship Id="rIdSectorRefinement35_344" Type="http://schemas.openxmlformats.org/officeDocument/2006/relationships/image" Target="../media/sectorrefinement35_image232.png"/><Relationship Id="rIdSectorRefinement35_345" Type="http://schemas.openxmlformats.org/officeDocument/2006/relationships/image" Target="../media/sectorrefinement35_image471.png"/><Relationship Id="rIdSectorRefinement35_346" Type="http://schemas.openxmlformats.org/officeDocument/2006/relationships/image" Target="../media/sectorrefinement35_image274.png"/><Relationship Id="rIdSectorRefinement35_347" Type="http://schemas.openxmlformats.org/officeDocument/2006/relationships/image" Target="../media/sectorrefinement35_image330.png"/><Relationship Id="rIdSectorRefinement35_348" Type="http://schemas.openxmlformats.org/officeDocument/2006/relationships/image" Target="../media/sectorrefinement35_image538.png"/><Relationship Id="rIdSectorRefinement35_349" Type="http://schemas.openxmlformats.org/officeDocument/2006/relationships/image" Target="../media/sectorrefinement35_image383.png"/><Relationship Id="rIdSectorRefinement35_350" Type="http://schemas.openxmlformats.org/officeDocument/2006/relationships/image" Target="../media/sectorrefinement35_image134.png"/><Relationship Id="rIdSectorRefinement35_351" Type="http://schemas.openxmlformats.org/officeDocument/2006/relationships/image" Target="../media/sectorrefinement35_image177.png"/><Relationship Id="rIdSectorRefinement35_352" Type="http://schemas.openxmlformats.org/officeDocument/2006/relationships/image" Target="../media/sectorrefinement35_image243.png"/><Relationship Id="rIdSectorRefinement35_353" Type="http://schemas.openxmlformats.org/officeDocument/2006/relationships/image" Target="../media/sectorrefinement35_image439.png"/><Relationship Id="rIdSectorRefinement35_354" Type="http://schemas.openxmlformats.org/officeDocument/2006/relationships/image" Target="../media/sectorrefinement35_image482.png"/><Relationship Id="rIdSectorRefinement35_355" Type="http://schemas.openxmlformats.org/officeDocument/2006/relationships/image" Target="../media/sectorrefinement35_image285.png"/><Relationship Id="rIdSectorRefinement35_356" Type="http://schemas.openxmlformats.org/officeDocument/2006/relationships/image" Target="../media/sectorrefinement35_image341.png"/><Relationship Id="rIdSectorRefinement35_357" Type="http://schemas.openxmlformats.org/officeDocument/2006/relationships/image" Target="../media/sectorrefinement35_image493.png"/><Relationship Id="rIdSectorRefinement35_358" Type="http://schemas.openxmlformats.org/officeDocument/2006/relationships/image" Target="../media/sectorrefinement35_image549.png"/><Relationship Id="rIdSectorRefinement35_359" Type="http://schemas.openxmlformats.org/officeDocument/2006/relationships/image" Target="../media/sectorrefinement35_image352.png"/><Relationship Id="rIdSectorRefinement35_360" Type="http://schemas.openxmlformats.org/officeDocument/2006/relationships/image" Target="../media/sectorrefinement35_image145.png"/><Relationship Id="rIdSectorRefinement35_361" Type="http://schemas.openxmlformats.org/officeDocument/2006/relationships/image" Target="../media/sectorrefinement35_image188.png"/><Relationship Id="rIdSectorRefinement35_362" Type="http://schemas.openxmlformats.org/officeDocument/2006/relationships/image" Target="../media/sectorrefinement35_image212.png"/><Relationship Id="rIdSectorRefinement35_363" Type="http://schemas.openxmlformats.org/officeDocument/2006/relationships/image" Target="../media/sectorrefinement35_image394.png"/><Relationship Id="rIdSectorRefinement35_364" Type="http://schemas.openxmlformats.org/officeDocument/2006/relationships/image" Target="../media/sectorrefinement35_image450.png"/><Relationship Id="rIdSectorRefinement35_365" Type="http://schemas.openxmlformats.org/officeDocument/2006/relationships/image" Target="../media/sectorrefinement35_image118.png"/><Relationship Id="rIdSectorRefinement35_366" Type="http://schemas.openxmlformats.org/officeDocument/2006/relationships/image" Target="../media/sectorrefinement35_image254.png"/><Relationship Id="rIdSectorRefinement35_367" Type="http://schemas.openxmlformats.org/officeDocument/2006/relationships/image" Target="../media/sectorrefinement35_image296.png"/><Relationship Id="rIdSectorRefinement35_368" Type="http://schemas.openxmlformats.org/officeDocument/2006/relationships/image" Target="../media/sectorrefinement35_image504.png"/><Relationship Id="rIdSectorRefinement35_369" Type="http://schemas.openxmlformats.org/officeDocument/2006/relationships/image" Target="../media/sectorrefinement35_image518.png"/><Relationship Id="rIdSectorRefinement35_370" Type="http://schemas.openxmlformats.org/officeDocument/2006/relationships/image" Target="../media/sectorrefinement35_image363.png"/><Relationship Id="rIdSectorRefinement35_371" Type="http://schemas.openxmlformats.org/officeDocument/2006/relationships/image" Target="../media/sectorrefinement35_image156.png"/><Relationship Id="rIdSectorRefinement35_372" Type="http://schemas.openxmlformats.org/officeDocument/2006/relationships/image" Target="../media/sectorrefinement35_image405.png"/><Relationship Id="rIdSectorRefinement35_373" Type="http://schemas.openxmlformats.org/officeDocument/2006/relationships/image" Target="../media/sectorrefinement35_image419.png"/><Relationship Id="rIdSectorRefinement35_374" Type="http://schemas.openxmlformats.org/officeDocument/2006/relationships/image" Target="../media/sectorrefinement35_image462.png"/><Relationship Id="rIdSectorRefinement35_375" Type="http://schemas.openxmlformats.org/officeDocument/2006/relationships/image" Target="../media/sectorrefinement35_image200.png"/><Relationship Id="rIdSectorRefinement35_376" Type="http://schemas.openxmlformats.org/officeDocument/2006/relationships/image" Target="../media/sectorrefinement35_image223.png"/><Relationship Id="rIdSectorRefinement35_377" Type="http://schemas.openxmlformats.org/officeDocument/2006/relationships/image" Target="../media/sectorrefinement35_image265.png"/><Relationship Id="rIdSectorRefinement35_378" Type="http://schemas.openxmlformats.org/officeDocument/2006/relationships/image" Target="../media/sectorrefinement35_image307.png"/><Relationship Id="rIdSectorRefinement35_379" Type="http://schemas.openxmlformats.org/officeDocument/2006/relationships/image" Target="../media/sectorrefinement35_image321.png"/><Relationship Id="rIdSectorRefinement35_380" Type="http://schemas.openxmlformats.org/officeDocument/2006/relationships/image" Target="../media/sectorrefinement35_image473.png"/><Relationship Id="rIdSectorRefinement35_381" Type="http://schemas.openxmlformats.org/officeDocument/2006/relationships/image" Target="../media/sectorrefinement35_image529.png"/><Relationship Id="rIdSectorRefinement35_382" Type="http://schemas.openxmlformats.org/officeDocument/2006/relationships/image" Target="../media/sectorrefinement35_image332.png"/><Relationship Id="rIdSectorRefinement35_383" Type="http://schemas.openxmlformats.org/officeDocument/2006/relationships/image" Target="../media/sectorrefinement35_image125.png"/><Relationship Id="rIdSectorRefinement35_384" Type="http://schemas.openxmlformats.org/officeDocument/2006/relationships/image" Target="../media/sectorrefinement35_image167.png"/><Relationship Id="rIdSectorRefinement35_385" Type="http://schemas.openxmlformats.org/officeDocument/2006/relationships/image" Target="../media/sectorrefinement35_image374.png"/><Relationship Id="rIdSectorRefinement35_386" Type="http://schemas.openxmlformats.org/officeDocument/2006/relationships/image" Target="../media/sectorrefinement35_image430.png"/><Relationship Id="rIdSectorRefinement35_387" Type="http://schemas.openxmlformats.org/officeDocument/2006/relationships/image" Target="../media/sectorrefinement35_image211.png"/><Relationship Id="rIdSectorRefinement35_388" Type="http://schemas.openxmlformats.org/officeDocument/2006/relationships/image" Target="../media/sectorrefinement35_image234.png"/><Relationship Id="rIdSectorRefinement35_389" Type="http://schemas.openxmlformats.org/officeDocument/2006/relationships/image" Target="../media/sectorrefinement35_image276.png"/><Relationship Id="rIdSectorRefinement35_390" Type="http://schemas.openxmlformats.org/officeDocument/2006/relationships/image" Target="../media/sectorrefinement35_image484.png"/><Relationship Id="rIdSectorRefinement35_391" Type="http://schemas.openxmlformats.org/officeDocument/2006/relationships/image" Target="../media/sectorrefinement35_image540.png"/><Relationship Id="rIdSectorRefinement35_392" Type="http://schemas.openxmlformats.org/officeDocument/2006/relationships/image" Target="../media/sectorrefinement35_image136.png"/><Relationship Id="rIdSectorRefinement35_393" Type="http://schemas.openxmlformats.org/officeDocument/2006/relationships/image" Target="../media/sectorrefinement35_image343.png"/><Relationship Id="rIdSectorRefinement35_394" Type="http://schemas.openxmlformats.org/officeDocument/2006/relationships/image" Target="../media/sectorrefinement35_image385.png"/><Relationship Id="rIdSectorRefinement35_395" Type="http://schemas.openxmlformats.org/officeDocument/2006/relationships/image" Target="../media/sectorrefinement35_image441.png"/><Relationship Id="rIdSectorRefinement35_396" Type="http://schemas.openxmlformats.org/officeDocument/2006/relationships/image" Target="../media/sectorrefinement35_image179.png"/><Relationship Id="rIdSectorRefinement35_397" Type="http://schemas.openxmlformats.org/officeDocument/2006/relationships/image" Target="../media/sectorrefinement35_image245.png"/><Relationship Id="rIdSectorRefinement35_398" Type="http://schemas.openxmlformats.org/officeDocument/2006/relationships/image" Target="../media/sectorrefinement35_image287.png"/><Relationship Id="rIdSectorRefinement35_399" Type="http://schemas.openxmlformats.org/officeDocument/2006/relationships/image" Target="../media/sectorrefinement35_image452.png"/><Relationship Id="rIdSectorRefinement35_400" Type="http://schemas.openxmlformats.org/officeDocument/2006/relationships/image" Target="../media/sectorrefinement35_image312.png"/><Relationship Id="rIdSectorRefinement35_401" Type="http://schemas.openxmlformats.org/officeDocument/2006/relationships/image" Target="../media/sectorrefinement35_image495.png"/><Relationship Id="rIdSectorRefinement35_402" Type="http://schemas.openxmlformats.org/officeDocument/2006/relationships/image" Target="../media/sectorrefinement35_image354.png"/><Relationship Id="rIdSectorRefinement35_403" Type="http://schemas.openxmlformats.org/officeDocument/2006/relationships/image" Target="../media/sectorrefinement35_image396.png"/><Relationship Id="rIdSectorRefinement35_404" Type="http://schemas.openxmlformats.org/officeDocument/2006/relationships/image" Target="../media/sectorrefinement35_image147.png"/><Relationship Id="rIdSectorRefinement35_405" Type="http://schemas.openxmlformats.org/officeDocument/2006/relationships/image" Target="../media/sectorrefinement35_image191.png"/><Relationship Id="rIdSectorRefinement35_406" Type="http://schemas.openxmlformats.org/officeDocument/2006/relationships/image" Target="../media/sectorrefinement35_image214.png"/><Relationship Id="rIdSectorRefinement35_407" Type="http://schemas.openxmlformats.org/officeDocument/2006/relationships/image" Target="../media/sectorrefinement35_image256.png"/><Relationship Id="rIdSectorRefinement35_408" Type="http://schemas.openxmlformats.org/officeDocument/2006/relationships/image" Target="../media/sectorrefinement35_image202.png"/><Relationship Id="rIdSectorRefinement35_409" Type="http://schemas.openxmlformats.org/officeDocument/2006/relationships/image" Target="../media/sectorrefinement35_image298.png"/><Relationship Id="rIdSectorRefinement35_410" Type="http://schemas.openxmlformats.org/officeDocument/2006/relationships/image" Target="../media/sectorrefinement35_image464.png"/><Relationship Id="rIdSectorRefinement35_411" Type="http://schemas.openxmlformats.org/officeDocument/2006/relationships/image" Target="../media/sectorrefinement35_image506.png"/><Relationship Id="rIdSectorRefinement35_412" Type="http://schemas.openxmlformats.org/officeDocument/2006/relationships/image" Target="../media/sectorrefinement35_image520.png"/><Relationship Id="rIdSectorRefinement35_413" Type="http://schemas.openxmlformats.org/officeDocument/2006/relationships/image" Target="../media/sectorrefinement35_image323.png"/><Relationship Id="rIdSectorRefinement35_414" Type="http://schemas.openxmlformats.org/officeDocument/2006/relationships/image" Target="../media/sectorrefinement35_image365.png"/><Relationship Id="rIdSectorRefinement35_415" Type="http://schemas.openxmlformats.org/officeDocument/2006/relationships/image" Target="../media/sectorrefinement35_image407.png"/><Relationship Id="rIdSectorRefinement35_416" Type="http://schemas.openxmlformats.org/officeDocument/2006/relationships/image" Target="../media/sectorrefinement35_image421.png"/><Relationship Id="rIdSectorRefinement35_417" Type="http://schemas.openxmlformats.org/officeDocument/2006/relationships/image" Target="../media/sectorrefinement35_image158.png"/><Relationship Id="rIdSectorRefinement35_418" Type="http://schemas.openxmlformats.org/officeDocument/2006/relationships/image" Target="../media/sectorrefinement35_image225.png"/><Relationship Id="rIdSectorRefinement35_419" Type="http://schemas.openxmlformats.org/officeDocument/2006/relationships/image" Target="../media/sectorrefinement35_image432.png"/><Relationship Id="rIdSectorRefinement35_420" Type="http://schemas.openxmlformats.org/officeDocument/2006/relationships/image" Target="../media/sectorrefinement35_image267.png"/><Relationship Id="rIdSectorRefinement35_421" Type="http://schemas.openxmlformats.org/officeDocument/2006/relationships/image" Target="../media/sectorrefinement35_image309.png"/><Relationship Id="rIdSectorRefinement35_422" Type="http://schemas.openxmlformats.org/officeDocument/2006/relationships/image" Target="../media/sectorrefinement35_image475.png"/><Relationship Id="rIdSectorRefinement35_423" Type="http://schemas.openxmlformats.org/officeDocument/2006/relationships/image" Target="../media/sectorrefinement35_image531.png"/><Relationship Id="rIdSectorRefinement35_424" Type="http://schemas.openxmlformats.org/officeDocument/2006/relationships/image" Target="../media/sectorrefinement35_image334.png"/><Relationship Id="rIdSectorRefinement35_425" Type="http://schemas.openxmlformats.org/officeDocument/2006/relationships/image" Target="../media/sectorrefinement35_image376.png"/><Relationship Id="rIdSectorRefinement35_426" Type="http://schemas.openxmlformats.org/officeDocument/2006/relationships/image" Target="../media/sectorrefinement35_image127.png"/><Relationship Id="rIdSectorRefinement35_427" Type="http://schemas.openxmlformats.org/officeDocument/2006/relationships/image" Target="../media/sectorrefinement35_image169.png"/><Relationship Id="rIdSectorRefinement35_428" Type="http://schemas.openxmlformats.org/officeDocument/2006/relationships/image" Target="../media/sectorrefinement35_image236.png"/><Relationship Id="rIdSectorRefinement35_429" Type="http://schemas.openxmlformats.org/officeDocument/2006/relationships/image" Target="../media/sectorrefinement35_image181.png"/><Relationship Id="rIdSectorRefinement35_430" Type="http://schemas.openxmlformats.org/officeDocument/2006/relationships/image" Target="../media/sectorrefinement35_image278.png"/><Relationship Id="rIdSectorRefinement35_431" Type="http://schemas.openxmlformats.org/officeDocument/2006/relationships/image" Target="../media/sectorrefinement35_image443.png"/><Relationship Id="rIdSectorRefinement35_432" Type="http://schemas.openxmlformats.org/officeDocument/2006/relationships/image" Target="../media/sectorrefinement35_image486.png"/><Relationship Id="rIdSectorRefinement35_433" Type="http://schemas.openxmlformats.org/officeDocument/2006/relationships/image" Target="../media/sectorrefinement35_image542.png"/><Relationship Id="rIdSectorRefinement35_434" Type="http://schemas.microsoft.com/office/2007/relationships/media" Target="../media/sectorrefinement35_media6.mp4"/><Relationship Id="rIdSectorRefinement35_435" Type="http://schemas.openxmlformats.org/officeDocument/2006/relationships/image" Target="../media/sectorrefinement35_image345.png"/></Relationships>
</file>

<file path=ppt/slides/_rels/slide36.xml.rels><?xml version="1.0" encoding="utf-8"?><Relationships xmlns="http://schemas.openxmlformats.org/package/2006/relationships"><Relationship Id="rIdSectorStory36_3" Type="http://schemas.openxmlformats.org/officeDocument/2006/relationships/image" Target="../media/sectorstory36_image116.png"/><Relationship Id="rId2" Type="http://schemas.openxmlformats.org/officeDocument/2006/relationships/notesSlide" Target="../notesSlides/notesSlide30.xml"/><Relationship Id="rId1" Type="http://schemas.openxmlformats.org/officeDocument/2006/relationships/slideLayout" Target="../slideLayouts/slideLayout12.xml"/><Relationship Id="rIdSectorStory36_0" Type="http://schemas.openxmlformats.org/officeDocument/2006/relationships/image" Target="../media/sectorstory36_image114.png"/><Relationship Id="rIdSectorStory36_4" Type="http://schemas.openxmlformats.org/officeDocument/2006/relationships/image" Target="../media/sectorstory36_image115.png"/><Relationship Id="rIdSectorRefinement36_0" Type="http://schemas.openxmlformats.org/officeDocument/2006/relationships/image" Target="../media/sectorrefinement36_image550.png"/><Relationship Id="rIdSectorRefinement36_3" Type="http://schemas.openxmlformats.org/officeDocument/2006/relationships/image" Target="../media/sectorrefinement36_image553.png"/><Relationship Id="rIdSectorRefinement36_4" Type="http://schemas.openxmlformats.org/officeDocument/2006/relationships/image" Target="../media/sectorrefinement36_image552.png"/><Relationship Id="rIdSectorRefinement36_5" Type="http://schemas.openxmlformats.org/officeDocument/2006/relationships/image" Target="../media/sectorrefinement36_image551.png"/></Relationships>
</file>

<file path=ppt/slides/_rels/slide37.xml.rels><?xml version="1.0" encoding="UTF-8" standalone="yes"?>
<Relationships xmlns="http://schemas.openxmlformats.org/package/2006/relationships"><Relationship Id="rIdSectorStory37_0" Type="http://schemas.openxmlformats.org/officeDocument/2006/relationships/image" Target="../media/sectorstory37_image122.png"/><Relationship Id="rIdSectorStory37_9" Type="http://schemas.openxmlformats.org/officeDocument/2006/relationships/image" Target="../media/sectorstory37_image124.png"/><Relationship Id="rId2" Type="http://schemas.openxmlformats.org/officeDocument/2006/relationships/notesSlide" Target="../notesSlides/notesSlide31.xml"/><Relationship Id="rIdSectorStory37_11" Type="http://schemas.openxmlformats.org/officeDocument/2006/relationships/image" Target="../media/sectorstory37_image123.png"/><Relationship Id="rId1" Type="http://schemas.openxmlformats.org/officeDocument/2006/relationships/slideLayout" Target="../slideLayouts/slideLayout12.xml"/><Relationship Id="rIdSectorStory37_8" Type="http://schemas.openxmlformats.org/officeDocument/2006/relationships/image" Target="../media/sectorstory37_image119.png"/><Relationship Id="rIdSectorStory37_3" Type="http://schemas.openxmlformats.org/officeDocument/2006/relationships/image" Target="../media/sectorstory37_image126.png"/><Relationship Id="rIdSectorStory37_10" Type="http://schemas.openxmlformats.org/officeDocument/2006/relationships/image" Target="../media/sectorstory37_image118.png"/><Relationship Id="rIdSectorStory37_7" Type="http://schemas.openxmlformats.org/officeDocument/2006/relationships/image" Target="../media/sectorstory37_image125.png"/><Relationship Id="rIdSectorStory37_2" Type="http://schemas.openxmlformats.org/officeDocument/2006/relationships/image" Target="../media/sectorstory37_image121.png"/><Relationship Id="rIdSectorStory37_1" Type="http://schemas.openxmlformats.org/officeDocument/2006/relationships/image" Target="../media/sectorstory37_image117.png"/><Relationship Id="rIdSectorStory37_6" Type="http://schemas.openxmlformats.org/officeDocument/2006/relationships/image" Target="../media/sectorstory37_image120.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9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png"/><Relationship Id="rId5" Type="http://schemas.openxmlformats.org/officeDocument/2006/relationships/image" Target="../media/image10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Relationships xmlns="http://schemas.openxmlformats.org/package/2006/relationships"><Relationship Id="rIdSectorStory40_6" Type="http://schemas.openxmlformats.org/officeDocument/2006/relationships/image" Target="../media/sectorstory40_image131.png"/><Relationship Id="rIdSectorStory40_1" Type="http://schemas.openxmlformats.org/officeDocument/2006/relationships/image" Target="../media/sectorstory40_image134.png"/><Relationship Id="rId2" Type="http://schemas.openxmlformats.org/officeDocument/2006/relationships/notesSlide" Target="../notesSlides/notesSlide33.xml"/><Relationship Id="rIdSectorStory40_0" Type="http://schemas.openxmlformats.org/officeDocument/2006/relationships/image" Target="../media/sectorstory40_image130.png"/><Relationship Id="rIdSectorStory40_5" Type="http://schemas.openxmlformats.org/officeDocument/2006/relationships/image" Target="../media/sectorstory40_image132.png"/><Relationship Id="rId1" Type="http://schemas.openxmlformats.org/officeDocument/2006/relationships/slideLayout" Target="../slideLayouts/slideLayout12.xml"/><Relationship Id="rIdSectorStory40_4" Type="http://schemas.openxmlformats.org/officeDocument/2006/relationships/image" Target="../media/sectorstory40_image133.png"/><Relationship Id="rIdSectorRefinement39_0" Type="http://schemas.openxmlformats.org/officeDocument/2006/relationships/image" Target="../media/sectorrefinement39_image562.png"/><Relationship Id="rIdSectorRefinement39_1" Type="http://schemas.openxmlformats.org/officeDocument/2006/relationships/image" Target="../media/sectorrefinement39_image567.png"/><Relationship Id="rIdSectorRefinement39_2" Type="http://schemas.openxmlformats.org/officeDocument/2006/relationships/image" Target="../media/sectorrefinement39_image556.png"/><Relationship Id="rIdSectorRefinement39_3" Type="http://schemas.openxmlformats.org/officeDocument/2006/relationships/image" Target="../media/sectorrefinement39_image561.png"/><Relationship Id="rIdSectorRefinement39_4" Type="http://schemas.openxmlformats.org/officeDocument/2006/relationships/image" Target="../media/sectorrefinement39_image566.png"/><Relationship Id="rIdSectorRefinement39_7" Type="http://schemas.openxmlformats.org/officeDocument/2006/relationships/image" Target="../media/sectorrefinement39_image559.png"/><Relationship Id="rIdSectorRefinement39_8" Type="http://schemas.openxmlformats.org/officeDocument/2006/relationships/image" Target="../media/sectorrefinement39_image565.png"/><Relationship Id="rIdSectorRefinement39_9" Type="http://schemas.openxmlformats.org/officeDocument/2006/relationships/image" Target="../media/sectorrefinement39_image558.png"/><Relationship Id="rIdSectorRefinement39_10" Type="http://schemas.openxmlformats.org/officeDocument/2006/relationships/image" Target="../media/sectorrefinement39_image564.png"/><Relationship Id="rIdSectorRefinement39_11" Type="http://schemas.openxmlformats.org/officeDocument/2006/relationships/image" Target="../media/sectorrefinement39_image557.png"/><Relationship Id="rIdSectorRefinement39_12" Type="http://schemas.openxmlformats.org/officeDocument/2006/relationships/image" Target="../media/sectorrefinement39_image563.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4.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6.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5.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07.png"/></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8.png"/></Relationships>
</file>

<file path=ppt/slides/_rels/slide5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mc:AlternateContent xmlns:mc="http://schemas.openxmlformats.org/markup-compatibility/2006">
        <mc:Choice xmlns:a14="http://schemas.microsoft.com/office/drawing/2010/main"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Refinement34_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9" name="Initial map"/>
              <p:cNvSpPr/>
              <p:nvPr/>
            </p:nvSpPr>
            <p:spPr>
              <a:xfrm>
                <a:off x="4800600" y="2987040"/>
                <a:ext cx="3937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𝑤</m:t>
                      </m:r>
                      <m:r>
                        <a:rPr sz="2200">
                          <a:solidFill>
                            <a:srgbClr val="252529"/>
                          </a:solidFill>
                          <a:latin typeface="Cambria Math"/>
                        </a:rPr>
                        <m:t>=</m:t>
                      </m:r>
                      <m:r>
                        <a:rPr sz="2200">
                          <a:solidFill>
                            <a:srgbClr val="252529"/>
                          </a:solidFill>
                          <a:latin typeface="Cambria Math"/>
                        </a:rPr>
                        <m:t>𝛥</m:t>
                      </m:r>
                      <m:d>
                        <m:dPr>
                          <m:ctrlPr>
                            <a:rPr sz="2200">
                              <a:solidFill>
                                <a:srgbClr val="252529"/>
                              </a:solidFill>
                              <a:latin typeface="Cambria Math"/>
                            </a:rPr>
                          </m:ctrlPr>
                        </m:dPr>
                        <m:e>
                          <m:r>
                            <a:rPr sz="2200">
                              <a:solidFill>
                                <a:srgbClr val="252529"/>
                              </a:solidFill>
                              <a:latin typeface="Cambria Math"/>
                            </a:rPr>
                            <m:t>𝑧</m:t>
                          </m:r>
                        </m:e>
                      </m:d>
                    </m:oMath>
                  </m:oMathPara>
                </a14:m>
                <a:endParaRPr sz="2200"/>
              </a:p>
            </p:txBody>
          </p:sp>
        </mc:Choice>
        <mc:Fallback>
          <p:sp>
            <p:nvSpPr>
              <p:cNvPr id="1409" name="Initial map"/>
              <p:cNvSpPr>
                <a:spLocks noRot="1" noChangeAspect="1" noMove="1" noResize="1" noEditPoints="1" noAdjustHandles="1" noChangeArrowheads="1" noChangeShapeType="1" noTextEdit="1"/>
              </p:cNvSpPr>
              <p:nvPr/>
            </p:nvSpPr>
            <p:spPr>
              <a:xfrm>
                <a:off x="4800600" y="2987040"/>
                <a:ext cx="3937000" cy="782320"/>
              </a:xfrm>
              <a:prstGeom prst="rect">
                <a:avLst/>
              </a:prstGeom>
              <a:blipFill>
                <a:blip r:embed="rIdSectorRefinement34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4800600" y="3065780"/>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a:p>
            </p:txBody>
          </p:sp>
        </mc:Choice>
        <mc:Fallback>
          <p:sp>
            <p:nvSpPr>
              <p:cNvPr id="1410" name="Introduce Theta"/>
              <p:cNvSpPr>
                <a:spLocks noRot="1" noChangeAspect="1" noMove="1" noResize="1" noEditPoints="1" noAdjustHandles="1" noChangeArrowheads="1" noChangeShapeType="1" noTextEdit="1"/>
              </p:cNvSpPr>
              <p:nvPr/>
            </p:nvSpPr>
            <p:spPr>
              <a:xfrm>
                <a:off x="4800600" y="3065780"/>
                <a:ext cx="3937000" cy="675640"/>
              </a:xfrm>
              <a:prstGeom prst="rect">
                <a:avLst/>
              </a:prstGeom>
              <a:blipFill>
                <a:blip r:embed="rIdSectorRefinement34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1" name="Sector condition"/>
              <p:cNvSpPr/>
              <p:nvPr/>
            </p:nvSpPr>
            <p:spPr>
              <a:xfrm>
                <a:off x="482600" y="3512820"/>
                <a:ext cx="3810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𝛼</m:t>
                      </m:r>
                      <m:r>
                        <a:rPr sz="1600">
                          <a:solidFill>
                            <a:srgbClr val="252529"/>
                          </a:solidFill>
                          <a:latin typeface="Cambria Math"/>
                        </a:rPr>
                        <m:t>=0,  </m:t>
                      </m:r>
                      <m:r>
                        <a:rPr sz="1600">
                          <a:solidFill>
                            <a:srgbClr val="252529"/>
                          </a:solidFill>
                          <a:latin typeface="Cambria Math"/>
                        </a:rPr>
                        <m:t>𝛽</m:t>
                      </m:r>
                      <m:r>
                        <a:rPr sz="1600">
                          <a:solidFill>
                            <a:srgbClr val="252529"/>
                          </a:solidFill>
                          <a:latin typeface="Cambria Math"/>
                        </a:rPr>
                        <m:t>≈0.7344</m:t>
                      </m:r>
                    </m:oMath>
                  </m:oMathPara>
                </a14:m>
                <a:endParaRPr sz="1600"/>
              </a:p>
            </p:txBody>
          </p:sp>
        </mc:Choice>
        <mc:Fallback>
          <p:sp>
            <p:nvSpPr>
              <p:cNvPr id="1411" name="Sector condition"/>
              <p:cNvSpPr>
                <a:spLocks noRot="1" noChangeAspect="1" noMove="1" noResize="1" noEditPoints="1" noAdjustHandles="1" noChangeArrowheads="1" noChangeShapeType="1" noTextEdit="1"/>
              </p:cNvSpPr>
              <p:nvPr/>
            </p:nvSpPr>
            <p:spPr>
              <a:xfrm>
                <a:off x="482600" y="3512820"/>
                <a:ext cx="3810000" cy="568960"/>
              </a:xfrm>
              <a:prstGeom prst="rect">
                <a:avLst/>
              </a:prstGeom>
              <a:blipFill>
                <a:blip r:embed="rIdSectorRefinement34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2" name="Activation function"/>
              <p:cNvSpPr/>
              <p:nvPr/>
            </p:nvSpPr>
            <p:spPr>
              <a:xfrm>
                <a:off x="457200" y="3972560"/>
                <a:ext cx="4445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𝑆</m:t>
                      </m:r>
                      <m:d>
                        <m:dPr>
                          <m:ctrlPr>
                            <a:rPr sz="1800">
                              <a:solidFill>
                                <a:srgbClr val="252529"/>
                              </a:solidFill>
                              <a:latin typeface="Cambria Math"/>
                            </a:rPr>
                          </m:ctrlPr>
                        </m:dPr>
                        <m:e>
                          <m:r>
                            <a:rPr sz="1800">
                              <a:solidFill>
                                <a:srgbClr val="252529"/>
                              </a:solidFill>
                              <a:latin typeface="Cambria Math"/>
                            </a:rPr>
                            <m:t>𝑞</m:t>
                          </m:r>
                        </m:e>
                      </m:d>
                      <m:r>
                        <a:rPr sz="1800">
                          <a:solidFill>
                            <a:srgbClr val="252529"/>
                          </a:solidFill>
                          <a:latin typeface="Cambria Math"/>
                        </a:rPr>
                        <m:t>=</m:t>
                      </m:r>
                      <m:f>
                        <m:fPr>
                          <m:ctrlPr>
                            <a:rPr sz="1800">
                              <a:solidFill>
                                <a:srgbClr val="252529"/>
                              </a:solidFill>
                              <a:latin typeface="Cambria Math"/>
                            </a:rPr>
                          </m:ctrlPr>
                        </m:fPr>
                        <m:num>
                          <m:r>
                            <a:rPr sz="1800">
                              <a:solidFill>
                                <a:srgbClr val="252529"/>
                              </a:solidFill>
                              <a:latin typeface="Cambria Math"/>
                            </a:rPr>
                            <m:t>𝑀</m:t>
                          </m:r>
                        </m:num>
                        <m:den>
                          <m:r>
                            <a:rPr sz="1800">
                              <a:solidFill>
                                <a:srgbClr val="252529"/>
                              </a:solidFill>
                              <a:latin typeface="Cambria Math"/>
                            </a:rPr>
                            <m:t>2</m:t>
                          </m:r>
                        </m:den>
                      </m:f>
                      <m:d>
                        <m:dPr>
                          <m:begChr m:val="["/>
                          <m:endChr m:val="]"/>
                          <m:ctrlPr>
                            <a:rPr sz="1800">
                              <a:solidFill>
                                <a:srgbClr val="252529"/>
                              </a:solidFill>
                              <a:latin typeface="Cambria Math"/>
                            </a:rPr>
                          </m:ctrlPr>
                        </m:dPr>
                        <m:e>
                          <m:r>
                            <a:rPr sz="1800">
                              <a:solidFill>
                                <a:srgbClr val="252529"/>
                              </a:solidFill>
                              <a:latin typeface="Cambria Math"/>
                            </a:rPr>
                            <m:t>1+</m:t>
                          </m:r>
                          <m:r>
                            <m:rPr>
                              <m:sty m:val="p"/>
                            </m:rPr>
                            <a:rPr sz="1800">
                              <a:solidFill>
                                <a:srgbClr val="252529"/>
                              </a:solidFill>
                              <a:latin typeface="Cambria Math"/>
                            </a:rPr>
                            <m:t>tanh</m:t>
                          </m:r>
                          <m:d>
                            <m:dPr>
                              <m:ctrlPr>
                                <a:rPr sz="1800" i="1">
                                  <a:solidFill>
                                    <a:srgbClr val="252529"/>
                                  </a:solidFill>
                                  <a:latin typeface="Cambria Math" panose="02040503050406030204" pitchFamily="18" charset="0"/>
                                </a:rPr>
                              </m:ctrlPr>
                            </m:dPr>
                            <m:e>
                              <m:f>
                                <m:fPr>
                                  <m:ctrlPr>
                                    <a:rPr sz="1800">
                                      <a:solidFill>
                                        <a:srgbClr val="252529"/>
                                      </a:solidFill>
                                      <a:latin typeface="Cambria Math"/>
                                    </a:rPr>
                                  </m:ctrlPr>
                                </m:fPr>
                                <m:num>
                                  <m:r>
                                    <a:rPr sz="1800">
                                      <a:solidFill>
                                        <a:srgbClr val="252529"/>
                                      </a:solidFill>
                                      <a:latin typeface="Cambria Math"/>
                                    </a:rPr>
                                    <m:t>2</m:t>
                                  </m:r>
                                  <m:r>
                                    <a:rPr sz="1800">
                                      <a:solidFill>
                                        <a:srgbClr val="252529"/>
                                      </a:solidFill>
                                      <a:latin typeface="Cambria Math"/>
                                    </a:rPr>
                                    <m:t>𝑞</m:t>
                                  </m:r>
                                </m:num>
                                <m:den>
                                  <m:r>
                                    <a:rPr sz="1800">
                                      <a:solidFill>
                                        <a:srgbClr val="252529"/>
                                      </a:solidFill>
                                      <a:latin typeface="Cambria Math"/>
                                    </a:rPr>
                                    <m:t>𝑀</m:t>
                                  </m:r>
                                </m:den>
                              </m:f>
                            </m:e>
                          </m:d>
                        </m:e>
                      </m:d>
                    </m:oMath>
                  </m:oMathPara>
                </a14:m>
                <a:endParaRPr sz="1800"/>
              </a:p>
            </p:txBody>
          </p:sp>
        </mc:Choice>
        <mc:Fallback>
          <p:sp>
            <p:nvSpPr>
              <p:cNvPr id="1412" name="Activation function"/>
              <p:cNvSpPr>
                <a:spLocks noRot="1" noChangeAspect="1" noMove="1" noResize="1" noEditPoints="1" noAdjustHandles="1" noChangeArrowheads="1" noChangeShapeType="1" noTextEdit="1"/>
              </p:cNvSpPr>
              <p:nvPr/>
            </p:nvSpPr>
            <p:spPr>
              <a:xfrm>
                <a:off x="457200" y="3972560"/>
                <a:ext cx="4445000" cy="640080"/>
              </a:xfrm>
              <a:prstGeom prst="rect">
                <a:avLst/>
              </a:prstGeom>
              <a:blipFill>
                <a:blip r:embed="rIdSectorRefinement34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3" name="Shifted function"/>
              <p:cNvSpPr/>
              <p:nvPr/>
            </p:nvSpPr>
            <p:spPr>
              <a:xfrm>
                <a:off x="4616450" y="3972560"/>
                <a:ext cx="4381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𝛥</m:t>
                      </m:r>
                      <m:d>
                        <m:dPr>
                          <m:ctrlPr>
                            <a:rPr sz="1800">
                              <a:solidFill>
                                <a:srgbClr val="252529"/>
                              </a:solidFill>
                              <a:latin typeface="Cambria Math"/>
                            </a:rPr>
                          </m:ctrlPr>
                        </m:dPr>
                        <m:e>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r>
                            <a:rPr sz="1800">
                              <a:solidFill>
                                <a:srgbClr val="252529"/>
                              </a:solidFill>
                              <a:latin typeface="Cambria Math"/>
                            </a:rPr>
                            <m:t>+</m:t>
                          </m:r>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e>
                      </m:d>
                    </m:oMath>
                  </m:oMathPara>
                </a14:m>
                <a:endParaRPr sz="1800"/>
              </a:p>
            </p:txBody>
          </p:sp>
        </mc:Choice>
        <mc:Fallback>
          <p:sp>
            <p:nvSpPr>
              <p:cNvPr id="1413" name="Shifted function"/>
              <p:cNvSpPr>
                <a:spLocks noRot="1" noChangeAspect="1" noMove="1" noResize="1" noEditPoints="1" noAdjustHandles="1" noChangeArrowheads="1" noChangeShapeType="1" noTextEdit="1"/>
              </p:cNvSpPr>
              <p:nvPr/>
            </p:nvSpPr>
            <p:spPr>
              <a:xfrm>
                <a:off x="4616450" y="3972560"/>
                <a:ext cx="4381500" cy="640080"/>
              </a:xfrm>
              <a:prstGeom prst="rect">
                <a:avLst/>
              </a:prstGeom>
              <a:blipFill>
                <a:blip r:embed="rIdSectorRefinement34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4" name="Equilibrium parameters"/>
              <p:cNvSpPr/>
              <p:nvPr/>
            </p:nvSpPr>
            <p:spPr>
              <a:xfrm>
                <a:off x="444500" y="4485640"/>
                <a:ext cx="8255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𝑀</m:t>
                      </m:r>
                      <m:r>
                        <a:rPr sz="1200">
                          <a:solidFill>
                            <a:srgbClr val="252529"/>
                          </a:solidFill>
                          <a:latin typeface="Cambria Math"/>
                        </a:rPr>
                        <m:t>=300,  </m:t>
                      </m:r>
                      <m:sSup>
                        <m:sSupPr>
                          <m:ctrlPr>
                            <a:rPr sz="1200">
                              <a:solidFill>
                                <a:srgbClr val="252529"/>
                              </a:solidFill>
                              <a:latin typeface="Cambria Math"/>
                            </a:rPr>
                          </m:ctrlPr>
                        </m:sSupPr>
                        <m:e>
                          <m:r>
                            <a:rPr sz="1200">
                              <a:solidFill>
                                <a:srgbClr val="252529"/>
                              </a:solidFill>
                              <a:latin typeface="Cambria Math"/>
                            </a:rPr>
                            <m:t>𝑧</m:t>
                          </m:r>
                        </m:e>
                        <m:sup>
                          <m:r>
                            <a:rPr sz="1200">
                              <a:solidFill>
                                <a:srgbClr val="252529"/>
                              </a:solidFill>
                              <a:latin typeface="Cambria Math"/>
                            </a:rPr>
                            <m:t>∗</m:t>
                          </m:r>
                        </m:sup>
                      </m:sSup>
                      <m:r>
                        <a:rPr sz="1200">
                          <a:solidFill>
                            <a:srgbClr val="252529"/>
                          </a:solidFill>
                          <a:latin typeface="Cambria Math"/>
                        </a:rPr>
                        <m:t>≈−196.17,  </m:t>
                      </m:r>
                      <m:r>
                        <a:rPr sz="1200">
                          <a:solidFill>
                            <a:srgbClr val="252529"/>
                          </a:solidFill>
                          <a:latin typeface="Cambria Math"/>
                        </a:rPr>
                        <m:t>𝛥</m:t>
                      </m:r>
                      <m:d>
                        <m:dPr>
                          <m:ctrlPr>
                            <a:rPr sz="1200">
                              <a:solidFill>
                                <a:srgbClr val="252529"/>
                              </a:solidFill>
                              <a:latin typeface="Cambria Math"/>
                            </a:rPr>
                          </m:ctrlPr>
                        </m:dPr>
                        <m:e>
                          <m:r>
                            <a:rPr sz="1200">
                              <a:solidFill>
                                <a:srgbClr val="252529"/>
                              </a:solidFill>
                              <a:latin typeface="Cambria Math"/>
                            </a:rPr>
                            <m:t>0</m:t>
                          </m:r>
                        </m:e>
                      </m:d>
                      <m:r>
                        <a:rPr sz="1200">
                          <a:solidFill>
                            <a:srgbClr val="252529"/>
                          </a:solidFill>
                          <a:latin typeface="Cambria Math"/>
                        </a:rPr>
                        <m:t>=0</m:t>
                      </m:r>
                    </m:oMath>
                  </m:oMathPara>
                </a14:m>
                <a:endParaRPr sz="1200"/>
              </a:p>
            </p:txBody>
          </p:sp>
        </mc:Choice>
        <mc:Fallback>
          <p:sp>
            <p:nvSpPr>
              <p:cNvPr id="1414" name="Equilibrium parameters"/>
              <p:cNvSpPr>
                <a:spLocks noRot="1" noChangeAspect="1" noMove="1" noResize="1" noEditPoints="1" noAdjustHandles="1" noChangeArrowheads="1" noChangeShapeType="1" noTextEdit="1"/>
              </p:cNvSpPr>
              <p:nvPr/>
            </p:nvSpPr>
            <p:spPr>
              <a:xfrm>
                <a:off x="444500" y="4485640"/>
                <a:ext cx="8255000" cy="426720"/>
              </a:xfrm>
              <a:prstGeom prst="rect">
                <a:avLst/>
              </a:prstGeom>
              <a:blipFill>
                <a:blip r:embed="rIdSectorRefinement34_5"/>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6000"/>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940300" y="1231900"/>
            <a:ext cx="3683000" cy="16637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4_18"/>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4_13"/>
                  <a:stretch>
                    <a:fillRect l="-9434" t="-21277" r="-45283" b="-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4_8"/>
                  <a:stretch>
                    <a:fillRect b="-20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4_6"/>
                  <a:stretch>
                    <a:fillRect b="-2083"/>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4_2"/>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4_15"/>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300"/>
                                        </p:tgtEl>
                                        <p:attrNameLst>
                                          <p:attrName>style.visibility</p:attrName>
                                        </p:attrNameLst>
                                      </p:cBhvr>
                                      <p:to>
                                        <p:strVal val="visible"/>
                                      </p:to>
                                    </p:set>
                                    <p:animEffect transition="in" filter="wipe(left)">
                                      <p:cBhvr>
                                        <p:cTn id="7" dur="1200"/>
                                        <p:tgtEl>
                                          <p:spTgt spid="13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50"/>
                                        <p:tgtEl>
                                          <p:spTgt spid="1409"/>
                                        </p:tgtEl>
                                      </p:cBhvr>
                                    </p:animEffect>
                                    <p:set>
                                      <p:cBhvr>
                                        <p:cTn id="12" dur="1" fill="hold">
                                          <p:stCondLst>
                                            <p:cond delay="249"/>
                                          </p:stCondLst>
                                        </p:cTn>
                                        <p:tgtEl>
                                          <p:spTgt spid="1409"/>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5001"/>
                                        </p:tgtEl>
                                        <p:attrNameLst>
                                          <p:attrName>style.visibility</p:attrName>
                                        </p:attrNameLst>
                                      </p:cBhvr>
                                      <p:to>
                                        <p:strVal val="visible"/>
                                      </p:to>
                                    </p:set>
                                    <p:animEffect transition="in" filter="fade">
                                      <p:cBhvr>
                                        <p:cTn id="15" dur="700"/>
                                        <p:tgtEl>
                                          <p:spTgt spid="5001"/>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1410"/>
                                        </p:tgtEl>
                                        <p:attrNameLst>
                                          <p:attrName>style.visibility</p:attrName>
                                        </p:attrNameLst>
                                      </p:cBhvr>
                                      <p:to>
                                        <p:strVal val="visible"/>
                                      </p:to>
                                    </p:set>
                                    <p:animEffect transition="in" filter="fade">
                                      <p:cBhvr>
                                        <p:cTn id="18" dur="500"/>
                                        <p:tgtEl>
                                          <p:spTgt spid="14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01"/>
                                        </p:tgtEl>
                                        <p:attrNameLst>
                                          <p:attrName>style.visibility</p:attrName>
                                        </p:attrNameLst>
                                      </p:cBhvr>
                                      <p:to>
                                        <p:strVal val="visible"/>
                                      </p:to>
                                    </p:set>
                                    <p:animEffect transition="in" filter="fade">
                                      <p:cBhvr>
                                        <p:cTn id="23" dur="500"/>
                                        <p:tgtEl>
                                          <p:spTgt spid="1201"/>
                                        </p:tgtEl>
                                      </p:cBhvr>
                                    </p:animEffect>
                                  </p:childTnLst>
                                </p:cTn>
                              </p:par>
                              <p:par>
                                <p:cTn id="24" presetID="10" presetClass="entr" presetSubtype="0" fill="hold" nodeType="withEffect">
                                  <p:stCondLst>
                                    <p:cond delay="0"/>
                                  </p:stCondLst>
                                  <p:childTnLst>
                                    <p:set>
                                      <p:cBhvr>
                                        <p:cTn id="25" dur="1" fill="hold">
                                          <p:stCondLst>
                                            <p:cond delay="0"/>
                                          </p:stCondLst>
                                        </p:cTn>
                                        <p:tgtEl>
                                          <p:spTgt spid="1202"/>
                                        </p:tgtEl>
                                        <p:attrNameLst>
                                          <p:attrName>style.visibility</p:attrName>
                                        </p:attrNameLst>
                                      </p:cBhvr>
                                      <p:to>
                                        <p:strVal val="visible"/>
                                      </p:to>
                                    </p:set>
                                    <p:animEffect transition="in" filter="fade">
                                      <p:cBhvr>
                                        <p:cTn id="26" dur="500"/>
                                        <p:tgtEl>
                                          <p:spTgt spid="1202"/>
                                        </p:tgtEl>
                                      </p:cBhvr>
                                    </p:animEffect>
                                  </p:childTnLst>
                                </p:cTn>
                              </p:par>
                              <p:par>
                                <p:cTn id="27" presetID="10" presetClass="entr" presetSubtype="0" fill="hold" nodeType="withEffect">
                                  <p:stCondLst>
                                    <p:cond delay="0"/>
                                  </p:stCondLst>
                                  <p:childTnLst>
                                    <p:set>
                                      <p:cBhvr>
                                        <p:cTn id="28" dur="1" fill="hold">
                                          <p:stCondLst>
                                            <p:cond delay="0"/>
                                          </p:stCondLst>
                                        </p:cTn>
                                        <p:tgtEl>
                                          <p:spTgt spid="1205"/>
                                        </p:tgtEl>
                                        <p:attrNameLst>
                                          <p:attrName>style.visibility</p:attrName>
                                        </p:attrNameLst>
                                      </p:cBhvr>
                                      <p:to>
                                        <p:strVal val="visible"/>
                                      </p:to>
                                    </p:set>
                                    <p:animEffect transition="in" filter="fade">
                                      <p:cBhvr>
                                        <p:cTn id="29" dur="500"/>
                                        <p:tgtEl>
                                          <p:spTgt spid="1205"/>
                                        </p:tgtEl>
                                      </p:cBhvr>
                                    </p:animEffect>
                                  </p:childTnLst>
                                </p:cTn>
                              </p:par>
                              <p:par>
                                <p:cTn id="30" presetID="10" presetClass="entr" presetSubtype="0" fill="hold" nodeType="withEffect">
                                  <p:stCondLst>
                                    <p:cond delay="0"/>
                                  </p:stCondLst>
                                  <p:childTnLst>
                                    <p:set>
                                      <p:cBhvr>
                                        <p:cTn id="31" dur="1" fill="hold">
                                          <p:stCondLst>
                                            <p:cond delay="0"/>
                                          </p:stCondLst>
                                        </p:cTn>
                                        <p:tgtEl>
                                          <p:spTgt spid="1206"/>
                                        </p:tgtEl>
                                        <p:attrNameLst>
                                          <p:attrName>style.visibility</p:attrName>
                                        </p:attrNameLst>
                                      </p:cBhvr>
                                      <p:to>
                                        <p:strVal val="visible"/>
                                      </p:to>
                                    </p:set>
                                    <p:animEffect transition="in" filter="fade">
                                      <p:cBhvr>
                                        <p:cTn id="32" dur="500"/>
                                        <p:tgtEl>
                                          <p:spTgt spid="120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06"/>
                                        </p:tgtEl>
                                        <p:attrNameLst>
                                          <p:attrName>style.visibility</p:attrName>
                                        </p:attrNameLst>
                                      </p:cBhvr>
                                      <p:to>
                                        <p:strVal val="visible"/>
                                      </p:to>
                                    </p:set>
                                    <p:animEffect transition="in" filter="fade">
                                      <p:cBhvr>
                                        <p:cTn id="35" dur="500"/>
                                        <p:tgtEl>
                                          <p:spTgt spid="140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07"/>
                                        </p:tgtEl>
                                        <p:attrNameLst>
                                          <p:attrName>style.visibility</p:attrName>
                                        </p:attrNameLst>
                                      </p:cBhvr>
                                      <p:to>
                                        <p:strVal val="visible"/>
                                      </p:to>
                                    </p:set>
                                    <p:animEffect transition="in" filter="fade">
                                      <p:cBhvr>
                                        <p:cTn id="38" dur="500"/>
                                        <p:tgtEl>
                                          <p:spTgt spid="140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11"/>
                                        </p:tgtEl>
                                        <p:attrNameLst>
                                          <p:attrName>style.visibility</p:attrName>
                                        </p:attrNameLst>
                                      </p:cBhvr>
                                      <p:to>
                                        <p:strVal val="visible"/>
                                      </p:to>
                                    </p:set>
                                    <p:animEffect transition="in" filter="fade">
                                      <p:cBhvr>
                                        <p:cTn id="41" dur="500"/>
                                        <p:tgtEl>
                                          <p:spTgt spid="1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 grpId="0"/>
      <p:bldP spid="1407" grpId="0"/>
      <p:bldP spid="1409" grpId="0"/>
      <p:bldP spid="1410" grpId="0"/>
      <p:bldP spid="1411"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pic>
        <p:nvPicPr>
          <p:cNvPr id="2" name="Signed gaps with numerical readouts">
            <a:hlinkClick r:id="" action="ppaction://media"/>
            <a:extLst>
              <a:ext uri="{FF2B5EF4-FFF2-40B4-BE49-F238E27FC236}">
                <a16:creationId xmlns:a16="http://schemas.microsoft.com/office/drawing/2014/main" id="{AA951E05-5173-4575-F6F5-8182EF83DBAB}"/>
              </a:ext>
            </a:extLst>
          </p:cNvPr>
          <p:cNvPicPr>
            <a:picLocks noChangeAspect="1"/>
          </p:cNvPicPr>
          <p:nvPr>
            <a:videoFile r:link="rIdSectorRefinement35_193"/>
            <p:extLst>
              <p:ext uri="{DAA4B4D4-6D71-4841-9C94-3DE7FCFB9230}">
                <p14:media xmlns:p14="http://schemas.microsoft.com/office/powerpoint/2010/main" r:embed="rIdSectorRefinement35_434"/>
              </p:ext>
            </p:extLst>
          </p:nvPr>
        </p:nvPicPr>
        <p:blipFill>
          <a:blip r:embed="rIdSectorRefinement35_16"/>
          <a:stretch>
            <a:fillRect/>
          </a:stretch>
        </p:blipFill>
        <p:spPr>
          <a:xfrm>
            <a:off x="635000" y="990599"/>
            <a:ext cx="7875215" cy="28575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mc:Choice xmlns:a14="http://schemas.microsoft.com/office/drawing/2010/main"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𝛽</m:t>
                      </m:r>
                      <m:r>
                        <a:rPr sz="1400">
                          <a:solidFill>
                            <a:srgbClr val="252529"/>
                          </a:solidFill>
                          <a:latin typeface="Cambria Math"/>
                        </a:rPr>
                        <m:t>𝑧</m:t>
                      </m:r>
                    </m:oMath>
                  </m:oMathPara>
                </a14:m>
                <a:endParaRPr sz="1400"/>
              </a:p>
            </p:txBody>
          </p:sp>
        </mc:Choice>
        <mc:Fallback>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SectorRefinement35_3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mc:Choice xmlns:a14="http://schemas.microsoft.com/office/drawing/2010/main"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16F9C"/>
                          </a:solidFill>
                          <a:latin typeface="Cambria Math"/>
                        </a:rPr>
                        <m:t>𝑎</m:t>
                      </m:r>
                      <m:r>
                        <a:rPr sz="2400">
                          <a:solidFill>
                            <a:srgbClr val="216F9C"/>
                          </a:solidFill>
                          <a:latin typeface="Cambria Math"/>
                        </a:rPr>
                        <m:t>=</m:t>
                      </m:r>
                      <m:r>
                        <a:rPr sz="2400">
                          <a:solidFill>
                            <a:srgbClr val="216F9C"/>
                          </a:solidFill>
                          <a:latin typeface="Cambria Math"/>
                        </a:rPr>
                        <m:t>𝛽</m:t>
                      </m:r>
                      <m:r>
                        <a:rPr sz="2400">
                          <a:solidFill>
                            <a:srgbClr val="216F9C"/>
                          </a:solidFill>
                          <a:latin typeface="Cambria Math"/>
                        </a:rPr>
                        <m:t>𝑧</m:t>
                      </m:r>
                      <m:r>
                        <a:rPr sz="2400">
                          <a:solidFill>
                            <a:srgbClr val="216F9C"/>
                          </a:solidFill>
                          <a:latin typeface="Cambria Math"/>
                        </a:rPr>
                        <m:t>−</m:t>
                      </m:r>
                      <m:r>
                        <a:rPr sz="2400">
                          <a:solidFill>
                            <a:srgbClr val="216F9C"/>
                          </a:solidFill>
                          <a:latin typeface="Cambria Math"/>
                        </a:rPr>
                        <m:t>𝑤</m:t>
                      </m:r>
                    </m:oMath>
                  </m:oMathPara>
                </a14:m>
                <a:endParaRPr sz="2400"/>
              </a:p>
            </p:txBody>
          </p:sp>
        </mc:Choice>
        <mc:Fallback>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SectorRefinement35_2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r>
                        <a:rPr sz="2400">
                          <a:solidFill>
                            <a:srgbClr val="147C60"/>
                          </a:solidFill>
                          <a:latin typeface="Cambria Math"/>
                        </a:rPr>
                        <m:t>−</m:t>
                      </m:r>
                      <m:r>
                        <a:rPr sz="2400">
                          <a:solidFill>
                            <a:srgbClr val="147C60"/>
                          </a:solidFill>
                          <a:latin typeface="Cambria Math"/>
                        </a:rPr>
                        <m:t>𝛼</m:t>
                      </m:r>
                      <m:r>
                        <a:rPr sz="2400">
                          <a:solidFill>
                            <a:srgbClr val="147C60"/>
                          </a:solidFill>
                          <a:latin typeface="Cambria Math"/>
                        </a:rPr>
                        <m:t>𝑧</m:t>
                      </m:r>
                    </m:oMath>
                  </m:oMathPara>
                </a14:m>
                <a:endParaRPr sz="2400"/>
              </a:p>
            </p:txBody>
          </p:sp>
        </mc:Choice>
        <mc:Fallback>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SectorRefinement35_296"/>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grpSp>
        <p:nvGrpSpPr>
          <p:cNvPr id="2100" name="!!Sector plot"/>
          <p:cNvGrpSpPr/>
          <p:nvPr/>
        </p:nvGrpSpPr>
        <p:grpSpPr>
          <a:xfrm>
            <a:off x="635000" y="990600"/>
            <a:ext cx="7874000" cy="2857500"/>
            <a:chOff x="482600" y="1016000"/>
            <a:chExt cx="3810000" cy="2794000"/>
          </a:xfrm>
        </p:grpSpPr>
        <p:sp>
          <p:nvSpPr>
            <p:cNvPr id="2001"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2002"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2003"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2215" name="Readout 0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22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22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22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grpSp>
        <p:nvGrpSpPr>
          <p:cNvPr id="2221" name="Readout 0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22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+5.09</m:t>
                        </m:r>
                      </m:oMath>
                    </m:oMathPara>
                  </a14:m>
                  <a:endParaRPr sz="2600"/>
                </a:p>
              </p:txBody>
            </p:sp>
          </mc:Choice>
          <mc:Fallback>
            <p:sp>
              <p:nvSpPr>
                <p:cNvPr id="22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+2.97</m:t>
                        </m:r>
                      </m:oMath>
                    </m:oMathPara>
                  </a14:m>
                  <a:endParaRPr sz="2600"/>
                </a:p>
              </p:txBody>
            </p:sp>
          </mc:Choice>
          <mc:Fallback>
            <p:sp>
              <p:nvSpPr>
                <p:cNvPr id="22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6"/>
                  <a:stretch>
                    <a:fillRect/>
                  </a:stretch>
                </a:blipFill>
                <a:ln>
                  <a:noFill/>
                </a:ln>
              </p:spPr>
              <p:txBody>
                <a:bodyPr/>
                <a:lstStyle/>
                <a:p>
                  <a:r>
                    <a:rPr lang="en-NL">
                      <a:noFill/>
                    </a:rPr>
                    <a:t> </a:t>
                  </a:r>
                </a:p>
              </p:txBody>
            </p:sp>
          </mc:Fallback>
        </mc:AlternateContent>
      </p:grpSp>
      <p:grpSp>
        <p:nvGrpSpPr>
          <p:cNvPr id="2227" name="Readout 0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22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+9.79</m:t>
                        </m:r>
                      </m:oMath>
                    </m:oMathPara>
                  </a14:m>
                  <a:endParaRPr sz="2600"/>
                </a:p>
              </p:txBody>
            </p:sp>
          </mc:Choice>
          <mc:Fallback>
            <p:sp>
              <p:nvSpPr>
                <p:cNvPr id="22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+6.33</m:t>
                        </m:r>
                      </m:oMath>
                    </m:oMathPara>
                  </a14:m>
                  <a:endParaRPr sz="2600"/>
                </a:p>
              </p:txBody>
            </p:sp>
          </mc:Choice>
          <mc:Fallback>
            <p:sp>
              <p:nvSpPr>
                <p:cNvPr id="22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7"/>
                  <a:stretch>
                    <a:fillRect/>
                  </a:stretch>
                </a:blipFill>
                <a:ln>
                  <a:noFill/>
                </a:ln>
              </p:spPr>
              <p:txBody>
                <a:bodyPr/>
                <a:lstStyle/>
                <a:p>
                  <a:r>
                    <a:rPr lang="en-NL">
                      <a:noFill/>
                    </a:rPr>
                    <a:t> </a:t>
                  </a:r>
                </a:p>
              </p:txBody>
            </p:sp>
          </mc:Fallback>
        </mc:AlternateContent>
      </p:grpSp>
      <p:grpSp>
        <p:nvGrpSpPr>
          <p:cNvPr id="2233" name="Readout 0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22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m:t>
                        </m:r>
                      </m:oMath>
                    </m:oMathPara>
                  </a14:m>
                  <a:endParaRPr sz="2600"/>
                </a:p>
              </p:txBody>
            </p:sp>
          </mc:Choice>
          <mc:Fallback>
            <p:sp>
              <p:nvSpPr>
                <p:cNvPr id="22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+10.09</m:t>
                        </m:r>
                      </m:oMath>
                    </m:oMathPara>
                  </a14:m>
                  <a:endParaRPr sz="2600"/>
                </a:p>
              </p:txBody>
            </p:sp>
          </mc:Choice>
          <mc:Fallback>
            <p:sp>
              <p:nvSpPr>
                <p:cNvPr id="22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4"/>
                  <a:stretch>
                    <a:fillRect/>
                  </a:stretch>
                </a:blipFill>
                <a:ln>
                  <a:noFill/>
                </a:ln>
              </p:spPr>
              <p:txBody>
                <a:bodyPr/>
                <a:lstStyle/>
                <a:p>
                  <a:r>
                    <a:rPr lang="en-NL">
                      <a:noFill/>
                    </a:rPr>
                    <a:t> </a:t>
                  </a:r>
                </a:p>
              </p:txBody>
            </p:sp>
          </mc:Fallback>
        </mc:AlternateContent>
      </p:grpSp>
      <p:grpSp>
        <p:nvGrpSpPr>
          <p:cNvPr id="2239" name="Readout 0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22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+17.80</m:t>
                        </m:r>
                      </m:oMath>
                    </m:oMathPara>
                  </a14:m>
                  <a:endParaRPr sz="2600"/>
                </a:p>
              </p:txBody>
            </p:sp>
          </mc:Choice>
          <mc:Fallback>
            <p:sp>
              <p:nvSpPr>
                <p:cNvPr id="22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+14.30</m:t>
                        </m:r>
                      </m:oMath>
                    </m:oMathPara>
                  </a14:m>
                  <a:endParaRPr sz="2600"/>
                </a:p>
              </p:txBody>
            </p:sp>
          </mc:Choice>
          <mc:Fallback>
            <p:sp>
              <p:nvSpPr>
                <p:cNvPr id="22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2"/>
                  <a:stretch>
                    <a:fillRect/>
                  </a:stretch>
                </a:blipFill>
                <a:ln>
                  <a:noFill/>
                </a:ln>
              </p:spPr>
              <p:txBody>
                <a:bodyPr/>
                <a:lstStyle/>
                <a:p>
                  <a:r>
                    <a:rPr lang="en-NL">
                      <a:noFill/>
                    </a:rPr>
                    <a:t> </a:t>
                  </a:r>
                </a:p>
              </p:txBody>
            </p:sp>
          </mc:Fallback>
        </mc:AlternateContent>
      </p:grpSp>
      <p:grpSp>
        <p:nvGrpSpPr>
          <p:cNvPr id="2245" name="Readout 0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22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+21.05</m:t>
                        </m:r>
                      </m:oMath>
                    </m:oMathPara>
                  </a14:m>
                  <a:endParaRPr sz="2600"/>
                </a:p>
              </p:txBody>
            </p:sp>
          </mc:Choice>
          <mc:Fallback>
            <p:sp>
              <p:nvSpPr>
                <p:cNvPr id="22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+18.96</m:t>
                        </m:r>
                      </m:oMath>
                    </m:oMathPara>
                  </a14:m>
                  <a:endParaRPr sz="2600"/>
                </a:p>
              </p:txBody>
            </p:sp>
          </mc:Choice>
          <mc:Fallback>
            <p:sp>
              <p:nvSpPr>
                <p:cNvPr id="22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94"/>
                  <a:stretch>
                    <a:fillRect/>
                  </a:stretch>
                </a:blipFill>
                <a:ln>
                  <a:noFill/>
                </a:ln>
              </p:spPr>
              <p:txBody>
                <a:bodyPr/>
                <a:lstStyle/>
                <a:p>
                  <a:r>
                    <a:rPr lang="en-NL">
                      <a:noFill/>
                    </a:rPr>
                    <a:t> </a:t>
                  </a:r>
                </a:p>
              </p:txBody>
            </p:sp>
          </mc:Fallback>
        </mc:AlternateContent>
      </p:grpSp>
      <p:grpSp>
        <p:nvGrpSpPr>
          <p:cNvPr id="2251" name="Readout 0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22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+23.76</m:t>
                        </m:r>
                      </m:oMath>
                    </m:oMathPara>
                  </a14:m>
                  <a:endParaRPr sz="2600"/>
                </a:p>
              </p:txBody>
            </p:sp>
          </mc:Choice>
          <mc:Fallback>
            <p:sp>
              <p:nvSpPr>
                <p:cNvPr id="22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+24.09</m:t>
                        </m:r>
                      </m:oMath>
                    </m:oMathPara>
                  </a14:m>
                  <a:endParaRPr sz="2600"/>
                </a:p>
              </p:txBody>
            </p:sp>
          </mc:Choice>
          <mc:Fallback>
            <p:sp>
              <p:nvSpPr>
                <p:cNvPr id="22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
                  <a:stretch>
                    <a:fillRect/>
                  </a:stretch>
                </a:blipFill>
                <a:ln>
                  <a:noFill/>
                </a:ln>
              </p:spPr>
              <p:txBody>
                <a:bodyPr/>
                <a:lstStyle/>
                <a:p>
                  <a:r>
                    <a:rPr lang="en-NL">
                      <a:noFill/>
                    </a:rPr>
                    <a:t> </a:t>
                  </a:r>
                </a:p>
              </p:txBody>
            </p:sp>
          </mc:Fallback>
        </mc:AlternateContent>
      </p:grpSp>
      <p:grpSp>
        <p:nvGrpSpPr>
          <p:cNvPr id="2257" name="Readout 0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22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+25.90</m:t>
                        </m:r>
                      </m:oMath>
                    </m:oMathPara>
                  </a14:m>
                  <a:endParaRPr sz="2600"/>
                </a:p>
              </p:txBody>
            </p:sp>
          </mc:Choice>
          <mc:Fallback>
            <p:sp>
              <p:nvSpPr>
                <p:cNvPr id="22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+29.68</m:t>
                        </m:r>
                      </m:oMath>
                    </m:oMathPara>
                  </a14:m>
                  <a:endParaRPr sz="2600"/>
                </a:p>
              </p:txBody>
            </p:sp>
          </mc:Choice>
          <mc:Fallback>
            <p:sp>
              <p:nvSpPr>
                <p:cNvPr id="22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0"/>
                  <a:stretch>
                    <a:fillRect/>
                  </a:stretch>
                </a:blipFill>
                <a:ln>
                  <a:noFill/>
                </a:ln>
              </p:spPr>
              <p:txBody>
                <a:bodyPr/>
                <a:lstStyle/>
                <a:p>
                  <a:r>
                    <a:rPr lang="en-NL">
                      <a:noFill/>
                    </a:rPr>
                    <a:t> </a:t>
                  </a:r>
                </a:p>
              </p:txBody>
            </p:sp>
          </mc:Fallback>
        </mc:AlternateContent>
      </p:grpSp>
      <p:grpSp>
        <p:nvGrpSpPr>
          <p:cNvPr id="2263" name="Readout 0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22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+27.48</m:t>
                        </m:r>
                      </m:oMath>
                    </m:oMathPara>
                  </a14:m>
                  <a:endParaRPr sz="2600"/>
                </a:p>
              </p:txBody>
            </p:sp>
          </mc:Choice>
          <mc:Fallback>
            <p:sp>
              <p:nvSpPr>
                <p:cNvPr id="22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+35.74</m:t>
                        </m:r>
                      </m:oMath>
                    </m:oMathPara>
                  </a14:m>
                  <a:endParaRPr sz="2600"/>
                </a:p>
              </p:txBody>
            </p:sp>
          </mc:Choice>
          <mc:Fallback>
            <p:sp>
              <p:nvSpPr>
                <p:cNvPr id="22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0"/>
                  <a:stretch>
                    <a:fillRect/>
                  </a:stretch>
                </a:blipFill>
                <a:ln>
                  <a:noFill/>
                </a:ln>
              </p:spPr>
              <p:txBody>
                <a:bodyPr/>
                <a:lstStyle/>
                <a:p>
                  <a:r>
                    <a:rPr lang="en-NL">
                      <a:noFill/>
                    </a:rPr>
                    <a:t> </a:t>
                  </a:r>
                </a:p>
              </p:txBody>
            </p:sp>
          </mc:Fallback>
        </mc:AlternateContent>
      </p:grpSp>
      <p:grpSp>
        <p:nvGrpSpPr>
          <p:cNvPr id="2269" name="Readout 0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22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+28.50</m:t>
                        </m:r>
                      </m:oMath>
                    </m:oMathPara>
                  </a14:m>
                  <a:endParaRPr sz="2600"/>
                </a:p>
              </p:txBody>
            </p:sp>
          </mc:Choice>
          <mc:Fallback>
            <p:sp>
              <p:nvSpPr>
                <p:cNvPr id="22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+42.23</m:t>
                        </m:r>
                      </m:oMath>
                    </m:oMathPara>
                  </a14:m>
                  <a:endParaRPr sz="2600"/>
                </a:p>
              </p:txBody>
            </p:sp>
          </mc:Choice>
          <mc:Fallback>
            <p:sp>
              <p:nvSpPr>
                <p:cNvPr id="22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8"/>
                  <a:stretch>
                    <a:fillRect/>
                  </a:stretch>
                </a:blipFill>
                <a:ln>
                  <a:noFill/>
                </a:ln>
              </p:spPr>
              <p:txBody>
                <a:bodyPr/>
                <a:lstStyle/>
                <a:p>
                  <a:r>
                    <a:rPr lang="en-NL">
                      <a:noFill/>
                    </a:rPr>
                    <a:t> </a:t>
                  </a:r>
                </a:p>
              </p:txBody>
            </p:sp>
          </mc:Fallback>
        </mc:AlternateContent>
      </p:grpSp>
      <p:grpSp>
        <p:nvGrpSpPr>
          <p:cNvPr id="2275" name="Readout 0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22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+28.98</m:t>
                        </m:r>
                      </m:oMath>
                    </m:oMathPara>
                  </a14:m>
                  <a:endParaRPr sz="2600"/>
                </a:p>
              </p:txBody>
            </p:sp>
          </mc:Choice>
          <mc:Fallback>
            <p:sp>
              <p:nvSpPr>
                <p:cNvPr id="22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+49.13</m:t>
                        </m:r>
                      </m:oMath>
                    </m:oMathPara>
                  </a14:m>
                  <a:endParaRPr sz="2600"/>
                </a:p>
              </p:txBody>
            </p:sp>
          </mc:Choice>
          <mc:Fallback>
            <p:sp>
              <p:nvSpPr>
                <p:cNvPr id="22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0"/>
                  <a:stretch>
                    <a:fillRect/>
                  </a:stretch>
                </a:blipFill>
                <a:ln>
                  <a:noFill/>
                </a:ln>
              </p:spPr>
              <p:txBody>
                <a:bodyPr/>
                <a:lstStyle/>
                <a:p>
                  <a:r>
                    <a:rPr lang="en-NL">
                      <a:noFill/>
                    </a:rPr>
                    <a:t> </a:t>
                  </a:r>
                </a:p>
              </p:txBody>
            </p:sp>
          </mc:Fallback>
        </mc:AlternateContent>
      </p:grpSp>
      <p:grpSp>
        <p:nvGrpSpPr>
          <p:cNvPr id="2281" name="Readout 0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22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+28.95</m:t>
                        </m:r>
                      </m:oMath>
                    </m:oMathPara>
                  </a14:m>
                  <a:endParaRPr sz="2600"/>
                </a:p>
              </p:txBody>
            </p:sp>
          </mc:Choice>
          <mc:Fallback>
            <p:sp>
              <p:nvSpPr>
                <p:cNvPr id="22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+56.38</m:t>
                        </m:r>
                      </m:oMath>
                    </m:oMathPara>
                  </a14:m>
                  <a:endParaRPr sz="2600"/>
                </a:p>
              </p:txBody>
            </p:sp>
          </mc:Choice>
          <mc:Fallback>
            <p:sp>
              <p:nvSpPr>
                <p:cNvPr id="22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1"/>
                  <a:stretch>
                    <a:fillRect/>
                  </a:stretch>
                </a:blipFill>
                <a:ln>
                  <a:noFill/>
                </a:ln>
              </p:spPr>
              <p:txBody>
                <a:bodyPr/>
                <a:lstStyle/>
                <a:p>
                  <a:r>
                    <a:rPr lang="en-NL">
                      <a:noFill/>
                    </a:rPr>
                    <a:t> </a:t>
                  </a:r>
                </a:p>
              </p:txBody>
            </p:sp>
          </mc:Fallback>
        </mc:AlternateContent>
      </p:grpSp>
      <p:grpSp>
        <p:nvGrpSpPr>
          <p:cNvPr id="2287" name="Readout 0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2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+28.46</m:t>
                        </m:r>
                      </m:oMath>
                    </m:oMathPara>
                  </a14:m>
                  <a:endParaRPr sz="2600"/>
                </a:p>
              </p:txBody>
            </p:sp>
          </mc:Choice>
          <mc:Fallback>
            <p:sp>
              <p:nvSpPr>
                <p:cNvPr id="22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+63.93</m:t>
                        </m:r>
                      </m:oMath>
                    </m:oMathPara>
                  </a14:m>
                  <a:endParaRPr sz="2600"/>
                </a:p>
              </p:txBody>
            </p:sp>
          </mc:Choice>
          <mc:Fallback>
            <p:sp>
              <p:nvSpPr>
                <p:cNvPr id="22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6"/>
                  <a:stretch>
                    <a:fillRect/>
                  </a:stretch>
                </a:blipFill>
                <a:ln>
                  <a:noFill/>
                </a:ln>
              </p:spPr>
              <p:txBody>
                <a:bodyPr/>
                <a:lstStyle/>
                <a:p>
                  <a:r>
                    <a:rPr lang="en-NL">
                      <a:noFill/>
                    </a:rPr>
                    <a:t> </a:t>
                  </a:r>
                </a:p>
              </p:txBody>
            </p:sp>
          </mc:Fallback>
        </mc:AlternateContent>
      </p:grpSp>
      <p:grpSp>
        <p:nvGrpSpPr>
          <p:cNvPr id="2293" name="Readout 0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2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+27.56</m:t>
                        </m:r>
                      </m:oMath>
                    </m:oMathPara>
                  </a14:m>
                  <a:endParaRPr sz="2600"/>
                </a:p>
              </p:txBody>
            </p:sp>
          </mc:Choice>
          <mc:Fallback>
            <p:sp>
              <p:nvSpPr>
                <p:cNvPr id="22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+71.70</m:t>
                        </m:r>
                      </m:oMath>
                    </m:oMathPara>
                  </a14:m>
                  <a:endParaRPr sz="2600"/>
                </a:p>
              </p:txBody>
            </p:sp>
          </mc:Choice>
          <mc:Fallback>
            <p:sp>
              <p:nvSpPr>
                <p:cNvPr id="22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7"/>
                  <a:stretch>
                    <a:fillRect/>
                  </a:stretch>
                </a:blipFill>
                <a:ln>
                  <a:noFill/>
                </a:ln>
              </p:spPr>
              <p:txBody>
                <a:bodyPr/>
                <a:lstStyle/>
                <a:p>
                  <a:r>
                    <a:rPr lang="en-NL">
                      <a:noFill/>
                    </a:rPr>
                    <a:t> </a:t>
                  </a:r>
                </a:p>
              </p:txBody>
            </p:sp>
          </mc:Fallback>
        </mc:AlternateContent>
      </p:grpSp>
      <p:grpSp>
        <p:nvGrpSpPr>
          <p:cNvPr id="2299" name="Readout 0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2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+26.32</m:t>
                        </m:r>
                      </m:oMath>
                    </m:oMathPara>
                  </a14:m>
                  <a:endParaRPr sz="2600"/>
                </a:p>
              </p:txBody>
            </p:sp>
          </mc:Choice>
          <mc:Fallback>
            <p:sp>
              <p:nvSpPr>
                <p:cNvPr id="22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+79.63</m:t>
                        </m:r>
                      </m:oMath>
                    </m:oMathPara>
                  </a14:m>
                  <a:endParaRPr sz="2600"/>
                </a:p>
              </p:txBody>
            </p:sp>
          </mc:Choice>
          <mc:Fallback>
            <p:sp>
              <p:nvSpPr>
                <p:cNvPr id="22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8"/>
                  <a:stretch>
                    <a:fillRect/>
                  </a:stretch>
                </a:blipFill>
                <a:ln>
                  <a:noFill/>
                </a:ln>
              </p:spPr>
              <p:txBody>
                <a:bodyPr/>
                <a:lstStyle/>
                <a:p>
                  <a:r>
                    <a:rPr lang="en-NL">
                      <a:noFill/>
                    </a:rPr>
                    <a:t> </a:t>
                  </a:r>
                </a:p>
              </p:txBody>
            </p:sp>
          </mc:Fallback>
        </mc:AlternateContent>
      </p:grpSp>
      <p:grpSp>
        <p:nvGrpSpPr>
          <p:cNvPr id="2305" name="Readout 0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3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+24.81</m:t>
                        </m:r>
                      </m:oMath>
                    </m:oMathPara>
                  </a14:m>
                  <a:endParaRPr sz="2600"/>
                </a:p>
              </p:txBody>
            </p:sp>
          </mc:Choice>
          <mc:Fallback>
            <p:sp>
              <p:nvSpPr>
                <p:cNvPr id="23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+87.63</m:t>
                        </m:r>
                      </m:oMath>
                    </m:oMathPara>
                  </a14:m>
                  <a:endParaRPr sz="2600"/>
                </a:p>
              </p:txBody>
            </p:sp>
          </mc:Choice>
          <mc:Fallback>
            <p:sp>
              <p:nvSpPr>
                <p:cNvPr id="23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7"/>
                  <a:stretch>
                    <a:fillRect/>
                  </a:stretch>
                </a:blipFill>
                <a:ln>
                  <a:noFill/>
                </a:ln>
              </p:spPr>
              <p:txBody>
                <a:bodyPr/>
                <a:lstStyle/>
                <a:p>
                  <a:r>
                    <a:rPr lang="en-NL">
                      <a:noFill/>
                    </a:rPr>
                    <a:t> </a:t>
                  </a:r>
                </a:p>
              </p:txBody>
            </p:sp>
          </mc:Fallback>
        </mc:AlternateContent>
      </p:grpSp>
      <p:grpSp>
        <p:nvGrpSpPr>
          <p:cNvPr id="2311" name="Readout 0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3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+23.09</m:t>
                        </m:r>
                      </m:oMath>
                    </m:oMathPara>
                  </a14:m>
                  <a:endParaRPr sz="2600"/>
                </a:p>
              </p:txBody>
            </p:sp>
          </mc:Choice>
          <mc:Fallback>
            <p:sp>
              <p:nvSpPr>
                <p:cNvPr id="23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+95.62</m:t>
                        </m:r>
                      </m:oMath>
                    </m:oMathPara>
                  </a14:m>
                  <a:endParaRPr sz="2600"/>
                </a:p>
              </p:txBody>
            </p:sp>
          </mc:Choice>
          <mc:Fallback>
            <p:sp>
              <p:nvSpPr>
                <p:cNvPr id="23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9"/>
                  <a:stretch>
                    <a:fillRect/>
                  </a:stretch>
                </a:blipFill>
                <a:ln>
                  <a:noFill/>
                </a:ln>
              </p:spPr>
              <p:txBody>
                <a:bodyPr/>
                <a:lstStyle/>
                <a:p>
                  <a:r>
                    <a:rPr lang="en-NL">
                      <a:noFill/>
                    </a:rPr>
                    <a:t> </a:t>
                  </a:r>
                </a:p>
              </p:txBody>
            </p:sp>
          </mc:Fallback>
        </mc:AlternateContent>
      </p:grpSp>
      <p:grpSp>
        <p:nvGrpSpPr>
          <p:cNvPr id="2317" name="Readout 0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3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+21.23</m:t>
                        </m:r>
                      </m:oMath>
                    </m:oMathPara>
                  </a14:m>
                  <a:endParaRPr sz="2600"/>
                </a:p>
              </p:txBody>
            </p:sp>
          </mc:Choice>
          <mc:Fallback>
            <p:sp>
              <p:nvSpPr>
                <p:cNvPr id="23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+103.51</m:t>
                        </m:r>
                      </m:oMath>
                    </m:oMathPara>
                  </a14:m>
                  <a:endParaRPr sz="2600"/>
                </a:p>
              </p:txBody>
            </p:sp>
          </mc:Choice>
          <mc:Fallback>
            <p:sp>
              <p:nvSpPr>
                <p:cNvPr id="23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8"/>
                  <a:stretch>
                    <a:fillRect/>
                  </a:stretch>
                </a:blipFill>
                <a:ln>
                  <a:noFill/>
                </a:ln>
              </p:spPr>
              <p:txBody>
                <a:bodyPr/>
                <a:lstStyle/>
                <a:p>
                  <a:r>
                    <a:rPr lang="en-NL">
                      <a:noFill/>
                    </a:rPr>
                    <a:t> </a:t>
                  </a:r>
                </a:p>
              </p:txBody>
            </p:sp>
          </mc:Fallback>
        </mc:AlternateContent>
      </p:grpSp>
      <p:grpSp>
        <p:nvGrpSpPr>
          <p:cNvPr id="2323" name="Readout 0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3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+19.31</m:t>
                        </m:r>
                      </m:oMath>
                    </m:oMathPara>
                  </a14:m>
                  <a:endParaRPr sz="2600"/>
                </a:p>
              </p:txBody>
            </p:sp>
          </mc:Choice>
          <mc:Fallback>
            <p:sp>
              <p:nvSpPr>
                <p:cNvPr id="23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+111.23</m:t>
                        </m:r>
                      </m:oMath>
                    </m:oMathPara>
                  </a14:m>
                  <a:endParaRPr sz="2600"/>
                </a:p>
              </p:txBody>
            </p:sp>
          </mc:Choice>
          <mc:Fallback>
            <p:sp>
              <p:nvSpPr>
                <p:cNvPr id="23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6"/>
                  <a:stretch>
                    <a:fillRect/>
                  </a:stretch>
                </a:blipFill>
                <a:ln>
                  <a:noFill/>
                </a:ln>
              </p:spPr>
              <p:txBody>
                <a:bodyPr/>
                <a:lstStyle/>
                <a:p>
                  <a:r>
                    <a:rPr lang="en-NL">
                      <a:noFill/>
                    </a:rPr>
                    <a:t> </a:t>
                  </a:r>
                </a:p>
              </p:txBody>
            </p:sp>
          </mc:Fallback>
        </mc:AlternateContent>
      </p:grpSp>
      <p:grpSp>
        <p:nvGrpSpPr>
          <p:cNvPr id="2329" name="Readout 0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3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+17.38</m:t>
                        </m:r>
                      </m:oMath>
                    </m:oMathPara>
                  </a14:m>
                  <a:endParaRPr sz="2600"/>
                </a:p>
              </p:txBody>
            </p:sp>
          </mc:Choice>
          <mc:Fallback>
            <p:sp>
              <p:nvSpPr>
                <p:cNvPr id="23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+118.70</m:t>
                        </m:r>
                      </m:oMath>
                    </m:oMathPara>
                  </a14:m>
                  <a:endParaRPr sz="2600"/>
                </a:p>
              </p:txBody>
            </p:sp>
          </mc:Choice>
          <mc:Fallback>
            <p:sp>
              <p:nvSpPr>
                <p:cNvPr id="23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8"/>
                  <a:stretch>
                    <a:fillRect/>
                  </a:stretch>
                </a:blipFill>
                <a:ln>
                  <a:noFill/>
                </a:ln>
              </p:spPr>
              <p:txBody>
                <a:bodyPr/>
                <a:lstStyle/>
                <a:p>
                  <a:r>
                    <a:rPr lang="en-NL">
                      <a:noFill/>
                    </a:rPr>
                    <a:t> </a:t>
                  </a:r>
                </a:p>
              </p:txBody>
            </p:sp>
          </mc:Fallback>
        </mc:AlternateContent>
      </p:grpSp>
      <p:grpSp>
        <p:nvGrpSpPr>
          <p:cNvPr id="2335" name="Readout 0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3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+15.49</m:t>
                        </m:r>
                      </m:oMath>
                    </m:oMathPara>
                  </a14:m>
                  <a:endParaRPr sz="2600"/>
                </a:p>
              </p:txBody>
            </p:sp>
          </mc:Choice>
          <mc:Fallback>
            <p:sp>
              <p:nvSpPr>
                <p:cNvPr id="23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+125.88</m:t>
                        </m:r>
                      </m:oMath>
                    </m:oMathPara>
                  </a14:m>
                  <a:endParaRPr sz="2600"/>
                </a:p>
              </p:txBody>
            </p:sp>
          </mc:Choice>
          <mc:Fallback>
            <p:sp>
              <p:nvSpPr>
                <p:cNvPr id="23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
                  <a:stretch>
                    <a:fillRect/>
                  </a:stretch>
                </a:blipFill>
                <a:ln>
                  <a:noFill/>
                </a:ln>
              </p:spPr>
              <p:txBody>
                <a:bodyPr/>
                <a:lstStyle/>
                <a:p>
                  <a:r>
                    <a:rPr lang="en-NL">
                      <a:noFill/>
                    </a:rPr>
                    <a:t> </a:t>
                  </a:r>
                </a:p>
              </p:txBody>
            </p:sp>
          </mc:Fallback>
        </mc:AlternateContent>
      </p:grpSp>
      <p:grpSp>
        <p:nvGrpSpPr>
          <p:cNvPr id="2341" name="Readout 0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3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+13.68</m:t>
                        </m:r>
                      </m:oMath>
                    </m:oMathPara>
                  </a14:m>
                  <a:endParaRPr sz="2600"/>
                </a:p>
              </p:txBody>
            </p:sp>
          </mc:Choice>
          <mc:Fallback>
            <p:sp>
              <p:nvSpPr>
                <p:cNvPr id="23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+132.70</m:t>
                        </m:r>
                      </m:oMath>
                    </m:oMathPara>
                  </a14:m>
                  <a:endParaRPr sz="2600"/>
                </a:p>
              </p:txBody>
            </p:sp>
          </mc:Choice>
          <mc:Fallback>
            <p:sp>
              <p:nvSpPr>
                <p:cNvPr id="23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1"/>
                  <a:stretch>
                    <a:fillRect/>
                  </a:stretch>
                </a:blipFill>
                <a:ln>
                  <a:noFill/>
                </a:ln>
              </p:spPr>
              <p:txBody>
                <a:bodyPr/>
                <a:lstStyle/>
                <a:p>
                  <a:r>
                    <a:rPr lang="en-NL">
                      <a:noFill/>
                    </a:rPr>
                    <a:t> </a:t>
                  </a:r>
                </a:p>
              </p:txBody>
            </p:sp>
          </mc:Fallback>
        </mc:AlternateContent>
      </p:grpSp>
      <p:grpSp>
        <p:nvGrpSpPr>
          <p:cNvPr id="2347" name="Readout 0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3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+11.98</m:t>
                        </m:r>
                      </m:oMath>
                    </m:oMathPara>
                  </a14:m>
                  <a:endParaRPr sz="2600"/>
                </a:p>
              </p:txBody>
            </p:sp>
          </mc:Choice>
          <mc:Fallback>
            <p:sp>
              <p:nvSpPr>
                <p:cNvPr id="23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+139.12</m:t>
                        </m:r>
                      </m:oMath>
                    </m:oMathPara>
                  </a14:m>
                  <a:endParaRPr sz="2600"/>
                </a:p>
              </p:txBody>
            </p:sp>
          </mc:Choice>
          <mc:Fallback>
            <p:sp>
              <p:nvSpPr>
                <p:cNvPr id="23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3"/>
                  <a:stretch>
                    <a:fillRect/>
                  </a:stretch>
                </a:blipFill>
                <a:ln>
                  <a:noFill/>
                </a:ln>
              </p:spPr>
              <p:txBody>
                <a:bodyPr/>
                <a:lstStyle/>
                <a:p>
                  <a:r>
                    <a:rPr lang="en-NL">
                      <a:noFill/>
                    </a:rPr>
                    <a:t> </a:t>
                  </a:r>
                </a:p>
              </p:txBody>
            </p:sp>
          </mc:Fallback>
        </mc:AlternateContent>
      </p:grpSp>
      <p:grpSp>
        <p:nvGrpSpPr>
          <p:cNvPr id="2353" name="Readout 0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3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+10.42</m:t>
                        </m:r>
                      </m:oMath>
                    </m:oMathPara>
                  </a14:m>
                  <a:endParaRPr sz="2600"/>
                </a:p>
              </p:txBody>
            </p:sp>
          </mc:Choice>
          <mc:Fallback>
            <p:sp>
              <p:nvSpPr>
                <p:cNvPr id="23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+145.12</m:t>
                        </m:r>
                      </m:oMath>
                    </m:oMathPara>
                  </a14:m>
                  <a:endParaRPr sz="2600"/>
                </a:p>
              </p:txBody>
            </p:sp>
          </mc:Choice>
          <mc:Fallback>
            <p:sp>
              <p:nvSpPr>
                <p:cNvPr id="23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0"/>
                  <a:stretch>
                    <a:fillRect/>
                  </a:stretch>
                </a:blipFill>
                <a:ln>
                  <a:noFill/>
                </a:ln>
              </p:spPr>
              <p:txBody>
                <a:bodyPr/>
                <a:lstStyle/>
                <a:p>
                  <a:r>
                    <a:rPr lang="en-NL">
                      <a:noFill/>
                    </a:rPr>
                    <a:t> </a:t>
                  </a:r>
                </a:p>
              </p:txBody>
            </p:sp>
          </mc:Fallback>
        </mc:AlternateContent>
      </p:grpSp>
      <p:grpSp>
        <p:nvGrpSpPr>
          <p:cNvPr id="2359" name="Readout 0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3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+9.01</m:t>
                        </m:r>
                      </m:oMath>
                    </m:oMathPara>
                  </a14:m>
                  <a:endParaRPr sz="2600"/>
                </a:p>
              </p:txBody>
            </p:sp>
          </mc:Choice>
          <mc:Fallback>
            <p:sp>
              <p:nvSpPr>
                <p:cNvPr id="23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+150.66</m:t>
                        </m:r>
                      </m:oMath>
                    </m:oMathPara>
                  </a14:m>
                  <a:endParaRPr sz="2600"/>
                </a:p>
              </p:txBody>
            </p:sp>
          </mc:Choice>
          <mc:Fallback>
            <p:sp>
              <p:nvSpPr>
                <p:cNvPr id="23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1"/>
                  <a:stretch>
                    <a:fillRect/>
                  </a:stretch>
                </a:blipFill>
                <a:ln>
                  <a:noFill/>
                </a:ln>
              </p:spPr>
              <p:txBody>
                <a:bodyPr/>
                <a:lstStyle/>
                <a:p>
                  <a:r>
                    <a:rPr lang="en-NL">
                      <a:noFill/>
                    </a:rPr>
                    <a:t> </a:t>
                  </a:r>
                </a:p>
              </p:txBody>
            </p:sp>
          </mc:Fallback>
        </mc:AlternateContent>
      </p:grpSp>
      <p:grpSp>
        <p:nvGrpSpPr>
          <p:cNvPr id="2365" name="Readout 0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3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+7.76</m:t>
                        </m:r>
                      </m:oMath>
                    </m:oMathPara>
                  </a14:m>
                  <a:endParaRPr sz="2600"/>
                </a:p>
              </p:txBody>
            </p:sp>
          </mc:Choice>
          <mc:Fallback>
            <p:sp>
              <p:nvSpPr>
                <p:cNvPr id="23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+155.74</m:t>
                        </m:r>
                      </m:oMath>
                    </m:oMathPara>
                  </a14:m>
                  <a:endParaRPr sz="2600"/>
                </a:p>
              </p:txBody>
            </p:sp>
          </mc:Choice>
          <mc:Fallback>
            <p:sp>
              <p:nvSpPr>
                <p:cNvPr id="23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2"/>
                  <a:stretch>
                    <a:fillRect/>
                  </a:stretch>
                </a:blipFill>
                <a:ln>
                  <a:noFill/>
                </a:ln>
              </p:spPr>
              <p:txBody>
                <a:bodyPr/>
                <a:lstStyle/>
                <a:p>
                  <a:r>
                    <a:rPr lang="en-NL">
                      <a:noFill/>
                    </a:rPr>
                    <a:t> </a:t>
                  </a:r>
                </a:p>
              </p:txBody>
            </p:sp>
          </mc:Fallback>
        </mc:AlternateContent>
      </p:grpSp>
      <p:grpSp>
        <p:nvGrpSpPr>
          <p:cNvPr id="2371" name="Readout 0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3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+6.66</m:t>
                        </m:r>
                      </m:oMath>
                    </m:oMathPara>
                  </a14:m>
                  <a:endParaRPr sz="2600"/>
                </a:p>
              </p:txBody>
            </p:sp>
          </mc:Choice>
          <mc:Fallback>
            <p:sp>
              <p:nvSpPr>
                <p:cNvPr id="23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+160.35</m:t>
                        </m:r>
                      </m:oMath>
                    </m:oMathPara>
                  </a14:m>
                  <a:endParaRPr sz="2600"/>
                </a:p>
              </p:txBody>
            </p:sp>
          </mc:Choice>
          <mc:Fallback>
            <p:sp>
              <p:nvSpPr>
                <p:cNvPr id="23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9"/>
                  <a:stretch>
                    <a:fillRect/>
                  </a:stretch>
                </a:blipFill>
                <a:ln>
                  <a:noFill/>
                </a:ln>
              </p:spPr>
              <p:txBody>
                <a:bodyPr/>
                <a:lstStyle/>
                <a:p>
                  <a:r>
                    <a:rPr lang="en-NL">
                      <a:noFill/>
                    </a:rPr>
                    <a:t> </a:t>
                  </a:r>
                </a:p>
              </p:txBody>
            </p:sp>
          </mc:Fallback>
        </mc:AlternateContent>
      </p:grpSp>
      <p:grpSp>
        <p:nvGrpSpPr>
          <p:cNvPr id="2377" name="Readout 0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3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+5.71</m:t>
                        </m:r>
                      </m:oMath>
                    </m:oMathPara>
                  </a14:m>
                  <a:endParaRPr sz="2600"/>
                </a:p>
              </p:txBody>
            </p:sp>
          </mc:Choice>
          <mc:Fallback>
            <p:sp>
              <p:nvSpPr>
                <p:cNvPr id="23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+164.49</m:t>
                        </m:r>
                      </m:oMath>
                    </m:oMathPara>
                  </a14:m>
                  <a:endParaRPr sz="2600"/>
                </a:p>
              </p:txBody>
            </p:sp>
          </mc:Choice>
          <mc:Fallback>
            <p:sp>
              <p:nvSpPr>
                <p:cNvPr id="23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2"/>
                  <a:stretch>
                    <a:fillRect/>
                  </a:stretch>
                </a:blipFill>
                <a:ln>
                  <a:noFill/>
                </a:ln>
              </p:spPr>
              <p:txBody>
                <a:bodyPr/>
                <a:lstStyle/>
                <a:p>
                  <a:r>
                    <a:rPr lang="en-NL">
                      <a:noFill/>
                    </a:rPr>
                    <a:t> </a:t>
                  </a:r>
                </a:p>
              </p:txBody>
            </p:sp>
          </mc:Fallback>
        </mc:AlternateContent>
      </p:grpSp>
      <p:grpSp>
        <p:nvGrpSpPr>
          <p:cNvPr id="2383" name="Readout 0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3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+4.91</m:t>
                        </m:r>
                      </m:oMath>
                    </m:oMathPara>
                  </a14:m>
                  <a:endParaRPr sz="2600"/>
                </a:p>
              </p:txBody>
            </p:sp>
          </mc:Choice>
          <mc:Fallback>
            <p:sp>
              <p:nvSpPr>
                <p:cNvPr id="23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+168.15</m:t>
                        </m:r>
                      </m:oMath>
                    </m:oMathPara>
                  </a14:m>
                  <a:endParaRPr sz="2600"/>
                </a:p>
              </p:txBody>
            </p:sp>
          </mc:Choice>
          <mc:Fallback>
            <p:sp>
              <p:nvSpPr>
                <p:cNvPr id="23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1"/>
                  <a:stretch>
                    <a:fillRect/>
                  </a:stretch>
                </a:blipFill>
                <a:ln>
                  <a:noFill/>
                </a:ln>
              </p:spPr>
              <p:txBody>
                <a:bodyPr/>
                <a:lstStyle/>
                <a:p>
                  <a:r>
                    <a:rPr lang="en-NL">
                      <a:noFill/>
                    </a:rPr>
                    <a:t> </a:t>
                  </a:r>
                </a:p>
              </p:txBody>
            </p:sp>
          </mc:Fallback>
        </mc:AlternateContent>
      </p:grpSp>
      <p:grpSp>
        <p:nvGrpSpPr>
          <p:cNvPr id="2389" name="Readout 0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3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+4.25</m:t>
                        </m:r>
                      </m:oMath>
                    </m:oMathPara>
                  </a14:m>
                  <a:endParaRPr sz="2600"/>
                </a:p>
              </p:txBody>
            </p:sp>
          </mc:Choice>
          <mc:Fallback>
            <p:sp>
              <p:nvSpPr>
                <p:cNvPr id="23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+171.34</m:t>
                        </m:r>
                      </m:oMath>
                    </m:oMathPara>
                  </a14:m>
                  <a:endParaRPr sz="2600"/>
                </a:p>
              </p:txBody>
            </p:sp>
          </mc:Choice>
          <mc:Fallback>
            <p:sp>
              <p:nvSpPr>
                <p:cNvPr id="23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0"/>
                  <a:stretch>
                    <a:fillRect/>
                  </a:stretch>
                </a:blipFill>
                <a:ln>
                  <a:noFill/>
                </a:ln>
              </p:spPr>
              <p:txBody>
                <a:bodyPr/>
                <a:lstStyle/>
                <a:p>
                  <a:r>
                    <a:rPr lang="en-NL">
                      <a:noFill/>
                    </a:rPr>
                    <a:t> </a:t>
                  </a:r>
                </a:p>
              </p:txBody>
            </p:sp>
          </mc:Fallback>
        </mc:AlternateContent>
      </p:grpSp>
      <p:grpSp>
        <p:nvGrpSpPr>
          <p:cNvPr id="2395" name="Readout 0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3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+3.70</m:t>
                        </m:r>
                      </m:oMath>
                    </m:oMathPara>
                  </a14:m>
                  <a:endParaRPr sz="2600"/>
                </a:p>
              </p:txBody>
            </p:sp>
          </mc:Choice>
          <mc:Fallback>
            <p:sp>
              <p:nvSpPr>
                <p:cNvPr id="23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+174.07</m:t>
                        </m:r>
                      </m:oMath>
                    </m:oMathPara>
                  </a14:m>
                  <a:endParaRPr sz="2600"/>
                </a:p>
              </p:txBody>
            </p:sp>
          </mc:Choice>
          <mc:Fallback>
            <p:sp>
              <p:nvSpPr>
                <p:cNvPr id="23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7"/>
                  <a:stretch>
                    <a:fillRect/>
                  </a:stretch>
                </a:blipFill>
                <a:ln>
                  <a:noFill/>
                </a:ln>
              </p:spPr>
              <p:txBody>
                <a:bodyPr/>
                <a:lstStyle/>
                <a:p>
                  <a:r>
                    <a:rPr lang="en-NL">
                      <a:noFill/>
                    </a:rPr>
                    <a:t> </a:t>
                  </a:r>
                </a:p>
              </p:txBody>
            </p:sp>
          </mc:Fallback>
        </mc:AlternateContent>
      </p:grpSp>
      <p:grpSp>
        <p:nvGrpSpPr>
          <p:cNvPr id="2401" name="Readout 0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3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+3.27</m:t>
                        </m:r>
                      </m:oMath>
                    </m:oMathPara>
                  </a14:m>
                  <a:endParaRPr sz="2600"/>
                </a:p>
              </p:txBody>
            </p:sp>
          </mc:Choice>
          <mc:Fallback>
            <p:sp>
              <p:nvSpPr>
                <p:cNvPr id="23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+176.35</m:t>
                        </m:r>
                      </m:oMath>
                    </m:oMathPara>
                  </a14:m>
                  <a:endParaRPr sz="2600"/>
                </a:p>
              </p:txBody>
            </p:sp>
          </mc:Choice>
          <mc:Fallback>
            <p:sp>
              <p:nvSpPr>
                <p:cNvPr id="23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4"/>
                  <a:stretch>
                    <a:fillRect/>
                  </a:stretch>
                </a:blipFill>
                <a:ln>
                  <a:noFill/>
                </a:ln>
              </p:spPr>
              <p:txBody>
                <a:bodyPr/>
                <a:lstStyle/>
                <a:p>
                  <a:r>
                    <a:rPr lang="en-NL">
                      <a:noFill/>
                    </a:rPr>
                    <a:t> </a:t>
                  </a:r>
                </a:p>
              </p:txBody>
            </p:sp>
          </mc:Fallback>
        </mc:AlternateContent>
      </p:grpSp>
      <p:grpSp>
        <p:nvGrpSpPr>
          <p:cNvPr id="2407" name="Readout 0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4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+2.93</m:t>
                        </m:r>
                      </m:oMath>
                    </m:oMathPara>
                  </a14:m>
                  <a:endParaRPr sz="2600"/>
                </a:p>
              </p:txBody>
            </p:sp>
          </mc:Choice>
          <mc:Fallback>
            <p:sp>
              <p:nvSpPr>
                <p:cNvPr id="24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+178.18</m:t>
                        </m:r>
                      </m:oMath>
                    </m:oMathPara>
                  </a14:m>
                  <a:endParaRPr sz="2600"/>
                </a:p>
              </p:txBody>
            </p:sp>
          </mc:Choice>
          <mc:Fallback>
            <p:sp>
              <p:nvSpPr>
                <p:cNvPr id="24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0"/>
                  <a:stretch>
                    <a:fillRect/>
                  </a:stretch>
                </a:blipFill>
                <a:ln>
                  <a:noFill/>
                </a:ln>
              </p:spPr>
              <p:txBody>
                <a:bodyPr/>
                <a:lstStyle/>
                <a:p>
                  <a:r>
                    <a:rPr lang="en-NL">
                      <a:noFill/>
                    </a:rPr>
                    <a:t> </a:t>
                  </a:r>
                </a:p>
              </p:txBody>
            </p:sp>
          </mc:Fallback>
        </mc:AlternateContent>
      </p:grpSp>
      <p:grpSp>
        <p:nvGrpSpPr>
          <p:cNvPr id="2413" name="Readout 0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4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m:t>
                        </m:r>
                      </m:oMath>
                    </m:oMathPara>
                  </a14:m>
                  <a:endParaRPr sz="2600"/>
                </a:p>
              </p:txBody>
            </p:sp>
          </mc:Choice>
          <mc:Fallback>
            <p:sp>
              <p:nvSpPr>
                <p:cNvPr id="24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+179.58</m:t>
                        </m:r>
                      </m:oMath>
                    </m:oMathPara>
                  </a14:m>
                  <a:endParaRPr sz="2600"/>
                </a:p>
              </p:txBody>
            </p:sp>
          </mc:Choice>
          <mc:Fallback>
            <p:sp>
              <p:nvSpPr>
                <p:cNvPr id="24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8"/>
                  <a:stretch>
                    <a:fillRect/>
                  </a:stretch>
                </a:blipFill>
                <a:ln>
                  <a:noFill/>
                </a:ln>
              </p:spPr>
              <p:txBody>
                <a:bodyPr/>
                <a:lstStyle/>
                <a:p>
                  <a:r>
                    <a:rPr lang="en-NL">
                      <a:noFill/>
                    </a:rPr>
                    <a:t> </a:t>
                  </a:r>
                </a:p>
              </p:txBody>
            </p:sp>
          </mc:Fallback>
        </mc:AlternateContent>
      </p:grpSp>
      <p:grpSp>
        <p:nvGrpSpPr>
          <p:cNvPr id="2419" name="Readout 0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4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+2.52</m:t>
                        </m:r>
                      </m:oMath>
                    </m:oMathPara>
                  </a14:m>
                  <a:endParaRPr sz="2600"/>
                </a:p>
              </p:txBody>
            </p:sp>
          </mc:Choice>
          <mc:Fallback>
            <p:sp>
              <p:nvSpPr>
                <p:cNvPr id="24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+180.54</m:t>
                        </m:r>
                      </m:oMath>
                    </m:oMathPara>
                  </a14:m>
                  <a:endParaRPr sz="2600"/>
                </a:p>
              </p:txBody>
            </p:sp>
          </mc:Choice>
          <mc:Fallback>
            <p:sp>
              <p:nvSpPr>
                <p:cNvPr id="24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1"/>
                  <a:stretch>
                    <a:fillRect/>
                  </a:stretch>
                </a:blipFill>
                <a:ln>
                  <a:noFill/>
                </a:ln>
              </p:spPr>
              <p:txBody>
                <a:bodyPr/>
                <a:lstStyle/>
                <a:p>
                  <a:r>
                    <a:rPr lang="en-NL">
                      <a:noFill/>
                    </a:rPr>
                    <a:t> </a:t>
                  </a:r>
                </a:p>
              </p:txBody>
            </p:sp>
          </mc:Fallback>
        </mc:AlternateContent>
      </p:grpSp>
      <p:grpSp>
        <p:nvGrpSpPr>
          <p:cNvPr id="2425" name="Readout 0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4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+2.43</m:t>
                        </m:r>
                      </m:oMath>
                    </m:oMathPara>
                  </a14:m>
                  <a:endParaRPr sz="2600"/>
                </a:p>
              </p:txBody>
            </p:sp>
          </mc:Choice>
          <mc:Fallback>
            <p:sp>
              <p:nvSpPr>
                <p:cNvPr id="24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+181.07</m:t>
                        </m:r>
                      </m:oMath>
                    </m:oMathPara>
                  </a14:m>
                  <a:endParaRPr sz="2600"/>
                </a:p>
              </p:txBody>
            </p:sp>
          </mc:Choice>
          <mc:Fallback>
            <p:sp>
              <p:nvSpPr>
                <p:cNvPr id="24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5"/>
                  <a:stretch>
                    <a:fillRect/>
                  </a:stretch>
                </a:blipFill>
                <a:ln>
                  <a:noFill/>
                </a:ln>
              </p:spPr>
              <p:txBody>
                <a:bodyPr/>
                <a:lstStyle/>
                <a:p>
                  <a:r>
                    <a:rPr lang="en-NL">
                      <a:noFill/>
                    </a:rPr>
                    <a:t> </a:t>
                  </a:r>
                </a:p>
              </p:txBody>
            </p:sp>
          </mc:Fallback>
        </mc:AlternateContent>
      </p:grpSp>
      <p:grpSp>
        <p:nvGrpSpPr>
          <p:cNvPr id="2431" name="Readout 0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4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+2.41</m:t>
                        </m:r>
                      </m:oMath>
                    </m:oMathPara>
                  </a14:m>
                  <a:endParaRPr sz="2600"/>
                </a:p>
              </p:txBody>
            </p:sp>
          </mc:Choice>
          <mc:Fallback>
            <p:sp>
              <p:nvSpPr>
                <p:cNvPr id="24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+181.18</m:t>
                        </m:r>
                      </m:oMath>
                    </m:oMathPara>
                  </a14:m>
                  <a:endParaRPr sz="2600"/>
                </a:p>
              </p:txBody>
            </p:sp>
          </mc:Choice>
          <mc:Fallback>
            <p:sp>
              <p:nvSpPr>
                <p:cNvPr id="24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8"/>
                  <a:stretch>
                    <a:fillRect/>
                  </a:stretch>
                </a:blipFill>
                <a:ln>
                  <a:noFill/>
                </a:ln>
              </p:spPr>
              <p:txBody>
                <a:bodyPr/>
                <a:lstStyle/>
                <a:p>
                  <a:r>
                    <a:rPr lang="en-NL">
                      <a:noFill/>
                    </a:rPr>
                    <a:t> </a:t>
                  </a:r>
                </a:p>
              </p:txBody>
            </p:sp>
          </mc:Fallback>
        </mc:AlternateContent>
      </p:grpSp>
      <p:grpSp>
        <p:nvGrpSpPr>
          <p:cNvPr id="2437" name="Readout 0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4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+2.47</m:t>
                        </m:r>
                      </m:oMath>
                    </m:oMathPara>
                  </a14:m>
                  <a:endParaRPr sz="2600"/>
                </a:p>
              </p:txBody>
            </p:sp>
          </mc:Choice>
          <mc:Fallback>
            <p:sp>
              <p:nvSpPr>
                <p:cNvPr id="24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+180.86</m:t>
                        </m:r>
                      </m:oMath>
                    </m:oMathPara>
                  </a14:m>
                  <a:endParaRPr sz="2600"/>
                </a:p>
              </p:txBody>
            </p:sp>
          </mc:Choice>
          <mc:Fallback>
            <p:sp>
              <p:nvSpPr>
                <p:cNvPr id="24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8"/>
                  <a:stretch>
                    <a:fillRect/>
                  </a:stretch>
                </a:blipFill>
                <a:ln>
                  <a:noFill/>
                </a:ln>
              </p:spPr>
              <p:txBody>
                <a:bodyPr/>
                <a:lstStyle/>
                <a:p>
                  <a:r>
                    <a:rPr lang="en-NL">
                      <a:noFill/>
                    </a:rPr>
                    <a:t> </a:t>
                  </a:r>
                </a:p>
              </p:txBody>
            </p:sp>
          </mc:Fallback>
        </mc:AlternateContent>
      </p:grpSp>
      <p:grpSp>
        <p:nvGrpSpPr>
          <p:cNvPr id="2443" name="Readout 0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4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+2.60</m:t>
                        </m:r>
                      </m:oMath>
                    </m:oMathPara>
                  </a14:m>
                  <a:endParaRPr sz="2600"/>
                </a:p>
              </p:txBody>
            </p:sp>
          </mc:Choice>
          <mc:Fallback>
            <p:sp>
              <p:nvSpPr>
                <p:cNvPr id="24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+180.11</m:t>
                        </m:r>
                      </m:oMath>
                    </m:oMathPara>
                  </a14:m>
                  <a:endParaRPr sz="2600"/>
                </a:p>
              </p:txBody>
            </p:sp>
          </mc:Choice>
          <mc:Fallback>
            <p:sp>
              <p:nvSpPr>
                <p:cNvPr id="24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
                  <a:stretch>
                    <a:fillRect/>
                  </a:stretch>
                </a:blipFill>
                <a:ln>
                  <a:noFill/>
                </a:ln>
              </p:spPr>
              <p:txBody>
                <a:bodyPr/>
                <a:lstStyle/>
                <a:p>
                  <a:r>
                    <a:rPr lang="en-NL">
                      <a:noFill/>
                    </a:rPr>
                    <a:t> </a:t>
                  </a:r>
                </a:p>
              </p:txBody>
            </p:sp>
          </mc:Fallback>
        </mc:AlternateContent>
      </p:grpSp>
      <p:grpSp>
        <p:nvGrpSpPr>
          <p:cNvPr id="2449" name="Readout 0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4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m:t>
                        </m:r>
                      </m:oMath>
                    </m:oMathPara>
                  </a14:m>
                  <a:endParaRPr sz="2600"/>
                </a:p>
              </p:txBody>
            </p:sp>
          </mc:Choice>
          <mc:Fallback>
            <p:sp>
              <p:nvSpPr>
                <p:cNvPr id="24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+178.93</m:t>
                        </m:r>
                      </m:oMath>
                    </m:oMathPara>
                  </a14:m>
                  <a:endParaRPr sz="2600"/>
                </a:p>
              </p:txBody>
            </p:sp>
          </mc:Choice>
          <mc:Fallback>
            <p:sp>
              <p:nvSpPr>
                <p:cNvPr id="24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2"/>
                  <a:stretch>
                    <a:fillRect/>
                  </a:stretch>
                </a:blipFill>
                <a:ln>
                  <a:noFill/>
                </a:ln>
              </p:spPr>
              <p:txBody>
                <a:bodyPr/>
                <a:lstStyle/>
                <a:p>
                  <a:r>
                    <a:rPr lang="en-NL">
                      <a:noFill/>
                    </a:rPr>
                    <a:t> </a:t>
                  </a:r>
                </a:p>
              </p:txBody>
            </p:sp>
          </mc:Fallback>
        </mc:AlternateContent>
      </p:grpSp>
      <p:grpSp>
        <p:nvGrpSpPr>
          <p:cNvPr id="2455" name="Readout 0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4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+3.09</m:t>
                        </m:r>
                      </m:oMath>
                    </m:oMathPara>
                  </a14:m>
                  <a:endParaRPr sz="2600"/>
                </a:p>
              </p:txBody>
            </p:sp>
          </mc:Choice>
          <mc:Fallback>
            <p:sp>
              <p:nvSpPr>
                <p:cNvPr id="24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+177.32</m:t>
                        </m:r>
                      </m:oMath>
                    </m:oMathPara>
                  </a14:m>
                  <a:endParaRPr sz="2600"/>
                </a:p>
              </p:txBody>
            </p:sp>
          </mc:Choice>
          <mc:Fallback>
            <p:sp>
              <p:nvSpPr>
                <p:cNvPr id="24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2"/>
                  <a:stretch>
                    <a:fillRect/>
                  </a:stretch>
                </a:blipFill>
                <a:ln>
                  <a:noFill/>
                </a:ln>
              </p:spPr>
              <p:txBody>
                <a:bodyPr/>
                <a:lstStyle/>
                <a:p>
                  <a:r>
                    <a:rPr lang="en-NL">
                      <a:noFill/>
                    </a:rPr>
                    <a:t> </a:t>
                  </a:r>
                </a:p>
              </p:txBody>
            </p:sp>
          </mc:Fallback>
        </mc:AlternateContent>
      </p:grpSp>
      <p:grpSp>
        <p:nvGrpSpPr>
          <p:cNvPr id="2461" name="Readout 0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4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+3.47</m:t>
                        </m:r>
                      </m:oMath>
                    </m:oMathPara>
                  </a14:m>
                  <a:endParaRPr sz="2600"/>
                </a:p>
              </p:txBody>
            </p:sp>
          </mc:Choice>
          <mc:Fallback>
            <p:sp>
              <p:nvSpPr>
                <p:cNvPr id="24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+175.27</m:t>
                        </m:r>
                      </m:oMath>
                    </m:oMathPara>
                  </a14:m>
                  <a:endParaRPr sz="2600"/>
                </a:p>
              </p:txBody>
            </p:sp>
          </mc:Choice>
          <mc:Fallback>
            <p:sp>
              <p:nvSpPr>
                <p:cNvPr id="24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2"/>
                  <a:stretch>
                    <a:fillRect/>
                  </a:stretch>
                </a:blipFill>
                <a:ln>
                  <a:noFill/>
                </a:ln>
              </p:spPr>
              <p:txBody>
                <a:bodyPr/>
                <a:lstStyle/>
                <a:p>
                  <a:r>
                    <a:rPr lang="en-NL">
                      <a:noFill/>
                    </a:rPr>
                    <a:t> </a:t>
                  </a:r>
                </a:p>
              </p:txBody>
            </p:sp>
          </mc:Fallback>
        </mc:AlternateContent>
      </p:grpSp>
      <p:grpSp>
        <p:nvGrpSpPr>
          <p:cNvPr id="2467" name="Readout 0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4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m:t>
                        </m:r>
                      </m:oMath>
                    </m:oMathPara>
                  </a14:m>
                  <a:endParaRPr sz="2600"/>
                </a:p>
              </p:txBody>
            </p:sp>
          </mc:Choice>
          <mc:Fallback>
            <p:sp>
              <p:nvSpPr>
                <p:cNvPr id="24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+172.76</m:t>
                        </m:r>
                      </m:oMath>
                    </m:oMathPara>
                  </a14:m>
                  <a:endParaRPr sz="2600"/>
                </a:p>
              </p:txBody>
            </p:sp>
          </mc:Choice>
          <mc:Fallback>
            <p:sp>
              <p:nvSpPr>
                <p:cNvPr id="24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1"/>
                  <a:stretch>
                    <a:fillRect/>
                  </a:stretch>
                </a:blipFill>
                <a:ln>
                  <a:noFill/>
                </a:ln>
              </p:spPr>
              <p:txBody>
                <a:bodyPr/>
                <a:lstStyle/>
                <a:p>
                  <a:r>
                    <a:rPr lang="en-NL">
                      <a:noFill/>
                    </a:rPr>
                    <a:t> </a:t>
                  </a:r>
                </a:p>
              </p:txBody>
            </p:sp>
          </mc:Fallback>
        </mc:AlternateContent>
      </p:grpSp>
      <p:grpSp>
        <p:nvGrpSpPr>
          <p:cNvPr id="2473" name="Readout 0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4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+4.56</m:t>
                        </m:r>
                      </m:oMath>
                    </m:oMathPara>
                  </a14:m>
                  <a:endParaRPr sz="2600"/>
                </a:p>
              </p:txBody>
            </p:sp>
          </mc:Choice>
          <mc:Fallback>
            <p:sp>
              <p:nvSpPr>
                <p:cNvPr id="24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+169.80</m:t>
                        </m:r>
                      </m:oMath>
                    </m:oMathPara>
                  </a14:m>
                  <a:endParaRPr sz="2600"/>
                </a:p>
              </p:txBody>
            </p:sp>
          </mc:Choice>
          <mc:Fallback>
            <p:sp>
              <p:nvSpPr>
                <p:cNvPr id="24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1"/>
                  <a:stretch>
                    <a:fillRect/>
                  </a:stretch>
                </a:blipFill>
                <a:ln>
                  <a:noFill/>
                </a:ln>
              </p:spPr>
              <p:txBody>
                <a:bodyPr/>
                <a:lstStyle/>
                <a:p>
                  <a:r>
                    <a:rPr lang="en-NL">
                      <a:noFill/>
                    </a:rPr>
                    <a:t> </a:t>
                  </a:r>
                </a:p>
              </p:txBody>
            </p:sp>
          </mc:Fallback>
        </mc:AlternateContent>
      </p:grpSp>
      <p:grpSp>
        <p:nvGrpSpPr>
          <p:cNvPr id="2479" name="Readout 04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4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+5.30</m:t>
                        </m:r>
                      </m:oMath>
                    </m:oMathPara>
                  </a14:m>
                  <a:endParaRPr sz="2600"/>
                </a:p>
              </p:txBody>
            </p:sp>
          </mc:Choice>
          <mc:Fallback>
            <p:sp>
              <p:nvSpPr>
                <p:cNvPr id="24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+166.37</m:t>
                        </m:r>
                      </m:oMath>
                    </m:oMathPara>
                  </a14:m>
                  <a:endParaRPr sz="2600"/>
                </a:p>
              </p:txBody>
            </p:sp>
          </mc:Choice>
          <mc:Fallback>
            <p:sp>
              <p:nvSpPr>
                <p:cNvPr id="24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9"/>
                  <a:stretch>
                    <a:fillRect/>
                  </a:stretch>
                </a:blipFill>
                <a:ln>
                  <a:noFill/>
                </a:ln>
              </p:spPr>
              <p:txBody>
                <a:bodyPr/>
                <a:lstStyle/>
                <a:p>
                  <a:r>
                    <a:rPr lang="en-NL">
                      <a:noFill/>
                    </a:rPr>
                    <a:t> </a:t>
                  </a:r>
                </a:p>
              </p:txBody>
            </p:sp>
          </mc:Fallback>
        </mc:AlternateContent>
      </p:grpSp>
      <p:grpSp>
        <p:nvGrpSpPr>
          <p:cNvPr id="2485" name="Readout 04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4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+6.17</m:t>
                        </m:r>
                      </m:oMath>
                    </m:oMathPara>
                  </a14:m>
                  <a:endParaRPr sz="2600"/>
                </a:p>
              </p:txBody>
            </p:sp>
          </mc:Choice>
          <mc:Fallback>
            <p:sp>
              <p:nvSpPr>
                <p:cNvPr id="24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+162.48</m:t>
                        </m:r>
                      </m:oMath>
                    </m:oMathPara>
                  </a14:m>
                  <a:endParaRPr sz="2600"/>
                </a:p>
              </p:txBody>
            </p:sp>
          </mc:Choice>
          <mc:Fallback>
            <p:sp>
              <p:nvSpPr>
                <p:cNvPr id="24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8"/>
                  <a:stretch>
                    <a:fillRect/>
                  </a:stretch>
                </a:blipFill>
                <a:ln>
                  <a:noFill/>
                </a:ln>
              </p:spPr>
              <p:txBody>
                <a:bodyPr/>
                <a:lstStyle/>
                <a:p>
                  <a:r>
                    <a:rPr lang="en-NL">
                      <a:noFill/>
                    </a:rPr>
                    <a:t> </a:t>
                  </a:r>
                </a:p>
              </p:txBody>
            </p:sp>
          </mc:Fallback>
        </mc:AlternateContent>
      </p:grpSp>
      <p:grpSp>
        <p:nvGrpSpPr>
          <p:cNvPr id="2491" name="Readout 04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4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+7.19</m:t>
                        </m:r>
                      </m:oMath>
                    </m:oMathPara>
                  </a14:m>
                  <a:endParaRPr sz="2600"/>
                </a:p>
              </p:txBody>
            </p:sp>
          </mc:Choice>
          <mc:Fallback>
            <p:sp>
              <p:nvSpPr>
                <p:cNvPr id="24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+158.11</m:t>
                        </m:r>
                      </m:oMath>
                    </m:oMathPara>
                  </a14:m>
                  <a:endParaRPr sz="2600"/>
                </a:p>
              </p:txBody>
            </p:sp>
          </mc:Choice>
          <mc:Fallback>
            <p:sp>
              <p:nvSpPr>
                <p:cNvPr id="24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2"/>
                  <a:stretch>
                    <a:fillRect/>
                  </a:stretch>
                </a:blipFill>
                <a:ln>
                  <a:noFill/>
                </a:ln>
              </p:spPr>
              <p:txBody>
                <a:bodyPr/>
                <a:lstStyle/>
                <a:p>
                  <a:r>
                    <a:rPr lang="en-NL">
                      <a:noFill/>
                    </a:rPr>
                    <a:t> </a:t>
                  </a:r>
                </a:p>
              </p:txBody>
            </p:sp>
          </mc:Fallback>
        </mc:AlternateContent>
      </p:grpSp>
      <p:grpSp>
        <p:nvGrpSpPr>
          <p:cNvPr id="2497" name="Readout 04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4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+8.36</m:t>
                        </m:r>
                      </m:oMath>
                    </m:oMathPara>
                  </a14:m>
                  <a:endParaRPr sz="2600"/>
                </a:p>
              </p:txBody>
            </p:sp>
          </mc:Choice>
          <mc:Fallback>
            <p:sp>
              <p:nvSpPr>
                <p:cNvPr id="24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+153.26</m:t>
                        </m:r>
                      </m:oMath>
                    </m:oMathPara>
                  </a14:m>
                  <a:endParaRPr sz="2600"/>
                </a:p>
              </p:txBody>
            </p:sp>
          </mc:Choice>
          <mc:Fallback>
            <p:sp>
              <p:nvSpPr>
                <p:cNvPr id="24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0"/>
                  <a:stretch>
                    <a:fillRect/>
                  </a:stretch>
                </a:blipFill>
                <a:ln>
                  <a:noFill/>
                </a:ln>
              </p:spPr>
              <p:txBody>
                <a:bodyPr/>
                <a:lstStyle/>
                <a:p>
                  <a:r>
                    <a:rPr lang="en-NL">
                      <a:noFill/>
                    </a:rPr>
                    <a:t> </a:t>
                  </a:r>
                </a:p>
              </p:txBody>
            </p:sp>
          </mc:Fallback>
        </mc:AlternateContent>
      </p:grpSp>
      <p:grpSp>
        <p:nvGrpSpPr>
          <p:cNvPr id="2503" name="Readout 04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4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+9.70</m:t>
                        </m:r>
                      </m:oMath>
                    </m:oMathPara>
                  </a14:m>
                  <a:endParaRPr sz="2600"/>
                </a:p>
              </p:txBody>
            </p:sp>
          </mc:Choice>
          <mc:Fallback>
            <p:sp>
              <p:nvSpPr>
                <p:cNvPr id="25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+147.95</m:t>
                        </m:r>
                      </m:oMath>
                    </m:oMathPara>
                  </a14:m>
                  <a:endParaRPr sz="2600"/>
                </a:p>
              </p:txBody>
            </p:sp>
          </mc:Choice>
          <mc:Fallback>
            <p:sp>
              <p:nvSpPr>
                <p:cNvPr id="25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3"/>
                  <a:stretch>
                    <a:fillRect/>
                  </a:stretch>
                </a:blipFill>
                <a:ln>
                  <a:noFill/>
                </a:ln>
              </p:spPr>
              <p:txBody>
                <a:bodyPr/>
                <a:lstStyle/>
                <a:p>
                  <a:r>
                    <a:rPr lang="en-NL">
                      <a:noFill/>
                    </a:rPr>
                    <a:t> </a:t>
                  </a:r>
                </a:p>
              </p:txBody>
            </p:sp>
          </mc:Fallback>
        </mc:AlternateContent>
      </p:grpSp>
      <p:grpSp>
        <p:nvGrpSpPr>
          <p:cNvPr id="2509" name="Readout 04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5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+11.18</m:t>
                        </m:r>
                      </m:oMath>
                    </m:oMathPara>
                  </a14:m>
                  <a:endParaRPr sz="2600"/>
                </a:p>
              </p:txBody>
            </p:sp>
          </mc:Choice>
          <mc:Fallback>
            <p:sp>
              <p:nvSpPr>
                <p:cNvPr id="25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+142.17</m:t>
                        </m:r>
                      </m:oMath>
                    </m:oMathPara>
                  </a14:m>
                  <a:endParaRPr sz="2600"/>
                </a:p>
              </p:txBody>
            </p:sp>
          </mc:Choice>
          <mc:Fallback>
            <p:sp>
              <p:nvSpPr>
                <p:cNvPr id="25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
                  <a:stretch>
                    <a:fillRect/>
                  </a:stretch>
                </a:blipFill>
                <a:ln>
                  <a:noFill/>
                </a:ln>
              </p:spPr>
              <p:txBody>
                <a:bodyPr/>
                <a:lstStyle/>
                <a:p>
                  <a:r>
                    <a:rPr lang="en-NL">
                      <a:noFill/>
                    </a:rPr>
                    <a:t> </a:t>
                  </a:r>
                </a:p>
              </p:txBody>
            </p:sp>
          </mc:Fallback>
        </mc:AlternateContent>
      </p:grpSp>
      <p:grpSp>
        <p:nvGrpSpPr>
          <p:cNvPr id="2515" name="Readout 05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5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+12.81</m:t>
                        </m:r>
                      </m:oMath>
                    </m:oMathPara>
                  </a14:m>
                  <a:endParaRPr sz="2600"/>
                </a:p>
              </p:txBody>
            </p:sp>
          </mc:Choice>
          <mc:Fallback>
            <p:sp>
              <p:nvSpPr>
                <p:cNvPr id="25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+135.96</m:t>
                        </m:r>
                      </m:oMath>
                    </m:oMathPara>
                  </a14:m>
                  <a:endParaRPr sz="2600"/>
                </a:p>
              </p:txBody>
            </p:sp>
          </mc:Choice>
          <mc:Fallback>
            <p:sp>
              <p:nvSpPr>
                <p:cNvPr id="25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9"/>
                  <a:stretch>
                    <a:fillRect/>
                  </a:stretch>
                </a:blipFill>
                <a:ln>
                  <a:noFill/>
                </a:ln>
              </p:spPr>
              <p:txBody>
                <a:bodyPr/>
                <a:lstStyle/>
                <a:p>
                  <a:r>
                    <a:rPr lang="en-NL">
                      <a:noFill/>
                    </a:rPr>
                    <a:t> </a:t>
                  </a:r>
                </a:p>
              </p:txBody>
            </p:sp>
          </mc:Fallback>
        </mc:AlternateContent>
      </p:grpSp>
      <p:grpSp>
        <p:nvGrpSpPr>
          <p:cNvPr id="2521" name="Readout 05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5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+14.57</m:t>
                        </m:r>
                      </m:oMath>
                    </m:oMathPara>
                  </a14:m>
                  <a:endParaRPr sz="2600"/>
                </a:p>
              </p:txBody>
            </p:sp>
          </mc:Choice>
          <mc:Fallback>
            <p:sp>
              <p:nvSpPr>
                <p:cNvPr id="25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+129.33</m:t>
                        </m:r>
                      </m:oMath>
                    </m:oMathPara>
                  </a14:m>
                  <a:endParaRPr sz="2600"/>
                </a:p>
              </p:txBody>
            </p:sp>
          </mc:Choice>
          <mc:Fallback>
            <p:sp>
              <p:nvSpPr>
                <p:cNvPr id="25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0"/>
                  <a:stretch>
                    <a:fillRect/>
                  </a:stretch>
                </a:blipFill>
                <a:ln>
                  <a:noFill/>
                </a:ln>
              </p:spPr>
              <p:txBody>
                <a:bodyPr/>
                <a:lstStyle/>
                <a:p>
                  <a:r>
                    <a:rPr lang="en-NL">
                      <a:noFill/>
                    </a:rPr>
                    <a:t> </a:t>
                  </a:r>
                </a:p>
              </p:txBody>
            </p:sp>
          </mc:Fallback>
        </mc:AlternateContent>
      </p:grpSp>
      <p:grpSp>
        <p:nvGrpSpPr>
          <p:cNvPr id="2527" name="Readout 05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5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+16.43</m:t>
                        </m:r>
                      </m:oMath>
                    </m:oMathPara>
                  </a14:m>
                  <a:endParaRPr sz="2600"/>
                </a:p>
              </p:txBody>
            </p:sp>
          </mc:Choice>
          <mc:Fallback>
            <p:sp>
              <p:nvSpPr>
                <p:cNvPr id="25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+122.33</m:t>
                        </m:r>
                      </m:oMath>
                    </m:oMathPara>
                  </a14:m>
                  <a:endParaRPr sz="2600"/>
                </a:p>
              </p:txBody>
            </p:sp>
          </mc:Choice>
          <mc:Fallback>
            <p:sp>
              <p:nvSpPr>
                <p:cNvPr id="25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
                  <a:stretch>
                    <a:fillRect/>
                  </a:stretch>
                </a:blipFill>
                <a:ln>
                  <a:noFill/>
                </a:ln>
              </p:spPr>
              <p:txBody>
                <a:bodyPr/>
                <a:lstStyle/>
                <a:p>
                  <a:r>
                    <a:rPr lang="en-NL">
                      <a:noFill/>
                    </a:rPr>
                    <a:t> </a:t>
                  </a:r>
                </a:p>
              </p:txBody>
            </p:sp>
          </mc:Fallback>
        </mc:AlternateContent>
      </p:grpSp>
      <p:grpSp>
        <p:nvGrpSpPr>
          <p:cNvPr id="2533" name="Readout 05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5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+18.34</m:t>
                        </m:r>
                      </m:oMath>
                    </m:oMathPara>
                  </a14:m>
                  <a:endParaRPr sz="2600"/>
                </a:p>
              </p:txBody>
            </p:sp>
          </mc:Choice>
          <mc:Fallback>
            <p:sp>
              <p:nvSpPr>
                <p:cNvPr id="25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+115.00</m:t>
                        </m:r>
                      </m:oMath>
                    </m:oMathPara>
                  </a14:m>
                  <a:endParaRPr sz="2600"/>
                </a:p>
              </p:txBody>
            </p:sp>
          </mc:Choice>
          <mc:Fallback>
            <p:sp>
              <p:nvSpPr>
                <p:cNvPr id="25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5"/>
                  <a:stretch>
                    <a:fillRect/>
                  </a:stretch>
                </a:blipFill>
                <a:ln>
                  <a:noFill/>
                </a:ln>
              </p:spPr>
              <p:txBody>
                <a:bodyPr/>
                <a:lstStyle/>
                <a:p>
                  <a:r>
                    <a:rPr lang="en-NL">
                      <a:noFill/>
                    </a:rPr>
                    <a:t> </a:t>
                  </a:r>
                </a:p>
              </p:txBody>
            </p:sp>
          </mc:Fallback>
        </mc:AlternateContent>
      </p:grpSp>
      <p:grpSp>
        <p:nvGrpSpPr>
          <p:cNvPr id="2539" name="Readout 05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5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+20.28</m:t>
                        </m:r>
                      </m:oMath>
                    </m:oMathPara>
                  </a14:m>
                  <a:endParaRPr sz="2600"/>
                </a:p>
              </p:txBody>
            </p:sp>
          </mc:Choice>
          <mc:Fallback>
            <p:sp>
              <p:nvSpPr>
                <p:cNvPr id="25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+107.39</m:t>
                        </m:r>
                      </m:oMath>
                    </m:oMathPara>
                  </a14:m>
                  <a:endParaRPr sz="2600"/>
                </a:p>
              </p:txBody>
            </p:sp>
          </mc:Choice>
          <mc:Fallback>
            <p:sp>
              <p:nvSpPr>
                <p:cNvPr id="25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4"/>
                  <a:stretch>
                    <a:fillRect/>
                  </a:stretch>
                </a:blipFill>
                <a:ln>
                  <a:noFill/>
                </a:ln>
              </p:spPr>
              <p:txBody>
                <a:bodyPr/>
                <a:lstStyle/>
                <a:p>
                  <a:r>
                    <a:rPr lang="en-NL">
                      <a:noFill/>
                    </a:rPr>
                    <a:t> </a:t>
                  </a:r>
                </a:p>
              </p:txBody>
            </p:sp>
          </mc:Fallback>
        </mc:AlternateContent>
      </p:grpSp>
      <p:grpSp>
        <p:nvGrpSpPr>
          <p:cNvPr id="2545" name="Readout 05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5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+22.17</m:t>
                        </m:r>
                      </m:oMath>
                    </m:oMathPara>
                  </a14:m>
                  <a:endParaRPr sz="2600"/>
                </a:p>
              </p:txBody>
            </p:sp>
          </mc:Choice>
          <mc:Fallback>
            <p:sp>
              <p:nvSpPr>
                <p:cNvPr id="25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+99.58</m:t>
                        </m:r>
                      </m:oMath>
                    </m:oMathPara>
                  </a14:m>
                  <a:endParaRPr sz="2600"/>
                </a:p>
              </p:txBody>
            </p:sp>
          </mc:Choice>
          <mc:Fallback>
            <p:sp>
              <p:nvSpPr>
                <p:cNvPr id="25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1"/>
                  <a:stretch>
                    <a:fillRect/>
                  </a:stretch>
                </a:blipFill>
                <a:ln>
                  <a:noFill/>
                </a:ln>
              </p:spPr>
              <p:txBody>
                <a:bodyPr/>
                <a:lstStyle/>
                <a:p>
                  <a:r>
                    <a:rPr lang="en-NL">
                      <a:noFill/>
                    </a:rPr>
                    <a:t> </a:t>
                  </a:r>
                </a:p>
              </p:txBody>
            </p:sp>
          </mc:Fallback>
        </mc:AlternateContent>
      </p:grpSp>
      <p:grpSp>
        <p:nvGrpSpPr>
          <p:cNvPr id="2551" name="Readout 05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5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+23.97</m:t>
                        </m:r>
                      </m:oMath>
                    </m:oMathPara>
                  </a14:m>
                  <a:endParaRPr sz="2600"/>
                </a:p>
              </p:txBody>
            </p:sp>
          </mc:Choice>
          <mc:Fallback>
            <p:sp>
              <p:nvSpPr>
                <p:cNvPr id="25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+91.63</m:t>
                        </m:r>
                      </m:oMath>
                    </m:oMathPara>
                  </a14:m>
                  <a:endParaRPr sz="2600"/>
                </a:p>
              </p:txBody>
            </p:sp>
          </mc:Choice>
          <mc:Fallback>
            <p:sp>
              <p:nvSpPr>
                <p:cNvPr id="25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2"/>
                  <a:stretch>
                    <a:fillRect/>
                  </a:stretch>
                </a:blipFill>
                <a:ln>
                  <a:noFill/>
                </a:ln>
              </p:spPr>
              <p:txBody>
                <a:bodyPr/>
                <a:lstStyle/>
                <a:p>
                  <a:r>
                    <a:rPr lang="en-NL">
                      <a:noFill/>
                    </a:rPr>
                    <a:t> </a:t>
                  </a:r>
                </a:p>
              </p:txBody>
            </p:sp>
          </mc:Fallback>
        </mc:AlternateContent>
      </p:grpSp>
      <p:grpSp>
        <p:nvGrpSpPr>
          <p:cNvPr id="2557" name="Readout 05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5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+25.59</m:t>
                        </m:r>
                      </m:oMath>
                    </m:oMathPara>
                  </a14:m>
                  <a:endParaRPr sz="2600"/>
                </a:p>
              </p:txBody>
            </p:sp>
          </mc:Choice>
          <mc:Fallback>
            <p:sp>
              <p:nvSpPr>
                <p:cNvPr id="25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+83.63</m:t>
                        </m:r>
                      </m:oMath>
                    </m:oMathPara>
                  </a14:m>
                  <a:endParaRPr sz="2600"/>
                </a:p>
              </p:txBody>
            </p:sp>
          </mc:Choice>
          <mc:Fallback>
            <p:sp>
              <p:nvSpPr>
                <p:cNvPr id="25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2"/>
                  <a:stretch>
                    <a:fillRect/>
                  </a:stretch>
                </a:blipFill>
                <a:ln>
                  <a:noFill/>
                </a:ln>
              </p:spPr>
              <p:txBody>
                <a:bodyPr/>
                <a:lstStyle/>
                <a:p>
                  <a:r>
                    <a:rPr lang="en-NL">
                      <a:noFill/>
                    </a:rPr>
                    <a:t> </a:t>
                  </a:r>
                </a:p>
              </p:txBody>
            </p:sp>
          </mc:Fallback>
        </mc:AlternateContent>
      </p:grpSp>
      <p:grpSp>
        <p:nvGrpSpPr>
          <p:cNvPr id="2563" name="Readout 05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5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+26.98</m:t>
                        </m:r>
                      </m:oMath>
                    </m:oMathPara>
                  </a14:m>
                  <a:endParaRPr sz="2600"/>
                </a:p>
              </p:txBody>
            </p:sp>
          </mc:Choice>
          <mc:Fallback>
            <p:sp>
              <p:nvSpPr>
                <p:cNvPr id="25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+75.65</m:t>
                        </m:r>
                      </m:oMath>
                    </m:oMathPara>
                  </a14:m>
                  <a:endParaRPr sz="2600"/>
                </a:p>
              </p:txBody>
            </p:sp>
          </mc:Choice>
          <mc:Fallback>
            <p:sp>
              <p:nvSpPr>
                <p:cNvPr id="25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1"/>
                  <a:stretch>
                    <a:fillRect/>
                  </a:stretch>
                </a:blipFill>
                <a:ln>
                  <a:noFill/>
                </a:ln>
              </p:spPr>
              <p:txBody>
                <a:bodyPr/>
                <a:lstStyle/>
                <a:p>
                  <a:r>
                    <a:rPr lang="en-NL">
                      <a:noFill/>
                    </a:rPr>
                    <a:t> </a:t>
                  </a:r>
                </a:p>
              </p:txBody>
            </p:sp>
          </mc:Fallback>
        </mc:AlternateContent>
      </p:grpSp>
      <p:grpSp>
        <p:nvGrpSpPr>
          <p:cNvPr id="2569" name="Readout 05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5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+28.05</m:t>
                        </m:r>
                      </m:oMath>
                    </m:oMathPara>
                  </a14:m>
                  <a:endParaRPr sz="2600"/>
                </a:p>
              </p:txBody>
            </p:sp>
          </mc:Choice>
          <mc:Fallback>
            <p:sp>
              <p:nvSpPr>
                <p:cNvPr id="25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+67.79</m:t>
                        </m:r>
                      </m:oMath>
                    </m:oMathPara>
                  </a14:m>
                  <a:endParaRPr sz="2600"/>
                </a:p>
              </p:txBody>
            </p:sp>
          </mc:Choice>
          <mc:Fallback>
            <p:sp>
              <p:nvSpPr>
                <p:cNvPr id="25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0"/>
                  <a:stretch>
                    <a:fillRect/>
                  </a:stretch>
                </a:blipFill>
                <a:ln>
                  <a:noFill/>
                </a:ln>
              </p:spPr>
              <p:txBody>
                <a:bodyPr/>
                <a:lstStyle/>
                <a:p>
                  <a:r>
                    <a:rPr lang="en-NL">
                      <a:noFill/>
                    </a:rPr>
                    <a:t> </a:t>
                  </a:r>
                </a:p>
              </p:txBody>
            </p:sp>
          </mc:Fallback>
        </mc:AlternateContent>
      </p:grpSp>
      <p:grpSp>
        <p:nvGrpSpPr>
          <p:cNvPr id="2575" name="Readout 06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5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+28.76</m:t>
                        </m:r>
                      </m:oMath>
                    </m:oMathPara>
                  </a14:m>
                  <a:endParaRPr sz="2600"/>
                </a:p>
              </p:txBody>
            </p:sp>
          </mc:Choice>
          <mc:Fallback>
            <p:sp>
              <p:nvSpPr>
                <p:cNvPr id="25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+60.12</m:t>
                        </m:r>
                      </m:oMath>
                    </m:oMathPara>
                  </a14:m>
                  <a:endParaRPr sz="2600"/>
                </a:p>
              </p:txBody>
            </p:sp>
          </mc:Choice>
          <mc:Fallback>
            <p:sp>
              <p:nvSpPr>
                <p:cNvPr id="25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3"/>
                  <a:stretch>
                    <a:fillRect/>
                  </a:stretch>
                </a:blipFill>
                <a:ln>
                  <a:noFill/>
                </a:ln>
              </p:spPr>
              <p:txBody>
                <a:bodyPr/>
                <a:lstStyle/>
                <a:p>
                  <a:r>
                    <a:rPr lang="en-NL">
                      <a:noFill/>
                    </a:rPr>
                    <a:t> </a:t>
                  </a:r>
                </a:p>
              </p:txBody>
            </p:sp>
          </mc:Fallback>
        </mc:AlternateContent>
      </p:grpSp>
      <p:grpSp>
        <p:nvGrpSpPr>
          <p:cNvPr id="2581" name="Readout 06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5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+29.02</m:t>
                        </m:r>
                      </m:oMath>
                    </m:oMathPara>
                  </a14:m>
                  <a:endParaRPr sz="2600"/>
                </a:p>
              </p:txBody>
            </p:sp>
          </mc:Choice>
          <mc:Fallback>
            <p:sp>
              <p:nvSpPr>
                <p:cNvPr id="25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+52.71</m:t>
                        </m:r>
                      </m:oMath>
                    </m:oMathPara>
                  </a14:m>
                  <a:endParaRPr sz="2600"/>
                </a:p>
              </p:txBody>
            </p:sp>
          </mc:Choice>
          <mc:Fallback>
            <p:sp>
              <p:nvSpPr>
                <p:cNvPr id="25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1"/>
                  <a:stretch>
                    <a:fillRect/>
                  </a:stretch>
                </a:blipFill>
                <a:ln>
                  <a:noFill/>
                </a:ln>
              </p:spPr>
              <p:txBody>
                <a:bodyPr/>
                <a:lstStyle/>
                <a:p>
                  <a:r>
                    <a:rPr lang="en-NL">
                      <a:noFill/>
                    </a:rPr>
                    <a:t> </a:t>
                  </a:r>
                </a:p>
              </p:txBody>
            </p:sp>
          </mc:Fallback>
        </mc:AlternateContent>
      </p:grpSp>
      <p:grpSp>
        <p:nvGrpSpPr>
          <p:cNvPr id="2587" name="Readout 06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5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+28.80</m:t>
                        </m:r>
                      </m:oMath>
                    </m:oMathPara>
                  </a14:m>
                  <a:endParaRPr sz="2600"/>
                </a:p>
              </p:txBody>
            </p:sp>
          </mc:Choice>
          <mc:Fallback>
            <p:sp>
              <p:nvSpPr>
                <p:cNvPr id="25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+45.63</m:t>
                        </m:r>
                      </m:oMath>
                    </m:oMathPara>
                  </a14:m>
                  <a:endParaRPr sz="2600"/>
                </a:p>
              </p:txBody>
            </p:sp>
          </mc:Choice>
          <mc:Fallback>
            <p:sp>
              <p:nvSpPr>
                <p:cNvPr id="25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0"/>
                  <a:stretch>
                    <a:fillRect/>
                  </a:stretch>
                </a:blipFill>
                <a:ln>
                  <a:noFill/>
                </a:ln>
              </p:spPr>
              <p:txBody>
                <a:bodyPr/>
                <a:lstStyle/>
                <a:p>
                  <a:r>
                    <a:rPr lang="en-NL">
                      <a:noFill/>
                    </a:rPr>
                    <a:t> </a:t>
                  </a:r>
                </a:p>
              </p:txBody>
            </p:sp>
          </mc:Fallback>
        </mc:AlternateContent>
      </p:grpSp>
      <p:grpSp>
        <p:nvGrpSpPr>
          <p:cNvPr id="2593" name="Readout 06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5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+28.06</m:t>
                        </m:r>
                      </m:oMath>
                    </m:oMathPara>
                  </a14:m>
                  <a:endParaRPr sz="2600"/>
                </a:p>
              </p:txBody>
            </p:sp>
          </mc:Choice>
          <mc:Fallback>
            <p:sp>
              <p:nvSpPr>
                <p:cNvPr id="25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+38.93</m:t>
                        </m:r>
                      </m:oMath>
                    </m:oMathPara>
                  </a14:m>
                  <a:endParaRPr sz="2600"/>
                </a:p>
              </p:txBody>
            </p:sp>
          </mc:Choice>
          <mc:Fallback>
            <p:sp>
              <p:nvSpPr>
                <p:cNvPr id="25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0"/>
                  <a:stretch>
                    <a:fillRect/>
                  </a:stretch>
                </a:blipFill>
                <a:ln>
                  <a:noFill/>
                </a:ln>
              </p:spPr>
              <p:txBody>
                <a:bodyPr/>
                <a:lstStyle/>
                <a:p>
                  <a:r>
                    <a:rPr lang="en-NL">
                      <a:noFill/>
                    </a:rPr>
                    <a:t> </a:t>
                  </a:r>
                </a:p>
              </p:txBody>
            </p:sp>
          </mc:Fallback>
        </mc:AlternateContent>
      </p:grpSp>
      <p:grpSp>
        <p:nvGrpSpPr>
          <p:cNvPr id="2599" name="Readout 06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5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+26.76</m:t>
                        </m:r>
                      </m:oMath>
                    </m:oMathPara>
                  </a14:m>
                  <a:endParaRPr sz="2600"/>
                </a:p>
              </p:txBody>
            </p:sp>
          </mc:Choice>
          <mc:Fallback>
            <p:sp>
              <p:nvSpPr>
                <p:cNvPr id="25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+32.65</m:t>
                        </m:r>
                      </m:oMath>
                    </m:oMathPara>
                  </a14:m>
                  <a:endParaRPr sz="2600"/>
                </a:p>
              </p:txBody>
            </p:sp>
          </mc:Choice>
          <mc:Fallback>
            <p:sp>
              <p:nvSpPr>
                <p:cNvPr id="25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
                  <a:stretch>
                    <a:fillRect/>
                  </a:stretch>
                </a:blipFill>
                <a:ln>
                  <a:noFill/>
                </a:ln>
              </p:spPr>
              <p:txBody>
                <a:bodyPr/>
                <a:lstStyle/>
                <a:p>
                  <a:r>
                    <a:rPr lang="en-NL">
                      <a:noFill/>
                    </a:rPr>
                    <a:t> </a:t>
                  </a:r>
                </a:p>
              </p:txBody>
            </p:sp>
          </mc:Fallback>
        </mc:AlternateContent>
      </p:grpSp>
      <p:grpSp>
        <p:nvGrpSpPr>
          <p:cNvPr id="2605" name="Readout 06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+24.90</m:t>
                        </m:r>
                      </m:oMath>
                    </m:oMathPara>
                  </a14:m>
                  <a:endParaRPr sz="2600"/>
                </a:p>
              </p:txBody>
            </p:sp>
          </mc:Choice>
          <mc:Fallback>
            <p:sp>
              <p:nvSpPr>
                <p:cNvPr id="26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+26.83</m:t>
                        </m:r>
                      </m:oMath>
                    </m:oMathPara>
                  </a14:m>
                  <a:endParaRPr sz="2600"/>
                </a:p>
              </p:txBody>
            </p:sp>
          </mc:Choice>
          <mc:Fallback>
            <p:sp>
              <p:nvSpPr>
                <p:cNvPr id="26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9"/>
                  <a:stretch>
                    <a:fillRect/>
                  </a:stretch>
                </a:blipFill>
                <a:ln>
                  <a:noFill/>
                </a:ln>
              </p:spPr>
              <p:txBody>
                <a:bodyPr/>
                <a:lstStyle/>
                <a:p>
                  <a:r>
                    <a:rPr lang="en-NL">
                      <a:noFill/>
                    </a:rPr>
                    <a:t> </a:t>
                  </a:r>
                </a:p>
              </p:txBody>
            </p:sp>
          </mc:Fallback>
        </mc:AlternateContent>
      </p:grpSp>
      <p:grpSp>
        <p:nvGrpSpPr>
          <p:cNvPr id="2611" name="Readout 06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+22.47</m:t>
                        </m:r>
                      </m:oMath>
                    </m:oMathPara>
                  </a14:m>
                  <a:endParaRPr sz="2600"/>
                </a:p>
              </p:txBody>
            </p:sp>
          </mc:Choice>
          <mc:Fallback>
            <p:sp>
              <p:nvSpPr>
                <p:cNvPr id="26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+21.46</m:t>
                        </m:r>
                      </m:oMath>
                    </m:oMathPara>
                  </a14:m>
                  <a:endParaRPr sz="2600"/>
                </a:p>
              </p:txBody>
            </p:sp>
          </mc:Choice>
          <mc:Fallback>
            <p:sp>
              <p:nvSpPr>
                <p:cNvPr id="26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9"/>
                  <a:stretch>
                    <a:fillRect/>
                  </a:stretch>
                </a:blipFill>
                <a:ln>
                  <a:noFill/>
                </a:ln>
              </p:spPr>
              <p:txBody>
                <a:bodyPr/>
                <a:lstStyle/>
                <a:p>
                  <a:r>
                    <a:rPr lang="en-NL">
                      <a:noFill/>
                    </a:rPr>
                    <a:t> </a:t>
                  </a:r>
                </a:p>
              </p:txBody>
            </p:sp>
          </mc:Fallback>
        </mc:AlternateContent>
      </p:grpSp>
      <p:grpSp>
        <p:nvGrpSpPr>
          <p:cNvPr id="2617" name="Readout 06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+19.49</m:t>
                        </m:r>
                      </m:oMath>
                    </m:oMathPara>
                  </a14:m>
                  <a:endParaRPr sz="2600"/>
                </a:p>
              </p:txBody>
            </p:sp>
          </mc:Choice>
          <mc:Fallback>
            <p:sp>
              <p:nvSpPr>
                <p:cNvPr id="26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+16.57</m:t>
                        </m:r>
                      </m:oMath>
                    </m:oMathPara>
                  </a14:m>
                  <a:endParaRPr sz="2600"/>
                </a:p>
              </p:txBody>
            </p:sp>
          </mc:Choice>
          <mc:Fallback>
            <p:sp>
              <p:nvSpPr>
                <p:cNvPr id="26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8"/>
                  <a:stretch>
                    <a:fillRect/>
                  </a:stretch>
                </a:blipFill>
                <a:ln>
                  <a:noFill/>
                </a:ln>
              </p:spPr>
              <p:txBody>
                <a:bodyPr/>
                <a:lstStyle/>
                <a:p>
                  <a:r>
                    <a:rPr lang="en-NL">
                      <a:noFill/>
                    </a:rPr>
                    <a:t> </a:t>
                  </a:r>
                </a:p>
              </p:txBody>
            </p:sp>
          </mc:Fallback>
        </mc:AlternateContent>
      </p:grpSp>
      <p:grpSp>
        <p:nvGrpSpPr>
          <p:cNvPr id="2623" name="Readout 06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+15.98</m:t>
                        </m:r>
                      </m:oMath>
                    </m:oMathPara>
                  </a14:m>
                  <a:endParaRPr sz="2600"/>
                </a:p>
              </p:txBody>
            </p:sp>
          </mc:Choice>
          <mc:Fallback>
            <p:sp>
              <p:nvSpPr>
                <p:cNvPr id="26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+12.14</m:t>
                        </m:r>
                      </m:oMath>
                    </m:oMathPara>
                  </a14:m>
                  <a:endParaRPr sz="2600"/>
                </a:p>
              </p:txBody>
            </p:sp>
          </mc:Choice>
          <mc:Fallback>
            <p:sp>
              <p:nvSpPr>
                <p:cNvPr id="26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7"/>
                  <a:stretch>
                    <a:fillRect/>
                  </a:stretch>
                </a:blipFill>
                <a:ln>
                  <a:noFill/>
                </a:ln>
              </p:spPr>
              <p:txBody>
                <a:bodyPr/>
                <a:lstStyle/>
                <a:p>
                  <a:r>
                    <a:rPr lang="en-NL">
                      <a:noFill/>
                    </a:rPr>
                    <a:t> </a:t>
                  </a:r>
                </a:p>
              </p:txBody>
            </p:sp>
          </mc:Fallback>
        </mc:AlternateContent>
      </p:grpSp>
      <p:grpSp>
        <p:nvGrpSpPr>
          <p:cNvPr id="2629" name="Readout 06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+11.97</m:t>
                        </m:r>
                      </m:oMath>
                    </m:oMathPara>
                  </a14:m>
                  <a:endParaRPr sz="2600"/>
                </a:p>
              </p:txBody>
            </p:sp>
          </mc:Choice>
          <mc:Fallback>
            <p:sp>
              <p:nvSpPr>
                <p:cNvPr id="26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+8.16</m:t>
                        </m:r>
                      </m:oMath>
                    </m:oMathPara>
                  </a14:m>
                  <a:endParaRPr sz="2600"/>
                </a:p>
              </p:txBody>
            </p:sp>
          </mc:Choice>
          <mc:Fallback>
            <p:sp>
              <p:nvSpPr>
                <p:cNvPr id="26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9"/>
                  <a:stretch>
                    <a:fillRect/>
                  </a:stretch>
                </a:blipFill>
                <a:ln>
                  <a:noFill/>
                </a:ln>
              </p:spPr>
              <p:txBody>
                <a:bodyPr/>
                <a:lstStyle/>
                <a:p>
                  <a:r>
                    <a:rPr lang="en-NL">
                      <a:noFill/>
                    </a:rPr>
                    <a:t> </a:t>
                  </a:r>
                </a:p>
              </p:txBody>
            </p:sp>
          </mc:Fallback>
        </mc:AlternateContent>
      </p:grpSp>
      <p:grpSp>
        <p:nvGrpSpPr>
          <p:cNvPr id="2635" name="Readout 07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+7.49</m:t>
                        </m:r>
                      </m:oMath>
                    </m:oMathPara>
                  </a14:m>
                  <a:endParaRPr sz="2600"/>
                </a:p>
              </p:txBody>
            </p:sp>
          </mc:Choice>
          <mc:Fallback>
            <p:sp>
              <p:nvSpPr>
                <p:cNvPr id="26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+4.60</m:t>
                        </m:r>
                      </m:oMath>
                    </m:oMathPara>
                  </a14:m>
                  <a:endParaRPr sz="2600"/>
                </a:p>
              </p:txBody>
            </p:sp>
          </mc:Choice>
          <mc:Fallback>
            <p:sp>
              <p:nvSpPr>
                <p:cNvPr id="26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3"/>
                  <a:stretch>
                    <a:fillRect/>
                  </a:stretch>
                </a:blipFill>
                <a:ln>
                  <a:noFill/>
                </a:ln>
              </p:spPr>
              <p:txBody>
                <a:bodyPr/>
                <a:lstStyle/>
                <a:p>
                  <a:r>
                    <a:rPr lang="en-NL">
                      <a:noFill/>
                    </a:rPr>
                    <a:t> </a:t>
                  </a:r>
                </a:p>
              </p:txBody>
            </p:sp>
          </mc:Fallback>
        </mc:AlternateContent>
      </p:grpSp>
      <p:grpSp>
        <p:nvGrpSpPr>
          <p:cNvPr id="2641" name="Readout 07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m:t>
                        </m:r>
                      </m:oMath>
                    </m:oMathPara>
                  </a14:m>
                  <a:endParaRPr sz="2600"/>
                </a:p>
              </p:txBody>
            </p:sp>
          </mc:Choice>
          <mc:Fallback>
            <p:sp>
              <p:nvSpPr>
                <p:cNvPr id="26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m:t>
                        </m:r>
                      </m:oMath>
                    </m:oMathPara>
                  </a14:m>
                  <a:endParaRPr sz="2600"/>
                </a:p>
              </p:txBody>
            </p:sp>
          </mc:Choice>
          <mc:Fallback>
            <p:sp>
              <p:nvSpPr>
                <p:cNvPr id="26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3"/>
                  <a:stretch>
                    <a:fillRect/>
                  </a:stretch>
                </a:blipFill>
                <a:ln>
                  <a:noFill/>
                </a:ln>
              </p:spPr>
              <p:txBody>
                <a:bodyPr/>
                <a:lstStyle/>
                <a:p>
                  <a:r>
                    <a:rPr lang="en-NL">
                      <a:noFill/>
                    </a:rPr>
                    <a:t> </a:t>
                  </a:r>
                </a:p>
              </p:txBody>
            </p:sp>
          </mc:Fallback>
        </mc:AlternateContent>
      </p:grpSp>
      <p:grpSp>
        <p:nvGrpSpPr>
          <p:cNvPr id="2647" name="Readout 07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−2.68</m:t>
                        </m:r>
                      </m:oMath>
                    </m:oMathPara>
                  </a14:m>
                  <a:endParaRPr sz="2600"/>
                </a:p>
              </p:txBody>
            </p:sp>
          </mc:Choice>
          <mc:Fallback>
            <p:sp>
              <p:nvSpPr>
                <p:cNvPr id="26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m:t>
                        </m:r>
                      </m:oMath>
                    </m:oMathPara>
                  </a14:m>
                  <a:endParaRPr sz="2600"/>
                </a:p>
              </p:txBody>
            </p:sp>
          </mc:Choice>
          <mc:Fallback>
            <p:sp>
              <p:nvSpPr>
                <p:cNvPr id="26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7"/>
                  <a:stretch>
                    <a:fillRect/>
                  </a:stretch>
                </a:blipFill>
                <a:ln>
                  <a:noFill/>
                </a:ln>
              </p:spPr>
              <p:txBody>
                <a:bodyPr/>
                <a:lstStyle/>
                <a:p>
                  <a:r>
                    <a:rPr lang="en-NL">
                      <a:noFill/>
                    </a:rPr>
                    <a:t> </a:t>
                  </a:r>
                </a:p>
              </p:txBody>
            </p:sp>
          </mc:Fallback>
        </mc:AlternateContent>
      </p:grpSp>
      <p:grpSp>
        <p:nvGrpSpPr>
          <p:cNvPr id="2653" name="Readout 07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−8.29</m:t>
                        </m:r>
                      </m:oMath>
                    </m:oMathPara>
                  </a14:m>
                  <a:endParaRPr sz="2600"/>
                </a:p>
              </p:txBody>
            </p:sp>
          </mc:Choice>
          <mc:Fallback>
            <p:sp>
              <p:nvSpPr>
                <p:cNvPr id="26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−3.81</m:t>
                        </m:r>
                      </m:oMath>
                    </m:oMathPara>
                  </a14:m>
                  <a:endParaRPr sz="2600"/>
                </a:p>
              </p:txBody>
            </p:sp>
          </mc:Choice>
          <mc:Fallback>
            <p:sp>
              <p:nvSpPr>
                <p:cNvPr id="26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5"/>
                  <a:stretch>
                    <a:fillRect/>
                  </a:stretch>
                </a:blipFill>
                <a:ln>
                  <a:noFill/>
                </a:ln>
              </p:spPr>
              <p:txBody>
                <a:bodyPr/>
                <a:lstStyle/>
                <a:p>
                  <a:r>
                    <a:rPr lang="en-NL">
                      <a:noFill/>
                    </a:rPr>
                    <a:t> </a:t>
                  </a:r>
                </a:p>
              </p:txBody>
            </p:sp>
          </mc:Fallback>
        </mc:AlternateContent>
      </p:grpSp>
      <p:grpSp>
        <p:nvGrpSpPr>
          <p:cNvPr id="2659" name="Readout 07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−14.17</m:t>
                        </m:r>
                      </m:oMath>
                    </m:oMathPara>
                  </a14:m>
                  <a:endParaRPr sz="2600"/>
                </a:p>
              </p:txBody>
            </p:sp>
          </mc:Choice>
          <mc:Fallback>
            <p:sp>
              <p:nvSpPr>
                <p:cNvPr id="26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−5.96</m:t>
                        </m:r>
                      </m:oMath>
                    </m:oMathPara>
                  </a14:m>
                  <a:endParaRPr sz="2600"/>
                </a:p>
              </p:txBody>
            </p:sp>
          </mc:Choice>
          <mc:Fallback>
            <p:sp>
              <p:nvSpPr>
                <p:cNvPr id="26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9"/>
                  <a:stretch>
                    <a:fillRect/>
                  </a:stretch>
                </a:blipFill>
                <a:ln>
                  <a:noFill/>
                </a:ln>
              </p:spPr>
              <p:txBody>
                <a:bodyPr/>
                <a:lstStyle/>
                <a:p>
                  <a:r>
                    <a:rPr lang="en-NL">
                      <a:noFill/>
                    </a:rPr>
                    <a:t> </a:t>
                  </a:r>
                </a:p>
              </p:txBody>
            </p:sp>
          </mc:Fallback>
        </mc:AlternateContent>
      </p:grpSp>
      <p:grpSp>
        <p:nvGrpSpPr>
          <p:cNvPr id="2665" name="Readout 07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−20.29</m:t>
                        </m:r>
                      </m:oMath>
                    </m:oMathPara>
                  </a14:m>
                  <a:endParaRPr sz="2600"/>
                </a:p>
              </p:txBody>
            </p:sp>
          </mc:Choice>
          <mc:Fallback>
            <p:sp>
              <p:nvSpPr>
                <p:cNvPr id="26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−7.83</m:t>
                        </m:r>
                      </m:oMath>
                    </m:oMathPara>
                  </a14:m>
                  <a:endParaRPr sz="2600"/>
                </a:p>
              </p:txBody>
            </p:sp>
          </mc:Choice>
          <mc:Fallback>
            <p:sp>
              <p:nvSpPr>
                <p:cNvPr id="26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62"/>
                  <a:stretch>
                    <a:fillRect/>
                  </a:stretch>
                </a:blipFill>
                <a:ln>
                  <a:noFill/>
                </a:ln>
              </p:spPr>
              <p:txBody>
                <a:bodyPr/>
                <a:lstStyle/>
                <a:p>
                  <a:r>
                    <a:rPr lang="en-NL">
                      <a:noFill/>
                    </a:rPr>
                    <a:t> </a:t>
                  </a:r>
                </a:p>
              </p:txBody>
            </p:sp>
          </mc:Fallback>
        </mc:AlternateContent>
      </p:grpSp>
      <p:grpSp>
        <p:nvGrpSpPr>
          <p:cNvPr id="2671" name="Readout 07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−26.60</m:t>
                        </m:r>
                      </m:oMath>
                    </m:oMathPara>
                  </a14:m>
                  <a:endParaRPr sz="2600"/>
                </a:p>
              </p:txBody>
            </p:sp>
          </mc:Choice>
          <mc:Fallback>
            <p:sp>
              <p:nvSpPr>
                <p:cNvPr id="26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−9.46</m:t>
                        </m:r>
                      </m:oMath>
                    </m:oMathPara>
                  </a14:m>
                  <a:endParaRPr sz="2600"/>
                </a:p>
              </p:txBody>
            </p:sp>
          </mc:Choice>
          <mc:Fallback>
            <p:sp>
              <p:nvSpPr>
                <p:cNvPr id="26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2"/>
                  <a:stretch>
                    <a:fillRect/>
                  </a:stretch>
                </a:blipFill>
                <a:ln>
                  <a:noFill/>
                </a:ln>
              </p:spPr>
              <p:txBody>
                <a:bodyPr/>
                <a:lstStyle/>
                <a:p>
                  <a:r>
                    <a:rPr lang="en-NL">
                      <a:noFill/>
                    </a:rPr>
                    <a:t> </a:t>
                  </a:r>
                </a:p>
              </p:txBody>
            </p:sp>
          </mc:Fallback>
        </mc:AlternateContent>
      </p:grpSp>
      <p:grpSp>
        <p:nvGrpSpPr>
          <p:cNvPr id="2677" name="Readout 07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−33.06</m:t>
                        </m:r>
                      </m:oMath>
                    </m:oMathPara>
                  </a14:m>
                  <a:endParaRPr sz="2600"/>
                </a:p>
              </p:txBody>
            </p:sp>
          </mc:Choice>
          <mc:Fallback>
            <p:sp>
              <p:nvSpPr>
                <p:cNvPr id="26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−10.88</m:t>
                        </m:r>
                      </m:oMath>
                    </m:oMathPara>
                  </a14:m>
                  <a:endParaRPr sz="2600"/>
                </a:p>
              </p:txBody>
            </p:sp>
          </mc:Choice>
          <mc:Fallback>
            <p:sp>
              <p:nvSpPr>
                <p:cNvPr id="26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4"/>
                  <a:stretch>
                    <a:fillRect/>
                  </a:stretch>
                </a:blipFill>
                <a:ln>
                  <a:noFill/>
                </a:ln>
              </p:spPr>
              <p:txBody>
                <a:bodyPr/>
                <a:lstStyle/>
                <a:p>
                  <a:r>
                    <a:rPr lang="en-NL">
                      <a:noFill/>
                    </a:rPr>
                    <a:t> </a:t>
                  </a:r>
                </a:p>
              </p:txBody>
            </p:sp>
          </mc:Fallback>
        </mc:AlternateContent>
      </p:grpSp>
      <p:grpSp>
        <p:nvGrpSpPr>
          <p:cNvPr id="2683" name="Readout 07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−39.62</m:t>
                        </m:r>
                      </m:oMath>
                    </m:oMathPara>
                  </a14:m>
                  <a:endParaRPr sz="2600"/>
                </a:p>
              </p:txBody>
            </p:sp>
          </mc:Choice>
          <mc:Fallback>
            <p:sp>
              <p:nvSpPr>
                <p:cNvPr id="26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−12.10</m:t>
                        </m:r>
                      </m:oMath>
                    </m:oMathPara>
                  </a14:m>
                  <a:endParaRPr sz="2600"/>
                </a:p>
              </p:txBody>
            </p:sp>
          </mc:Choice>
          <mc:Fallback>
            <p:sp>
              <p:nvSpPr>
                <p:cNvPr id="26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
                  <a:stretch>
                    <a:fillRect/>
                  </a:stretch>
                </a:blipFill>
                <a:ln>
                  <a:noFill/>
                </a:ln>
              </p:spPr>
              <p:txBody>
                <a:bodyPr/>
                <a:lstStyle/>
                <a:p>
                  <a:r>
                    <a:rPr lang="en-NL">
                      <a:noFill/>
                    </a:rPr>
                    <a:t> </a:t>
                  </a:r>
                </a:p>
              </p:txBody>
            </p:sp>
          </mc:Fallback>
        </mc:AlternateContent>
      </p:grpSp>
      <p:grpSp>
        <p:nvGrpSpPr>
          <p:cNvPr id="2689" name="Readout 07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6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−46.25</m:t>
                        </m:r>
                      </m:oMath>
                    </m:oMathPara>
                  </a14:m>
                  <a:endParaRPr sz="2600"/>
                </a:p>
              </p:txBody>
            </p:sp>
          </mc:Choice>
          <mc:Fallback>
            <p:sp>
              <p:nvSpPr>
                <p:cNvPr id="26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−13.16</m:t>
                        </m:r>
                      </m:oMath>
                    </m:oMathPara>
                  </a14:m>
                  <a:endParaRPr sz="2600"/>
                </a:p>
              </p:txBody>
            </p:sp>
          </mc:Choice>
          <mc:Fallback>
            <p:sp>
              <p:nvSpPr>
                <p:cNvPr id="26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0"/>
                  <a:stretch>
                    <a:fillRect/>
                  </a:stretch>
                </a:blipFill>
                <a:ln>
                  <a:noFill/>
                </a:ln>
              </p:spPr>
              <p:txBody>
                <a:bodyPr/>
                <a:lstStyle/>
                <a:p>
                  <a:r>
                    <a:rPr lang="en-NL">
                      <a:noFill/>
                    </a:rPr>
                    <a:t> </a:t>
                  </a:r>
                </a:p>
              </p:txBody>
            </p:sp>
          </mc:Fallback>
        </mc:AlternateContent>
      </p:grpSp>
      <p:grpSp>
        <p:nvGrpSpPr>
          <p:cNvPr id="2695" name="Readout 08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6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−52.91</m:t>
                        </m:r>
                      </m:oMath>
                    </m:oMathPara>
                  </a14:m>
                  <a:endParaRPr sz="2600"/>
                </a:p>
              </p:txBody>
            </p:sp>
          </mc:Choice>
          <mc:Fallback>
            <p:sp>
              <p:nvSpPr>
                <p:cNvPr id="26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−14.08</m:t>
                        </m:r>
                      </m:oMath>
                    </m:oMathPara>
                  </a14:m>
                  <a:endParaRPr sz="2600"/>
                </a:p>
              </p:txBody>
            </p:sp>
          </mc:Choice>
          <mc:Fallback>
            <p:sp>
              <p:nvSpPr>
                <p:cNvPr id="26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0"/>
                  <a:stretch>
                    <a:fillRect/>
                  </a:stretch>
                </a:blipFill>
                <a:ln>
                  <a:noFill/>
                </a:ln>
              </p:spPr>
              <p:txBody>
                <a:bodyPr/>
                <a:lstStyle/>
                <a:p>
                  <a:r>
                    <a:rPr lang="en-NL">
                      <a:noFill/>
                    </a:rPr>
                    <a:t> </a:t>
                  </a:r>
                </a:p>
              </p:txBody>
            </p:sp>
          </mc:Fallback>
        </mc:AlternateContent>
      </p:grpSp>
      <p:grpSp>
        <p:nvGrpSpPr>
          <p:cNvPr id="2701" name="Readout 08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6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−59.56</m:t>
                        </m:r>
                      </m:oMath>
                    </m:oMathPara>
                  </a14:m>
                  <a:endParaRPr sz="2600"/>
                </a:p>
              </p:txBody>
            </p:sp>
          </mc:Choice>
          <mc:Fallback>
            <p:sp>
              <p:nvSpPr>
                <p:cNvPr id="26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−14.87</m:t>
                        </m:r>
                      </m:oMath>
                    </m:oMathPara>
                  </a14:m>
                  <a:endParaRPr sz="2600"/>
                </a:p>
              </p:txBody>
            </p:sp>
          </mc:Choice>
          <mc:Fallback>
            <p:sp>
              <p:nvSpPr>
                <p:cNvPr id="26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0"/>
                  <a:stretch>
                    <a:fillRect/>
                  </a:stretch>
                </a:blipFill>
                <a:ln>
                  <a:noFill/>
                </a:ln>
              </p:spPr>
              <p:txBody>
                <a:bodyPr/>
                <a:lstStyle/>
                <a:p>
                  <a:r>
                    <a:rPr lang="en-NL">
                      <a:noFill/>
                    </a:rPr>
                    <a:t> </a:t>
                  </a:r>
                </a:p>
              </p:txBody>
            </p:sp>
          </mc:Fallback>
        </mc:AlternateContent>
      </p:grpSp>
      <p:grpSp>
        <p:nvGrpSpPr>
          <p:cNvPr id="2707" name="Readout 08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7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−66.18</m:t>
                        </m:r>
                      </m:oMath>
                    </m:oMathPara>
                  </a14:m>
                  <a:endParaRPr sz="2600"/>
                </a:p>
              </p:txBody>
            </p:sp>
          </mc:Choice>
          <mc:Fallback>
            <p:sp>
              <p:nvSpPr>
                <p:cNvPr id="27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−15.55</m:t>
                        </m:r>
                      </m:oMath>
                    </m:oMathPara>
                  </a14:m>
                  <a:endParaRPr sz="2600"/>
                </a:p>
              </p:txBody>
            </p:sp>
          </mc:Choice>
          <mc:Fallback>
            <p:sp>
              <p:nvSpPr>
                <p:cNvPr id="27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0"/>
                  <a:stretch>
                    <a:fillRect/>
                  </a:stretch>
                </a:blipFill>
                <a:ln>
                  <a:noFill/>
                </a:ln>
              </p:spPr>
              <p:txBody>
                <a:bodyPr/>
                <a:lstStyle/>
                <a:p>
                  <a:r>
                    <a:rPr lang="en-NL">
                      <a:noFill/>
                    </a:rPr>
                    <a:t> </a:t>
                  </a:r>
                </a:p>
              </p:txBody>
            </p:sp>
          </mc:Fallback>
        </mc:AlternateContent>
      </p:grpSp>
      <p:grpSp>
        <p:nvGrpSpPr>
          <p:cNvPr id="2713" name="Readout 08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7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−72.74</m:t>
                        </m:r>
                      </m:oMath>
                    </m:oMathPara>
                  </a14:m>
                  <a:endParaRPr sz="2600"/>
                </a:p>
              </p:txBody>
            </p:sp>
          </mc:Choice>
          <mc:Fallback>
            <p:sp>
              <p:nvSpPr>
                <p:cNvPr id="27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−16.14</m:t>
                        </m:r>
                      </m:oMath>
                    </m:oMathPara>
                  </a14:m>
                  <a:endParaRPr sz="2600"/>
                </a:p>
              </p:txBody>
            </p:sp>
          </mc:Choice>
          <mc:Fallback>
            <p:sp>
              <p:nvSpPr>
                <p:cNvPr id="27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0"/>
                  <a:stretch>
                    <a:fillRect/>
                  </a:stretch>
                </a:blipFill>
                <a:ln>
                  <a:noFill/>
                </a:ln>
              </p:spPr>
              <p:txBody>
                <a:bodyPr/>
                <a:lstStyle/>
                <a:p>
                  <a:r>
                    <a:rPr lang="en-NL">
                      <a:noFill/>
                    </a:rPr>
                    <a:t> </a:t>
                  </a:r>
                </a:p>
              </p:txBody>
            </p:sp>
          </mc:Fallback>
        </mc:AlternateContent>
      </p:grpSp>
      <p:grpSp>
        <p:nvGrpSpPr>
          <p:cNvPr id="2719" name="Readout 08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7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−79.21</m:t>
                        </m:r>
                      </m:oMath>
                    </m:oMathPara>
                  </a14:m>
                  <a:endParaRPr sz="2600"/>
                </a:p>
              </p:txBody>
            </p:sp>
          </mc:Choice>
          <mc:Fallback>
            <p:sp>
              <p:nvSpPr>
                <p:cNvPr id="27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−16.64</m:t>
                        </m:r>
                      </m:oMath>
                    </m:oMathPara>
                  </a14:m>
                  <a:endParaRPr sz="2600"/>
                </a:p>
              </p:txBody>
            </p:sp>
          </mc:Choice>
          <mc:Fallback>
            <p:sp>
              <p:nvSpPr>
                <p:cNvPr id="27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5"/>
                  <a:stretch>
                    <a:fillRect/>
                  </a:stretch>
                </a:blipFill>
                <a:ln>
                  <a:noFill/>
                </a:ln>
              </p:spPr>
              <p:txBody>
                <a:bodyPr/>
                <a:lstStyle/>
                <a:p>
                  <a:r>
                    <a:rPr lang="en-NL">
                      <a:noFill/>
                    </a:rPr>
                    <a:t> </a:t>
                  </a:r>
                </a:p>
              </p:txBody>
            </p:sp>
          </mc:Fallback>
        </mc:AlternateContent>
      </p:grpSp>
      <p:grpSp>
        <p:nvGrpSpPr>
          <p:cNvPr id="2725" name="Readout 08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7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−85.56</m:t>
                        </m:r>
                      </m:oMath>
                    </m:oMathPara>
                  </a14:m>
                  <a:endParaRPr sz="2600"/>
                </a:p>
              </p:txBody>
            </p:sp>
          </mc:Choice>
          <mc:Fallback>
            <p:sp>
              <p:nvSpPr>
                <p:cNvPr id="27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−17.08</m:t>
                        </m:r>
                      </m:oMath>
                    </m:oMathPara>
                  </a14:m>
                  <a:endParaRPr sz="2600"/>
                </a:p>
              </p:txBody>
            </p:sp>
          </mc:Choice>
          <mc:Fallback>
            <p:sp>
              <p:nvSpPr>
                <p:cNvPr id="27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4"/>
                  <a:stretch>
                    <a:fillRect/>
                  </a:stretch>
                </a:blipFill>
                <a:ln>
                  <a:noFill/>
                </a:ln>
              </p:spPr>
              <p:txBody>
                <a:bodyPr/>
                <a:lstStyle/>
                <a:p>
                  <a:r>
                    <a:rPr lang="en-NL">
                      <a:noFill/>
                    </a:rPr>
                    <a:t> </a:t>
                  </a:r>
                </a:p>
              </p:txBody>
            </p:sp>
          </mc:Fallback>
        </mc:AlternateContent>
      </p:grpSp>
      <p:grpSp>
        <p:nvGrpSpPr>
          <p:cNvPr id="2731" name="Readout 08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7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−91.77</m:t>
                        </m:r>
                      </m:oMath>
                    </m:oMathPara>
                  </a14:m>
                  <a:endParaRPr sz="2600"/>
                </a:p>
              </p:txBody>
            </p:sp>
          </mc:Choice>
          <mc:Fallback>
            <p:sp>
              <p:nvSpPr>
                <p:cNvPr id="27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−17.45</m:t>
                        </m:r>
                      </m:oMath>
                    </m:oMathPara>
                  </a14:m>
                  <a:endParaRPr sz="2600"/>
                </a:p>
              </p:txBody>
            </p:sp>
          </mc:Choice>
          <mc:Fallback>
            <p:sp>
              <p:nvSpPr>
                <p:cNvPr id="27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0"/>
                  <a:stretch>
                    <a:fillRect/>
                  </a:stretch>
                </a:blipFill>
                <a:ln>
                  <a:noFill/>
                </a:ln>
              </p:spPr>
              <p:txBody>
                <a:bodyPr/>
                <a:lstStyle/>
                <a:p>
                  <a:r>
                    <a:rPr lang="en-NL">
                      <a:noFill/>
                    </a:rPr>
                    <a:t> </a:t>
                  </a:r>
                </a:p>
              </p:txBody>
            </p:sp>
          </mc:Fallback>
        </mc:AlternateContent>
      </p:grpSp>
      <p:grpSp>
        <p:nvGrpSpPr>
          <p:cNvPr id="2737" name="Readout 08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7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−97.82</m:t>
                        </m:r>
                      </m:oMath>
                    </m:oMathPara>
                  </a14:m>
                  <a:endParaRPr sz="2600"/>
                </a:p>
              </p:txBody>
            </p:sp>
          </mc:Choice>
          <mc:Fallback>
            <p:sp>
              <p:nvSpPr>
                <p:cNvPr id="27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−17.78</m:t>
                        </m:r>
                      </m:oMath>
                    </m:oMathPara>
                  </a14:m>
                  <a:endParaRPr sz="2600"/>
                </a:p>
              </p:txBody>
            </p:sp>
          </mc:Choice>
          <mc:Fallback>
            <p:sp>
              <p:nvSpPr>
                <p:cNvPr id="27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4"/>
                  <a:stretch>
                    <a:fillRect/>
                  </a:stretch>
                </a:blipFill>
                <a:ln>
                  <a:noFill/>
                </a:ln>
              </p:spPr>
              <p:txBody>
                <a:bodyPr/>
                <a:lstStyle/>
                <a:p>
                  <a:r>
                    <a:rPr lang="en-NL">
                      <a:noFill/>
                    </a:rPr>
                    <a:t> </a:t>
                  </a:r>
                </a:p>
              </p:txBody>
            </p:sp>
          </mc:Fallback>
        </mc:AlternateContent>
      </p:grpSp>
      <p:grpSp>
        <p:nvGrpSpPr>
          <p:cNvPr id="2743" name="Readout 08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7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−103.70</m:t>
                        </m:r>
                      </m:oMath>
                    </m:oMathPara>
                  </a14:m>
                  <a:endParaRPr sz="2600"/>
                </a:p>
              </p:txBody>
            </p:sp>
          </mc:Choice>
          <mc:Fallback>
            <p:sp>
              <p:nvSpPr>
                <p:cNvPr id="27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−18.06</m:t>
                        </m:r>
                      </m:oMath>
                    </m:oMathPara>
                  </a14:m>
                  <a:endParaRPr sz="2600"/>
                </a:p>
              </p:txBody>
            </p:sp>
          </mc:Choice>
          <mc:Fallback>
            <p:sp>
              <p:nvSpPr>
                <p:cNvPr id="27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1"/>
                  <a:stretch>
                    <a:fillRect/>
                  </a:stretch>
                </a:blipFill>
                <a:ln>
                  <a:noFill/>
                </a:ln>
              </p:spPr>
              <p:txBody>
                <a:bodyPr/>
                <a:lstStyle/>
                <a:p>
                  <a:r>
                    <a:rPr lang="en-NL">
                      <a:noFill/>
                    </a:rPr>
                    <a:t> </a:t>
                  </a:r>
                </a:p>
              </p:txBody>
            </p:sp>
          </mc:Fallback>
        </mc:AlternateContent>
      </p:grpSp>
      <p:grpSp>
        <p:nvGrpSpPr>
          <p:cNvPr id="2749" name="Readout 08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7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−109.37</m:t>
                        </m:r>
                      </m:oMath>
                    </m:oMathPara>
                  </a14:m>
                  <a:endParaRPr sz="2600"/>
                </a:p>
              </p:txBody>
            </p:sp>
          </mc:Choice>
          <mc:Fallback>
            <p:sp>
              <p:nvSpPr>
                <p:cNvPr id="27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−18.30</m:t>
                        </m:r>
                      </m:oMath>
                    </m:oMathPara>
                  </a14:m>
                  <a:endParaRPr sz="2600"/>
                </a:p>
              </p:txBody>
            </p:sp>
          </mc:Choice>
          <mc:Fallback>
            <p:sp>
              <p:nvSpPr>
                <p:cNvPr id="27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4"/>
                  <a:stretch>
                    <a:fillRect/>
                  </a:stretch>
                </a:blipFill>
                <a:ln>
                  <a:noFill/>
                </a:ln>
              </p:spPr>
              <p:txBody>
                <a:bodyPr/>
                <a:lstStyle/>
                <a:p>
                  <a:r>
                    <a:rPr lang="en-NL">
                      <a:noFill/>
                    </a:rPr>
                    <a:t> </a:t>
                  </a:r>
                </a:p>
              </p:txBody>
            </p:sp>
          </mc:Fallback>
        </mc:AlternateContent>
      </p:grpSp>
      <p:grpSp>
        <p:nvGrpSpPr>
          <p:cNvPr id="2755" name="Readout 09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7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−114.84</m:t>
                        </m:r>
                      </m:oMath>
                    </m:oMathPara>
                  </a14:m>
                  <a:endParaRPr sz="2600"/>
                </a:p>
              </p:txBody>
            </p:sp>
          </mc:Choice>
          <mc:Fallback>
            <p:sp>
              <p:nvSpPr>
                <p:cNvPr id="27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−18.51</m:t>
                        </m:r>
                      </m:oMath>
                    </m:oMathPara>
                  </a14:m>
                  <a:endParaRPr sz="2600"/>
                </a:p>
              </p:txBody>
            </p:sp>
          </mc:Choice>
          <mc:Fallback>
            <p:sp>
              <p:nvSpPr>
                <p:cNvPr id="27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3"/>
                  <a:stretch>
                    <a:fillRect/>
                  </a:stretch>
                </a:blipFill>
                <a:ln>
                  <a:noFill/>
                </a:ln>
              </p:spPr>
              <p:txBody>
                <a:bodyPr/>
                <a:lstStyle/>
                <a:p>
                  <a:r>
                    <a:rPr lang="en-NL">
                      <a:noFill/>
                    </a:rPr>
                    <a:t> </a:t>
                  </a:r>
                </a:p>
              </p:txBody>
            </p:sp>
          </mc:Fallback>
        </mc:AlternateContent>
      </p:grpSp>
      <p:grpSp>
        <p:nvGrpSpPr>
          <p:cNvPr id="2761" name="Readout 09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7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−120.07</m:t>
                        </m:r>
                      </m:oMath>
                    </m:oMathPara>
                  </a14:m>
                  <a:endParaRPr sz="2600"/>
                </a:p>
              </p:txBody>
            </p:sp>
          </mc:Choice>
          <mc:Fallback>
            <p:sp>
              <p:nvSpPr>
                <p:cNvPr id="27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−18.69</m:t>
                        </m:r>
                      </m:oMath>
                    </m:oMathPara>
                  </a14:m>
                  <a:endParaRPr sz="2600"/>
                </a:p>
              </p:txBody>
            </p:sp>
          </mc:Choice>
          <mc:Fallback>
            <p:sp>
              <p:nvSpPr>
                <p:cNvPr id="27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6"/>
                  <a:stretch>
                    <a:fillRect/>
                  </a:stretch>
                </a:blipFill>
                <a:ln>
                  <a:noFill/>
                </a:ln>
              </p:spPr>
              <p:txBody>
                <a:bodyPr/>
                <a:lstStyle/>
                <a:p>
                  <a:r>
                    <a:rPr lang="en-NL">
                      <a:noFill/>
                    </a:rPr>
                    <a:t> </a:t>
                  </a:r>
                </a:p>
              </p:txBody>
            </p:sp>
          </mc:Fallback>
        </mc:AlternateContent>
      </p:grpSp>
      <p:grpSp>
        <p:nvGrpSpPr>
          <p:cNvPr id="2767" name="Readout 09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7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−125.06</m:t>
                        </m:r>
                      </m:oMath>
                    </m:oMathPara>
                  </a14:m>
                  <a:endParaRPr sz="2600"/>
                </a:p>
              </p:txBody>
            </p:sp>
          </mc:Choice>
          <mc:Fallback>
            <p:sp>
              <p:nvSpPr>
                <p:cNvPr id="27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−18.84</m:t>
                        </m:r>
                      </m:oMath>
                    </m:oMathPara>
                  </a14:m>
                  <a:endParaRPr sz="2600"/>
                </a:p>
              </p:txBody>
            </p:sp>
          </mc:Choice>
          <mc:Fallback>
            <p:sp>
              <p:nvSpPr>
                <p:cNvPr id="27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
                  <a:stretch>
                    <a:fillRect/>
                  </a:stretch>
                </a:blipFill>
                <a:ln>
                  <a:noFill/>
                </a:ln>
              </p:spPr>
              <p:txBody>
                <a:bodyPr/>
                <a:lstStyle/>
                <a:p>
                  <a:r>
                    <a:rPr lang="en-NL">
                      <a:noFill/>
                    </a:rPr>
                    <a:t> </a:t>
                  </a:r>
                </a:p>
              </p:txBody>
            </p:sp>
          </mc:Fallback>
        </mc:AlternateContent>
      </p:grpSp>
      <p:grpSp>
        <p:nvGrpSpPr>
          <p:cNvPr id="2773" name="Readout 09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7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−129.80</m:t>
                        </m:r>
                      </m:oMath>
                    </m:oMathPara>
                  </a14:m>
                  <a:endParaRPr sz="2600"/>
                </a:p>
              </p:txBody>
            </p:sp>
          </mc:Choice>
          <mc:Fallback>
            <p:sp>
              <p:nvSpPr>
                <p:cNvPr id="27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−18.98</m:t>
                        </m:r>
                      </m:oMath>
                    </m:oMathPara>
                  </a14:m>
                  <a:endParaRPr sz="2600"/>
                </a:p>
              </p:txBody>
            </p:sp>
          </mc:Choice>
          <mc:Fallback>
            <p:sp>
              <p:nvSpPr>
                <p:cNvPr id="27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2"/>
                  <a:stretch>
                    <a:fillRect/>
                  </a:stretch>
                </a:blipFill>
                <a:ln>
                  <a:noFill/>
                </a:ln>
              </p:spPr>
              <p:txBody>
                <a:bodyPr/>
                <a:lstStyle/>
                <a:p>
                  <a:r>
                    <a:rPr lang="en-NL">
                      <a:noFill/>
                    </a:rPr>
                    <a:t> </a:t>
                  </a:r>
                </a:p>
              </p:txBody>
            </p:sp>
          </mc:Fallback>
        </mc:AlternateContent>
      </p:grpSp>
      <p:grpSp>
        <p:nvGrpSpPr>
          <p:cNvPr id="2779" name="Readout 09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7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−134.26</m:t>
                        </m:r>
                      </m:oMath>
                    </m:oMathPara>
                  </a14:m>
                  <a:endParaRPr sz="2600"/>
                </a:p>
              </p:txBody>
            </p:sp>
          </mc:Choice>
          <mc:Fallback>
            <p:sp>
              <p:nvSpPr>
                <p:cNvPr id="27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−19.09</m:t>
                        </m:r>
                      </m:oMath>
                    </m:oMathPara>
                  </a14:m>
                  <a:endParaRPr sz="2600"/>
                </a:p>
              </p:txBody>
            </p:sp>
          </mc:Choice>
          <mc:Fallback>
            <p:sp>
              <p:nvSpPr>
                <p:cNvPr id="27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5"/>
                  <a:stretch>
                    <a:fillRect/>
                  </a:stretch>
                </a:blipFill>
                <a:ln>
                  <a:noFill/>
                </a:ln>
              </p:spPr>
              <p:txBody>
                <a:bodyPr/>
                <a:lstStyle/>
                <a:p>
                  <a:r>
                    <a:rPr lang="en-NL">
                      <a:noFill/>
                    </a:rPr>
                    <a:t> </a:t>
                  </a:r>
                </a:p>
              </p:txBody>
            </p:sp>
          </mc:Fallback>
        </mc:AlternateContent>
      </p:grpSp>
      <p:grpSp>
        <p:nvGrpSpPr>
          <p:cNvPr id="2785" name="Readout 09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7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−138.45</m:t>
                        </m:r>
                      </m:oMath>
                    </m:oMathPara>
                  </a14:m>
                  <a:endParaRPr sz="2600"/>
                </a:p>
              </p:txBody>
            </p:sp>
          </mc:Choice>
          <mc:Fallback>
            <p:sp>
              <p:nvSpPr>
                <p:cNvPr id="27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−19.19</m:t>
                        </m:r>
                      </m:oMath>
                    </m:oMathPara>
                  </a14:m>
                  <a:endParaRPr sz="2600"/>
                </a:p>
              </p:txBody>
            </p:sp>
          </mc:Choice>
          <mc:Fallback>
            <p:sp>
              <p:nvSpPr>
                <p:cNvPr id="27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
                  <a:stretch>
                    <a:fillRect/>
                  </a:stretch>
                </a:blipFill>
                <a:ln>
                  <a:noFill/>
                </a:ln>
              </p:spPr>
              <p:txBody>
                <a:bodyPr/>
                <a:lstStyle/>
                <a:p>
                  <a:r>
                    <a:rPr lang="en-NL">
                      <a:noFill/>
                    </a:rPr>
                    <a:t> </a:t>
                  </a:r>
                </a:p>
              </p:txBody>
            </p:sp>
          </mc:Fallback>
        </mc:AlternateContent>
      </p:grpSp>
      <p:grpSp>
        <p:nvGrpSpPr>
          <p:cNvPr id="2791" name="Readout 09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7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−142.34</m:t>
                        </m:r>
                      </m:oMath>
                    </m:oMathPara>
                  </a14:m>
                  <a:endParaRPr sz="2600"/>
                </a:p>
              </p:txBody>
            </p:sp>
          </mc:Choice>
          <mc:Fallback>
            <p:sp>
              <p:nvSpPr>
                <p:cNvPr id="27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−19.28</m:t>
                        </m:r>
                      </m:oMath>
                    </m:oMathPara>
                  </a14:m>
                  <a:endParaRPr sz="2600"/>
                </a:p>
              </p:txBody>
            </p:sp>
          </mc:Choice>
          <mc:Fallback>
            <p:sp>
              <p:nvSpPr>
                <p:cNvPr id="27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4"/>
                  <a:stretch>
                    <a:fillRect/>
                  </a:stretch>
                </a:blipFill>
                <a:ln>
                  <a:noFill/>
                </a:ln>
              </p:spPr>
              <p:txBody>
                <a:bodyPr/>
                <a:lstStyle/>
                <a:p>
                  <a:r>
                    <a:rPr lang="en-NL">
                      <a:noFill/>
                    </a:rPr>
                    <a:t> </a:t>
                  </a:r>
                </a:p>
              </p:txBody>
            </p:sp>
          </mc:Fallback>
        </mc:AlternateContent>
      </p:grpSp>
      <p:grpSp>
        <p:nvGrpSpPr>
          <p:cNvPr id="2797" name="Readout 09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7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−145.94</m:t>
                        </m:r>
                      </m:oMath>
                    </m:oMathPara>
                  </a14:m>
                  <a:endParaRPr sz="2600"/>
                </a:p>
              </p:txBody>
            </p:sp>
          </mc:Choice>
          <mc:Fallback>
            <p:sp>
              <p:nvSpPr>
                <p:cNvPr id="27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−19.36</m:t>
                        </m:r>
                      </m:oMath>
                    </m:oMathPara>
                  </a14:m>
                  <a:endParaRPr sz="2600"/>
                </a:p>
              </p:txBody>
            </p:sp>
          </mc:Choice>
          <mc:Fallback>
            <p:sp>
              <p:nvSpPr>
                <p:cNvPr id="27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8"/>
                  <a:stretch>
                    <a:fillRect/>
                  </a:stretch>
                </a:blipFill>
                <a:ln>
                  <a:noFill/>
                </a:ln>
              </p:spPr>
              <p:txBody>
                <a:bodyPr/>
                <a:lstStyle/>
                <a:p>
                  <a:r>
                    <a:rPr lang="en-NL">
                      <a:noFill/>
                    </a:rPr>
                    <a:t> </a:t>
                  </a:r>
                </a:p>
              </p:txBody>
            </p:sp>
          </mc:Fallback>
        </mc:AlternateContent>
      </p:grpSp>
      <p:grpSp>
        <p:nvGrpSpPr>
          <p:cNvPr id="2803" name="Readout 09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7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−149.23</m:t>
                        </m:r>
                      </m:oMath>
                    </m:oMathPara>
                  </a14:m>
                  <a:endParaRPr sz="2600"/>
                </a:p>
              </p:txBody>
            </p:sp>
          </mc:Choice>
          <mc:Fallback>
            <p:sp>
              <p:nvSpPr>
                <p:cNvPr id="28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−19.42</m:t>
                        </m:r>
                      </m:oMath>
                    </m:oMathPara>
                  </a14:m>
                  <a:endParaRPr sz="2600"/>
                </a:p>
              </p:txBody>
            </p:sp>
          </mc:Choice>
          <mc:Fallback>
            <p:sp>
              <p:nvSpPr>
                <p:cNvPr id="28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0"/>
                  <a:stretch>
                    <a:fillRect/>
                  </a:stretch>
                </a:blipFill>
                <a:ln>
                  <a:noFill/>
                </a:ln>
              </p:spPr>
              <p:txBody>
                <a:bodyPr/>
                <a:lstStyle/>
                <a:p>
                  <a:r>
                    <a:rPr lang="en-NL">
                      <a:noFill/>
                    </a:rPr>
                    <a:t> </a:t>
                  </a:r>
                </a:p>
              </p:txBody>
            </p:sp>
          </mc:Fallback>
        </mc:AlternateContent>
      </p:grpSp>
      <p:grpSp>
        <p:nvGrpSpPr>
          <p:cNvPr id="2809" name="Readout 09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8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−152.20</m:t>
                        </m:r>
                      </m:oMath>
                    </m:oMathPara>
                  </a14:m>
                  <a:endParaRPr sz="2600"/>
                </a:p>
              </p:txBody>
            </p:sp>
          </mc:Choice>
          <mc:Fallback>
            <p:sp>
              <p:nvSpPr>
                <p:cNvPr id="28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−19.47</m:t>
                        </m:r>
                      </m:oMath>
                    </m:oMathPara>
                  </a14:m>
                  <a:endParaRPr sz="2600"/>
                </a:p>
              </p:txBody>
            </p:sp>
          </mc:Choice>
          <mc:Fallback>
            <p:sp>
              <p:nvSpPr>
                <p:cNvPr id="28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2"/>
                  <a:stretch>
                    <a:fillRect/>
                  </a:stretch>
                </a:blipFill>
                <a:ln>
                  <a:noFill/>
                </a:ln>
              </p:spPr>
              <p:txBody>
                <a:bodyPr/>
                <a:lstStyle/>
                <a:p>
                  <a:r>
                    <a:rPr lang="en-NL">
                      <a:noFill/>
                    </a:rPr>
                    <a:t> </a:t>
                  </a:r>
                </a:p>
              </p:txBody>
            </p:sp>
          </mc:Fallback>
        </mc:AlternateContent>
      </p:grpSp>
      <p:grpSp>
        <p:nvGrpSpPr>
          <p:cNvPr id="2815" name="Readout 1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8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−154.85</m:t>
                        </m:r>
                      </m:oMath>
                    </m:oMathPara>
                  </a14:m>
                  <a:endParaRPr sz="2600"/>
                </a:p>
              </p:txBody>
            </p:sp>
          </mc:Choice>
          <mc:Fallback>
            <p:sp>
              <p:nvSpPr>
                <p:cNvPr id="28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−19.52</m:t>
                        </m:r>
                      </m:oMath>
                    </m:oMathPara>
                  </a14:m>
                  <a:endParaRPr sz="2600"/>
                </a:p>
              </p:txBody>
            </p:sp>
          </mc:Choice>
          <mc:Fallback>
            <p:sp>
              <p:nvSpPr>
                <p:cNvPr id="28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9"/>
                  <a:stretch>
                    <a:fillRect/>
                  </a:stretch>
                </a:blipFill>
                <a:ln>
                  <a:noFill/>
                </a:ln>
              </p:spPr>
              <p:txBody>
                <a:bodyPr/>
                <a:lstStyle/>
                <a:p>
                  <a:r>
                    <a:rPr lang="en-NL">
                      <a:noFill/>
                    </a:rPr>
                    <a:t> </a:t>
                  </a:r>
                </a:p>
              </p:txBody>
            </p:sp>
          </mc:Fallback>
        </mc:AlternateContent>
      </p:grpSp>
      <p:grpSp>
        <p:nvGrpSpPr>
          <p:cNvPr id="2821" name="Readout 1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8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−157.16</m:t>
                        </m:r>
                      </m:oMath>
                    </m:oMathPara>
                  </a14:m>
                  <a:endParaRPr sz="2600"/>
                </a:p>
              </p:txBody>
            </p:sp>
          </mc:Choice>
          <mc:Fallback>
            <p:sp>
              <p:nvSpPr>
                <p:cNvPr id="28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−19.56</m:t>
                        </m:r>
                      </m:oMath>
                    </m:oMathPara>
                  </a14:m>
                  <a:endParaRPr sz="2600"/>
                </a:p>
              </p:txBody>
            </p:sp>
          </mc:Choice>
          <mc:Fallback>
            <p:sp>
              <p:nvSpPr>
                <p:cNvPr id="28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9"/>
                  <a:stretch>
                    <a:fillRect/>
                  </a:stretch>
                </a:blipFill>
                <a:ln>
                  <a:noFill/>
                </a:ln>
              </p:spPr>
              <p:txBody>
                <a:bodyPr/>
                <a:lstStyle/>
                <a:p>
                  <a:r>
                    <a:rPr lang="en-NL">
                      <a:noFill/>
                    </a:rPr>
                    <a:t> </a:t>
                  </a:r>
                </a:p>
              </p:txBody>
            </p:sp>
          </mc:Fallback>
        </mc:AlternateContent>
      </p:grpSp>
      <p:grpSp>
        <p:nvGrpSpPr>
          <p:cNvPr id="2827" name="Readout 1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8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−159.15</m:t>
                        </m:r>
                      </m:oMath>
                    </m:oMathPara>
                  </a14:m>
                  <a:endParaRPr sz="2600"/>
                </a:p>
              </p:txBody>
            </p:sp>
          </mc:Choice>
          <mc:Fallback>
            <p:sp>
              <p:nvSpPr>
                <p:cNvPr id="28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−19.59</m:t>
                        </m:r>
                      </m:oMath>
                    </m:oMathPara>
                  </a14:m>
                  <a:endParaRPr sz="2600"/>
                </a:p>
              </p:txBody>
            </p:sp>
          </mc:Choice>
          <mc:Fallback>
            <p:sp>
              <p:nvSpPr>
                <p:cNvPr id="28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9"/>
                  <a:stretch>
                    <a:fillRect/>
                  </a:stretch>
                </a:blipFill>
                <a:ln>
                  <a:noFill/>
                </a:ln>
              </p:spPr>
              <p:txBody>
                <a:bodyPr/>
                <a:lstStyle/>
                <a:p>
                  <a:r>
                    <a:rPr lang="en-NL">
                      <a:noFill/>
                    </a:rPr>
                    <a:t> </a:t>
                  </a:r>
                </a:p>
              </p:txBody>
            </p:sp>
          </mc:Fallback>
        </mc:AlternateContent>
      </p:grpSp>
      <p:grpSp>
        <p:nvGrpSpPr>
          <p:cNvPr id="2833" name="Readout 1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8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−160.80</m:t>
                        </m:r>
                      </m:oMath>
                    </m:oMathPara>
                  </a14:m>
                  <a:endParaRPr sz="2600"/>
                </a:p>
              </p:txBody>
            </p:sp>
          </mc:Choice>
          <mc:Fallback>
            <p:sp>
              <p:nvSpPr>
                <p:cNvPr id="28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−19.62</m:t>
                        </m:r>
                      </m:oMath>
                    </m:oMathPara>
                  </a14:m>
                  <a:endParaRPr sz="2600"/>
                </a:p>
              </p:txBody>
            </p:sp>
          </mc:Choice>
          <mc:Fallback>
            <p:sp>
              <p:nvSpPr>
                <p:cNvPr id="28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5"/>
                  <a:stretch>
                    <a:fillRect/>
                  </a:stretch>
                </a:blipFill>
                <a:ln>
                  <a:noFill/>
                </a:ln>
              </p:spPr>
              <p:txBody>
                <a:bodyPr/>
                <a:lstStyle/>
                <a:p>
                  <a:r>
                    <a:rPr lang="en-NL">
                      <a:noFill/>
                    </a:rPr>
                    <a:t> </a:t>
                  </a:r>
                </a:p>
              </p:txBody>
            </p:sp>
          </mc:Fallback>
        </mc:AlternateContent>
      </p:grpSp>
      <p:grpSp>
        <p:nvGrpSpPr>
          <p:cNvPr id="2839" name="Readout 1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8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−162.10</m:t>
                        </m:r>
                      </m:oMath>
                    </m:oMathPara>
                  </a14:m>
                  <a:endParaRPr sz="2600"/>
                </a:p>
              </p:txBody>
            </p:sp>
          </mc:Choice>
          <mc:Fallback>
            <p:sp>
              <p:nvSpPr>
                <p:cNvPr id="28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45" name="Readout 1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8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−163.06</m:t>
                        </m:r>
                      </m:oMath>
                    </m:oMathPara>
                  </a14:m>
                  <a:endParaRPr sz="2600"/>
                </a:p>
              </p:txBody>
            </p:sp>
          </mc:Choice>
          <mc:Fallback>
            <p:sp>
              <p:nvSpPr>
                <p:cNvPr id="28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51" name="Readout 1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8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−163.67</m:t>
                        </m:r>
                      </m:oMath>
                    </m:oMathPara>
                  </a14:m>
                  <a:endParaRPr sz="2600"/>
                </a:p>
              </p:txBody>
            </p:sp>
          </mc:Choice>
          <mc:Fallback>
            <p:sp>
              <p:nvSpPr>
                <p:cNvPr id="28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57" name="Readout 1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8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−163.93</m:t>
                        </m:r>
                      </m:oMath>
                    </m:oMathPara>
                  </a14:m>
                  <a:endParaRPr sz="2600"/>
                </a:p>
              </p:txBody>
            </p:sp>
          </mc:Choice>
          <mc:Fallback>
            <p:sp>
              <p:nvSpPr>
                <p:cNvPr id="28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3" name="Readout 1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8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−163.84</m:t>
                        </m:r>
                      </m:oMath>
                    </m:oMathPara>
                  </a14:m>
                  <a:endParaRPr sz="2600"/>
                </a:p>
              </p:txBody>
            </p:sp>
          </mc:Choice>
          <mc:Fallback>
            <p:sp>
              <p:nvSpPr>
                <p:cNvPr id="28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9" name="Readout 1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8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−163.41</m:t>
                        </m:r>
                      </m:oMath>
                    </m:oMathPara>
                  </a14:m>
                  <a:endParaRPr sz="2600"/>
                </a:p>
              </p:txBody>
            </p:sp>
          </mc:Choice>
          <mc:Fallback>
            <p:sp>
              <p:nvSpPr>
                <p:cNvPr id="28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75" name="Readout 1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8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−162.62</m:t>
                        </m:r>
                      </m:oMath>
                    </m:oMathPara>
                  </a14:m>
                  <a:endParaRPr sz="2600"/>
                </a:p>
              </p:txBody>
            </p:sp>
          </mc:Choice>
          <mc:Fallback>
            <p:sp>
              <p:nvSpPr>
                <p:cNvPr id="28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81" name="Readout 1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8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−161.49</m:t>
                        </m:r>
                      </m:oMath>
                    </m:oMathPara>
                  </a14:m>
                  <a:endParaRPr sz="2600"/>
                </a:p>
              </p:txBody>
            </p:sp>
          </mc:Choice>
          <mc:Fallback>
            <p:sp>
              <p:nvSpPr>
                <p:cNvPr id="28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−19.63</m:t>
                        </m:r>
                      </m:oMath>
                    </m:oMathPara>
                  </a14:m>
                  <a:endParaRPr sz="2600"/>
                </a:p>
              </p:txBody>
            </p:sp>
          </mc:Choice>
          <mc:Fallback>
            <p:sp>
              <p:nvSpPr>
                <p:cNvPr id="28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5"/>
                  <a:stretch>
                    <a:fillRect/>
                  </a:stretch>
                </a:blipFill>
                <a:ln>
                  <a:noFill/>
                </a:ln>
              </p:spPr>
              <p:txBody>
                <a:bodyPr/>
                <a:lstStyle/>
                <a:p>
                  <a:r>
                    <a:rPr lang="en-NL">
                      <a:noFill/>
                    </a:rPr>
                    <a:t> </a:t>
                  </a:r>
                </a:p>
              </p:txBody>
            </p:sp>
          </mc:Fallback>
        </mc:AlternateContent>
      </p:grpSp>
      <p:grpSp>
        <p:nvGrpSpPr>
          <p:cNvPr id="2887" name="Readout 1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8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−160.02</m:t>
                        </m:r>
                      </m:oMath>
                    </m:oMathPara>
                  </a14:m>
                  <a:endParaRPr sz="2600"/>
                </a:p>
              </p:txBody>
            </p:sp>
          </mc:Choice>
          <mc:Fallback>
            <p:sp>
              <p:nvSpPr>
                <p:cNvPr id="28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−19.60</m:t>
                        </m:r>
                      </m:oMath>
                    </m:oMathPara>
                  </a14:m>
                  <a:endParaRPr sz="2600"/>
                </a:p>
              </p:txBody>
            </p:sp>
          </mc:Choice>
          <mc:Fallback>
            <p:sp>
              <p:nvSpPr>
                <p:cNvPr id="28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
                  <a:stretch>
                    <a:fillRect/>
                  </a:stretch>
                </a:blipFill>
                <a:ln>
                  <a:noFill/>
                </a:ln>
              </p:spPr>
              <p:txBody>
                <a:bodyPr/>
                <a:lstStyle/>
                <a:p>
                  <a:r>
                    <a:rPr lang="en-NL">
                      <a:noFill/>
                    </a:rPr>
                    <a:t> </a:t>
                  </a:r>
                </a:p>
              </p:txBody>
            </p:sp>
          </mc:Fallback>
        </mc:AlternateContent>
      </p:grpSp>
      <p:grpSp>
        <p:nvGrpSpPr>
          <p:cNvPr id="2893" name="Readout 1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8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−158.20</m:t>
                        </m:r>
                      </m:oMath>
                    </m:oMathPara>
                  </a14:m>
                  <a:endParaRPr sz="2600"/>
                </a:p>
              </p:txBody>
            </p:sp>
          </mc:Choice>
          <mc:Fallback>
            <p:sp>
              <p:nvSpPr>
                <p:cNvPr id="28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−19.58</m:t>
                        </m:r>
                      </m:oMath>
                    </m:oMathPara>
                  </a14:m>
                  <a:endParaRPr sz="2600"/>
                </a:p>
              </p:txBody>
            </p:sp>
          </mc:Choice>
          <mc:Fallback>
            <p:sp>
              <p:nvSpPr>
                <p:cNvPr id="28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4"/>
                  <a:stretch>
                    <a:fillRect/>
                  </a:stretch>
                </a:blipFill>
                <a:ln>
                  <a:noFill/>
                </a:ln>
              </p:spPr>
              <p:txBody>
                <a:bodyPr/>
                <a:lstStyle/>
                <a:p>
                  <a:r>
                    <a:rPr lang="en-NL">
                      <a:noFill/>
                    </a:rPr>
                    <a:t> </a:t>
                  </a:r>
                </a:p>
              </p:txBody>
            </p:sp>
          </mc:Fallback>
        </mc:AlternateContent>
      </p:grpSp>
      <p:grpSp>
        <p:nvGrpSpPr>
          <p:cNvPr id="2899" name="Readout 1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8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−156.05</m:t>
                        </m:r>
                      </m:oMath>
                    </m:oMathPara>
                  </a14:m>
                  <a:endParaRPr sz="2600"/>
                </a:p>
              </p:txBody>
            </p:sp>
          </mc:Choice>
          <mc:Fallback>
            <p:sp>
              <p:nvSpPr>
                <p:cNvPr id="28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−19.54</m:t>
                        </m:r>
                      </m:oMath>
                    </m:oMathPara>
                  </a14:m>
                  <a:endParaRPr sz="2600"/>
                </a:p>
              </p:txBody>
            </p:sp>
          </mc:Choice>
          <mc:Fallback>
            <p:sp>
              <p:nvSpPr>
                <p:cNvPr id="28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6"/>
                  <a:stretch>
                    <a:fillRect/>
                  </a:stretch>
                </a:blipFill>
                <a:ln>
                  <a:noFill/>
                </a:ln>
              </p:spPr>
              <p:txBody>
                <a:bodyPr/>
                <a:lstStyle/>
                <a:p>
                  <a:r>
                    <a:rPr lang="en-NL">
                      <a:noFill/>
                    </a:rPr>
                    <a:t> </a:t>
                  </a:r>
                </a:p>
              </p:txBody>
            </p:sp>
          </mc:Fallback>
        </mc:AlternateContent>
      </p:grpSp>
      <p:grpSp>
        <p:nvGrpSpPr>
          <p:cNvPr id="2905" name="Readout 1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9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−153.56</m:t>
                        </m:r>
                      </m:oMath>
                    </m:oMathPara>
                  </a14:m>
                  <a:endParaRPr sz="2600"/>
                </a:p>
              </p:txBody>
            </p:sp>
          </mc:Choice>
          <mc:Fallback>
            <p:sp>
              <p:nvSpPr>
                <p:cNvPr id="29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−19.50</m:t>
                        </m:r>
                      </m:oMath>
                    </m:oMathPara>
                  </a14:m>
                  <a:endParaRPr sz="2600"/>
                </a:p>
              </p:txBody>
            </p:sp>
          </mc:Choice>
          <mc:Fallback>
            <p:sp>
              <p:nvSpPr>
                <p:cNvPr id="29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3"/>
                  <a:stretch>
                    <a:fillRect/>
                  </a:stretch>
                </a:blipFill>
                <a:ln>
                  <a:noFill/>
                </a:ln>
              </p:spPr>
              <p:txBody>
                <a:bodyPr/>
                <a:lstStyle/>
                <a:p>
                  <a:r>
                    <a:rPr lang="en-NL">
                      <a:noFill/>
                    </a:rPr>
                    <a:t> </a:t>
                  </a:r>
                </a:p>
              </p:txBody>
            </p:sp>
          </mc:Fallback>
        </mc:AlternateContent>
      </p:grpSp>
      <p:grpSp>
        <p:nvGrpSpPr>
          <p:cNvPr id="2911" name="Readout 1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9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−150.75</m:t>
                        </m:r>
                      </m:oMath>
                    </m:oMathPara>
                  </a14:m>
                  <a:endParaRPr sz="2600"/>
                </a:p>
              </p:txBody>
            </p:sp>
          </mc:Choice>
          <mc:Fallback>
            <p:sp>
              <p:nvSpPr>
                <p:cNvPr id="29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−19.45</m:t>
                        </m:r>
                      </m:oMath>
                    </m:oMathPara>
                  </a14:m>
                  <a:endParaRPr sz="2600"/>
                </a:p>
              </p:txBody>
            </p:sp>
          </mc:Choice>
          <mc:Fallback>
            <p:sp>
              <p:nvSpPr>
                <p:cNvPr id="29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5"/>
                  <a:stretch>
                    <a:fillRect/>
                  </a:stretch>
                </a:blipFill>
                <a:ln>
                  <a:noFill/>
                </a:ln>
              </p:spPr>
              <p:txBody>
                <a:bodyPr/>
                <a:lstStyle/>
                <a:p>
                  <a:r>
                    <a:rPr lang="en-NL">
                      <a:noFill/>
                    </a:rPr>
                    <a:t> </a:t>
                  </a:r>
                </a:p>
              </p:txBody>
            </p:sp>
          </mc:Fallback>
        </mc:AlternateContent>
      </p:grpSp>
      <p:grpSp>
        <p:nvGrpSpPr>
          <p:cNvPr id="2917" name="Readout 1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9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−147.62</m:t>
                        </m:r>
                      </m:oMath>
                    </m:oMathPara>
                  </a14:m>
                  <a:endParaRPr sz="2600"/>
                </a:p>
              </p:txBody>
            </p:sp>
          </mc:Choice>
          <mc:Fallback>
            <p:sp>
              <p:nvSpPr>
                <p:cNvPr id="29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−19.39</m:t>
                        </m:r>
                      </m:oMath>
                    </m:oMathPara>
                  </a14:m>
                  <a:endParaRPr sz="2600"/>
                </a:p>
              </p:txBody>
            </p:sp>
          </mc:Choice>
          <mc:Fallback>
            <p:sp>
              <p:nvSpPr>
                <p:cNvPr id="29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5"/>
                  <a:stretch>
                    <a:fillRect/>
                  </a:stretch>
                </a:blipFill>
                <a:ln>
                  <a:noFill/>
                </a:ln>
              </p:spPr>
              <p:txBody>
                <a:bodyPr/>
                <a:lstStyle/>
                <a:p>
                  <a:r>
                    <a:rPr lang="en-NL">
                      <a:noFill/>
                    </a:rPr>
                    <a:t> </a:t>
                  </a:r>
                </a:p>
              </p:txBody>
            </p:sp>
          </mc:Fallback>
        </mc:AlternateContent>
      </p:grpSp>
      <p:grpSp>
        <p:nvGrpSpPr>
          <p:cNvPr id="2923" name="Readout 1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9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−144.18</m:t>
                        </m:r>
                      </m:oMath>
                    </m:oMathPara>
                  </a14:m>
                  <a:endParaRPr sz="2600"/>
                </a:p>
              </p:txBody>
            </p:sp>
          </mc:Choice>
          <mc:Fallback>
            <p:sp>
              <p:nvSpPr>
                <p:cNvPr id="29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−19.32</m:t>
                        </m:r>
                      </m:oMath>
                    </m:oMathPara>
                  </a14:m>
                  <a:endParaRPr sz="2600"/>
                </a:p>
              </p:txBody>
            </p:sp>
          </mc:Choice>
          <mc:Fallback>
            <p:sp>
              <p:nvSpPr>
                <p:cNvPr id="29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6"/>
                  <a:stretch>
                    <a:fillRect/>
                  </a:stretch>
                </a:blipFill>
                <a:ln>
                  <a:noFill/>
                </a:ln>
              </p:spPr>
              <p:txBody>
                <a:bodyPr/>
                <a:lstStyle/>
                <a:p>
                  <a:r>
                    <a:rPr lang="en-NL">
                      <a:noFill/>
                    </a:rPr>
                    <a:t> </a:t>
                  </a:r>
                </a:p>
              </p:txBody>
            </p:sp>
          </mc:Fallback>
        </mc:AlternateContent>
      </p:grpSp>
      <p:grpSp>
        <p:nvGrpSpPr>
          <p:cNvPr id="2929" name="Readout 1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9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−140.43</m:t>
                        </m:r>
                      </m:oMath>
                    </m:oMathPara>
                  </a14:m>
                  <a:endParaRPr sz="2600"/>
                </a:p>
              </p:txBody>
            </p:sp>
          </mc:Choice>
          <mc:Fallback>
            <p:sp>
              <p:nvSpPr>
                <p:cNvPr id="29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−19.24</m:t>
                        </m:r>
                      </m:oMath>
                    </m:oMathPara>
                  </a14:m>
                  <a:endParaRPr sz="2600"/>
                </a:p>
              </p:txBody>
            </p:sp>
          </mc:Choice>
          <mc:Fallback>
            <p:sp>
              <p:nvSpPr>
                <p:cNvPr id="29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1"/>
                  <a:stretch>
                    <a:fillRect/>
                  </a:stretch>
                </a:blipFill>
                <a:ln>
                  <a:noFill/>
                </a:ln>
              </p:spPr>
              <p:txBody>
                <a:bodyPr/>
                <a:lstStyle/>
                <a:p>
                  <a:r>
                    <a:rPr lang="en-NL">
                      <a:noFill/>
                    </a:rPr>
                    <a:t> </a:t>
                  </a:r>
                </a:p>
              </p:txBody>
            </p:sp>
          </mc:Fallback>
        </mc:AlternateContent>
      </p:grpSp>
      <p:grpSp>
        <p:nvGrpSpPr>
          <p:cNvPr id="2935" name="Readout 1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9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−136.39</m:t>
                        </m:r>
                      </m:oMath>
                    </m:oMathPara>
                  </a14:m>
                  <a:endParaRPr sz="2600"/>
                </a:p>
              </p:txBody>
            </p:sp>
          </mc:Choice>
          <mc:Fallback>
            <p:sp>
              <p:nvSpPr>
                <p:cNvPr id="29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−19.15</m:t>
                        </m:r>
                      </m:oMath>
                    </m:oMathPara>
                  </a14:m>
                  <a:endParaRPr sz="2600"/>
                </a:p>
              </p:txBody>
            </p:sp>
          </mc:Choice>
          <mc:Fallback>
            <p:sp>
              <p:nvSpPr>
                <p:cNvPr id="29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5"/>
                  <a:stretch>
                    <a:fillRect/>
                  </a:stretch>
                </a:blipFill>
                <a:ln>
                  <a:noFill/>
                </a:ln>
              </p:spPr>
              <p:txBody>
                <a:bodyPr/>
                <a:lstStyle/>
                <a:p>
                  <a:r>
                    <a:rPr lang="en-NL">
                      <a:noFill/>
                    </a:rPr>
                    <a:t> </a:t>
                  </a:r>
                </a:p>
              </p:txBody>
            </p:sp>
          </mc:Fallback>
        </mc:AlternateContent>
      </p:grpSp>
      <p:grpSp>
        <p:nvGrpSpPr>
          <p:cNvPr id="2941" name="Readout 1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9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−132.07</m:t>
                        </m:r>
                      </m:oMath>
                    </m:oMathPara>
                  </a14:m>
                  <a:endParaRPr sz="2600"/>
                </a:p>
              </p:txBody>
            </p:sp>
          </mc:Choice>
          <mc:Fallback>
            <p:sp>
              <p:nvSpPr>
                <p:cNvPr id="29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−19.04</m:t>
                        </m:r>
                      </m:oMath>
                    </m:oMathPara>
                  </a14:m>
                  <a:endParaRPr sz="2600"/>
                </a:p>
              </p:txBody>
            </p:sp>
          </mc:Choice>
          <mc:Fallback>
            <p:sp>
              <p:nvSpPr>
                <p:cNvPr id="29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2"/>
                  <a:stretch>
                    <a:fillRect/>
                  </a:stretch>
                </a:blipFill>
                <a:ln>
                  <a:noFill/>
                </a:ln>
              </p:spPr>
              <p:txBody>
                <a:bodyPr/>
                <a:lstStyle/>
                <a:p>
                  <a:r>
                    <a:rPr lang="en-NL">
                      <a:noFill/>
                    </a:rPr>
                    <a:t> </a:t>
                  </a:r>
                </a:p>
              </p:txBody>
            </p:sp>
          </mc:Fallback>
        </mc:AlternateContent>
      </p:grpSp>
      <p:grpSp>
        <p:nvGrpSpPr>
          <p:cNvPr id="2947" name="Readout 1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9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−127.46</m:t>
                        </m:r>
                      </m:oMath>
                    </m:oMathPara>
                  </a14:m>
                  <a:endParaRPr sz="2600"/>
                </a:p>
              </p:txBody>
            </p:sp>
          </mc:Choice>
          <mc:Fallback>
            <p:sp>
              <p:nvSpPr>
                <p:cNvPr id="29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−18.91</m:t>
                        </m:r>
                      </m:oMath>
                    </m:oMathPara>
                  </a14:m>
                  <a:endParaRPr sz="2600"/>
                </a:p>
              </p:txBody>
            </p:sp>
          </mc:Choice>
          <mc:Fallback>
            <p:sp>
              <p:nvSpPr>
                <p:cNvPr id="29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4"/>
                  <a:stretch>
                    <a:fillRect/>
                  </a:stretch>
                </a:blipFill>
                <a:ln>
                  <a:noFill/>
                </a:ln>
              </p:spPr>
              <p:txBody>
                <a:bodyPr/>
                <a:lstStyle/>
                <a:p>
                  <a:r>
                    <a:rPr lang="en-NL">
                      <a:noFill/>
                    </a:rPr>
                    <a:t> </a:t>
                  </a:r>
                </a:p>
              </p:txBody>
            </p:sp>
          </mc:Fallback>
        </mc:AlternateContent>
      </p:grpSp>
      <p:grpSp>
        <p:nvGrpSpPr>
          <p:cNvPr id="2953" name="Readout 1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9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−122.60</m:t>
                        </m:r>
                      </m:oMath>
                    </m:oMathPara>
                  </a14:m>
                  <a:endParaRPr sz="2600"/>
                </a:p>
              </p:txBody>
            </p:sp>
          </mc:Choice>
          <mc:Fallback>
            <p:sp>
              <p:nvSpPr>
                <p:cNvPr id="29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−18.77</m:t>
                        </m:r>
                      </m:oMath>
                    </m:oMathPara>
                  </a14:m>
                  <a:endParaRPr sz="2600"/>
                </a:p>
              </p:txBody>
            </p:sp>
          </mc:Choice>
          <mc:Fallback>
            <p:sp>
              <p:nvSpPr>
                <p:cNvPr id="29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9"/>
                  <a:stretch>
                    <a:fillRect/>
                  </a:stretch>
                </a:blipFill>
                <a:ln>
                  <a:noFill/>
                </a:ln>
              </p:spPr>
              <p:txBody>
                <a:bodyPr/>
                <a:lstStyle/>
                <a:p>
                  <a:r>
                    <a:rPr lang="en-NL">
                      <a:noFill/>
                    </a:rPr>
                    <a:t> </a:t>
                  </a:r>
                </a:p>
              </p:txBody>
            </p:sp>
          </mc:Fallback>
        </mc:AlternateContent>
      </p:grpSp>
      <p:grpSp>
        <p:nvGrpSpPr>
          <p:cNvPr id="2959" name="Readout 1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9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−117.48</m:t>
                        </m:r>
                      </m:oMath>
                    </m:oMathPara>
                  </a14:m>
                  <a:endParaRPr sz="2600"/>
                </a:p>
              </p:txBody>
            </p:sp>
          </mc:Choice>
          <mc:Fallback>
            <p:sp>
              <p:nvSpPr>
                <p:cNvPr id="29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−18.60</m:t>
                        </m:r>
                      </m:oMath>
                    </m:oMathPara>
                  </a14:m>
                  <a:endParaRPr sz="2600"/>
                </a:p>
              </p:txBody>
            </p:sp>
          </mc:Choice>
          <mc:Fallback>
            <p:sp>
              <p:nvSpPr>
                <p:cNvPr id="29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1"/>
                  <a:stretch>
                    <a:fillRect/>
                  </a:stretch>
                </a:blipFill>
                <a:ln>
                  <a:noFill/>
                </a:ln>
              </p:spPr>
              <p:txBody>
                <a:bodyPr/>
                <a:lstStyle/>
                <a:p>
                  <a:r>
                    <a:rPr lang="en-NL">
                      <a:noFill/>
                    </a:rPr>
                    <a:t> </a:t>
                  </a:r>
                </a:p>
              </p:txBody>
            </p:sp>
          </mc:Fallback>
        </mc:AlternateContent>
      </p:grpSp>
      <p:grpSp>
        <p:nvGrpSpPr>
          <p:cNvPr id="2965" name="Readout 1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9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−112.13</m:t>
                        </m:r>
                      </m:oMath>
                    </m:oMathPara>
                  </a14:m>
                  <a:endParaRPr sz="2600"/>
                </a:p>
              </p:txBody>
            </p:sp>
          </mc:Choice>
          <mc:Fallback>
            <p:sp>
              <p:nvSpPr>
                <p:cNvPr id="29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−18.41</m:t>
                        </m:r>
                      </m:oMath>
                    </m:oMathPara>
                  </a14:m>
                  <a:endParaRPr sz="2600"/>
                </a:p>
              </p:txBody>
            </p:sp>
          </mc:Choice>
          <mc:Fallback>
            <p:sp>
              <p:nvSpPr>
                <p:cNvPr id="29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1"/>
                  <a:stretch>
                    <a:fillRect/>
                  </a:stretch>
                </a:blipFill>
                <a:ln>
                  <a:noFill/>
                </a:ln>
              </p:spPr>
              <p:txBody>
                <a:bodyPr/>
                <a:lstStyle/>
                <a:p>
                  <a:r>
                    <a:rPr lang="en-NL">
                      <a:noFill/>
                    </a:rPr>
                    <a:t> </a:t>
                  </a:r>
                </a:p>
              </p:txBody>
            </p:sp>
          </mc:Fallback>
        </mc:AlternateContent>
      </p:grpSp>
      <p:grpSp>
        <p:nvGrpSpPr>
          <p:cNvPr id="2971" name="Readout 1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9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−106.56</m:t>
                        </m:r>
                      </m:oMath>
                    </m:oMathPara>
                  </a14:m>
                  <a:endParaRPr sz="2600"/>
                </a:p>
              </p:txBody>
            </p:sp>
          </mc:Choice>
          <mc:Fallback>
            <p:sp>
              <p:nvSpPr>
                <p:cNvPr id="29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−18.18</m:t>
                        </m:r>
                      </m:oMath>
                    </m:oMathPara>
                  </a14:m>
                  <a:endParaRPr sz="2600"/>
                </a:p>
              </p:txBody>
            </p:sp>
          </mc:Choice>
          <mc:Fallback>
            <p:sp>
              <p:nvSpPr>
                <p:cNvPr id="29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6"/>
                  <a:stretch>
                    <a:fillRect/>
                  </a:stretch>
                </a:blipFill>
                <a:ln>
                  <a:noFill/>
                </a:ln>
              </p:spPr>
              <p:txBody>
                <a:bodyPr/>
                <a:lstStyle/>
                <a:p>
                  <a:r>
                    <a:rPr lang="en-NL">
                      <a:noFill/>
                    </a:rPr>
                    <a:t> </a:t>
                  </a:r>
                </a:p>
              </p:txBody>
            </p:sp>
          </mc:Fallback>
        </mc:AlternateContent>
      </p:grpSp>
      <p:grpSp>
        <p:nvGrpSpPr>
          <p:cNvPr id="2977" name="Readout 1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9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−100.78</m:t>
                        </m:r>
                      </m:oMath>
                    </m:oMathPara>
                  </a14:m>
                  <a:endParaRPr sz="2600"/>
                </a:p>
              </p:txBody>
            </p:sp>
          </mc:Choice>
          <mc:Fallback>
            <p:sp>
              <p:nvSpPr>
                <p:cNvPr id="29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−17.92</m:t>
                        </m:r>
                      </m:oMath>
                    </m:oMathPara>
                  </a14:m>
                  <a:endParaRPr sz="2600"/>
                </a:p>
              </p:txBody>
            </p:sp>
          </mc:Choice>
          <mc:Fallback>
            <p:sp>
              <p:nvSpPr>
                <p:cNvPr id="29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8"/>
                  <a:stretch>
                    <a:fillRect/>
                  </a:stretch>
                </a:blipFill>
                <a:ln>
                  <a:noFill/>
                </a:ln>
              </p:spPr>
              <p:txBody>
                <a:bodyPr/>
                <a:lstStyle/>
                <a:p>
                  <a:r>
                    <a:rPr lang="en-NL">
                      <a:noFill/>
                    </a:rPr>
                    <a:t> </a:t>
                  </a:r>
                </a:p>
              </p:txBody>
            </p:sp>
          </mc:Fallback>
        </mc:AlternateContent>
      </p:grpSp>
      <p:grpSp>
        <p:nvGrpSpPr>
          <p:cNvPr id="2983" name="Readout 1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9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−94.82</m:t>
                        </m:r>
                      </m:oMath>
                    </m:oMathPara>
                  </a14:m>
                  <a:endParaRPr sz="2600"/>
                </a:p>
              </p:txBody>
            </p:sp>
          </mc:Choice>
          <mc:Fallback>
            <p:sp>
              <p:nvSpPr>
                <p:cNvPr id="29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−17.62</m:t>
                        </m:r>
                      </m:oMath>
                    </m:oMathPara>
                  </a14:m>
                  <a:endParaRPr sz="2600"/>
                </a:p>
              </p:txBody>
            </p:sp>
          </mc:Choice>
          <mc:Fallback>
            <p:sp>
              <p:nvSpPr>
                <p:cNvPr id="29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7"/>
                  <a:stretch>
                    <a:fillRect/>
                  </a:stretch>
                </a:blipFill>
                <a:ln>
                  <a:noFill/>
                </a:ln>
              </p:spPr>
              <p:txBody>
                <a:bodyPr/>
                <a:lstStyle/>
                <a:p>
                  <a:r>
                    <a:rPr lang="en-NL">
                      <a:noFill/>
                    </a:rPr>
                    <a:t> </a:t>
                  </a:r>
                </a:p>
              </p:txBody>
            </p:sp>
          </mc:Fallback>
        </mc:AlternateContent>
      </p:grpSp>
      <p:grpSp>
        <p:nvGrpSpPr>
          <p:cNvPr id="2989" name="Readout 1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9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−88.68</m:t>
                        </m:r>
                      </m:oMath>
                    </m:oMathPara>
                  </a14:m>
                  <a:endParaRPr sz="2600"/>
                </a:p>
              </p:txBody>
            </p:sp>
          </mc:Choice>
          <mc:Fallback>
            <p:sp>
              <p:nvSpPr>
                <p:cNvPr id="29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m:t>
                        </m:r>
                      </m:oMath>
                    </m:oMathPara>
                  </a14:m>
                  <a:endParaRPr sz="2600"/>
                </a:p>
              </p:txBody>
            </p:sp>
          </mc:Choice>
          <mc:Fallback>
            <p:sp>
              <p:nvSpPr>
                <p:cNvPr id="29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5"/>
                  <a:stretch>
                    <a:fillRect/>
                  </a:stretch>
                </a:blipFill>
                <a:ln>
                  <a:noFill/>
                </a:ln>
              </p:spPr>
              <p:txBody>
                <a:bodyPr/>
                <a:lstStyle/>
                <a:p>
                  <a:r>
                    <a:rPr lang="en-NL">
                      <a:noFill/>
                    </a:rPr>
                    <a:t> </a:t>
                  </a:r>
                </a:p>
              </p:txBody>
            </p:sp>
          </mc:Fallback>
        </mc:AlternateContent>
      </p:grpSp>
      <p:grpSp>
        <p:nvGrpSpPr>
          <p:cNvPr id="2995" name="Readout 1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9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−82.40</m:t>
                        </m:r>
                      </m:oMath>
                    </m:oMathPara>
                  </a14:m>
                  <a:endParaRPr sz="2600"/>
                </a:p>
              </p:txBody>
            </p:sp>
          </mc:Choice>
          <mc:Fallback>
            <p:sp>
              <p:nvSpPr>
                <p:cNvPr id="29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−16.87</m:t>
                        </m:r>
                      </m:oMath>
                    </m:oMathPara>
                  </a14:m>
                  <a:endParaRPr sz="2600"/>
                </a:p>
              </p:txBody>
            </p:sp>
          </mc:Choice>
          <mc:Fallback>
            <p:sp>
              <p:nvSpPr>
                <p:cNvPr id="29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9"/>
                  <a:stretch>
                    <a:fillRect/>
                  </a:stretch>
                </a:blipFill>
                <a:ln>
                  <a:noFill/>
                </a:ln>
              </p:spPr>
              <p:txBody>
                <a:bodyPr/>
                <a:lstStyle/>
                <a:p>
                  <a:r>
                    <a:rPr lang="en-NL">
                      <a:noFill/>
                    </a:rPr>
                    <a:t> </a:t>
                  </a:r>
                </a:p>
              </p:txBody>
            </p:sp>
          </mc:Fallback>
        </mc:AlternateContent>
      </p:grpSp>
      <p:grpSp>
        <p:nvGrpSpPr>
          <p:cNvPr id="3001" name="Readout 1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9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−75.99</m:t>
                        </m:r>
                      </m:oMath>
                    </m:oMathPara>
                  </a14:m>
                  <a:endParaRPr sz="2600"/>
                </a:p>
              </p:txBody>
            </p:sp>
          </mc:Choice>
          <mc:Fallback>
            <p:sp>
              <p:nvSpPr>
                <p:cNvPr id="29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−16.40</m:t>
                        </m:r>
                      </m:oMath>
                    </m:oMathPara>
                  </a14:m>
                  <a:endParaRPr sz="2600"/>
                </a:p>
              </p:txBody>
            </p:sp>
          </mc:Choice>
          <mc:Fallback>
            <p:sp>
              <p:nvSpPr>
                <p:cNvPr id="29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4"/>
                  <a:stretch>
                    <a:fillRect/>
                  </a:stretch>
                </a:blipFill>
                <a:ln>
                  <a:noFill/>
                </a:ln>
              </p:spPr>
              <p:txBody>
                <a:bodyPr/>
                <a:lstStyle/>
                <a:p>
                  <a:r>
                    <a:rPr lang="en-NL">
                      <a:noFill/>
                    </a:rPr>
                    <a:t> </a:t>
                  </a:r>
                </a:p>
              </p:txBody>
            </p:sp>
          </mc:Fallback>
        </mc:AlternateContent>
      </p:grpSp>
      <p:grpSp>
        <p:nvGrpSpPr>
          <p:cNvPr id="3007" name="Readout 1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30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−69.47</m:t>
                        </m:r>
                      </m:oMath>
                    </m:oMathPara>
                  </a14:m>
                  <a:endParaRPr sz="2600"/>
                </a:p>
              </p:txBody>
            </p:sp>
          </mc:Choice>
          <mc:Fallback>
            <p:sp>
              <p:nvSpPr>
                <p:cNvPr id="30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−15.85</m:t>
                        </m:r>
                      </m:oMath>
                    </m:oMathPara>
                  </a14:m>
                  <a:endParaRPr sz="2600"/>
                </a:p>
              </p:txBody>
            </p:sp>
          </mc:Choice>
          <mc:Fallback>
            <p:sp>
              <p:nvSpPr>
                <p:cNvPr id="30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4"/>
                  <a:stretch>
                    <a:fillRect/>
                  </a:stretch>
                </a:blipFill>
                <a:ln>
                  <a:noFill/>
                </a:ln>
              </p:spPr>
              <p:txBody>
                <a:bodyPr/>
                <a:lstStyle/>
                <a:p>
                  <a:r>
                    <a:rPr lang="en-NL">
                      <a:noFill/>
                    </a:rPr>
                    <a:t> </a:t>
                  </a:r>
                </a:p>
              </p:txBody>
            </p:sp>
          </mc:Fallback>
        </mc:AlternateContent>
      </p:grpSp>
      <p:grpSp>
        <p:nvGrpSpPr>
          <p:cNvPr id="3013" name="Readout 1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30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−62.88</m:t>
                        </m:r>
                      </m:oMath>
                    </m:oMathPara>
                  </a14:m>
                  <a:endParaRPr sz="2600"/>
                </a:p>
              </p:txBody>
            </p:sp>
          </mc:Choice>
          <mc:Fallback>
            <p:sp>
              <p:nvSpPr>
                <p:cNvPr id="30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−15.22</m:t>
                        </m:r>
                      </m:oMath>
                    </m:oMathPara>
                  </a14:m>
                  <a:endParaRPr sz="2600"/>
                </a:p>
              </p:txBody>
            </p:sp>
          </mc:Choice>
          <mc:Fallback>
            <p:sp>
              <p:nvSpPr>
                <p:cNvPr id="30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7"/>
                  <a:stretch>
                    <a:fillRect/>
                  </a:stretch>
                </a:blipFill>
                <a:ln>
                  <a:noFill/>
                </a:ln>
              </p:spPr>
              <p:txBody>
                <a:bodyPr/>
                <a:lstStyle/>
                <a:p>
                  <a:r>
                    <a:rPr lang="en-NL">
                      <a:noFill/>
                    </a:rPr>
                    <a:t> </a:t>
                  </a:r>
                </a:p>
              </p:txBody>
            </p:sp>
          </mc:Fallback>
        </mc:AlternateContent>
      </p:grpSp>
      <p:grpSp>
        <p:nvGrpSpPr>
          <p:cNvPr id="3019" name="Readout 1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30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−56.24</m:t>
                        </m:r>
                      </m:oMath>
                    </m:oMathPara>
                  </a14:m>
                  <a:endParaRPr sz="2600"/>
                </a:p>
              </p:txBody>
            </p:sp>
          </mc:Choice>
          <mc:Fallback>
            <p:sp>
              <p:nvSpPr>
                <p:cNvPr id="30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−14.49</m:t>
                        </m:r>
                      </m:oMath>
                    </m:oMathPara>
                  </a14:m>
                  <a:endParaRPr sz="2600"/>
                </a:p>
              </p:txBody>
            </p:sp>
          </mc:Choice>
          <mc:Fallback>
            <p:sp>
              <p:nvSpPr>
                <p:cNvPr id="30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3"/>
                  <a:stretch>
                    <a:fillRect/>
                  </a:stretch>
                </a:blipFill>
                <a:ln>
                  <a:noFill/>
                </a:ln>
              </p:spPr>
              <p:txBody>
                <a:bodyPr/>
                <a:lstStyle/>
                <a:p>
                  <a:r>
                    <a:rPr lang="en-NL">
                      <a:noFill/>
                    </a:rPr>
                    <a:t> </a:t>
                  </a:r>
                </a:p>
              </p:txBody>
            </p:sp>
          </mc:Fallback>
        </mc:AlternateContent>
      </p:grpSp>
      <p:grpSp>
        <p:nvGrpSpPr>
          <p:cNvPr id="3025" name="Readout 1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30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−49.58</m:t>
                        </m:r>
                      </m:oMath>
                    </m:oMathPara>
                  </a14:m>
                  <a:endParaRPr sz="2600"/>
                </a:p>
              </p:txBody>
            </p:sp>
          </mc:Choice>
          <mc:Fallback>
            <p:sp>
              <p:nvSpPr>
                <p:cNvPr id="30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−13.64</m:t>
                        </m:r>
                      </m:oMath>
                    </m:oMathPara>
                  </a14:m>
                  <a:endParaRPr sz="2600"/>
                </a:p>
              </p:txBody>
            </p:sp>
          </mc:Choice>
          <mc:Fallback>
            <p:sp>
              <p:nvSpPr>
                <p:cNvPr id="30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5"/>
                  <a:stretch>
                    <a:fillRect/>
                  </a:stretch>
                </a:blipFill>
                <a:ln>
                  <a:noFill/>
                </a:ln>
              </p:spPr>
              <p:txBody>
                <a:bodyPr/>
                <a:lstStyle/>
                <a:p>
                  <a:r>
                    <a:rPr lang="en-NL">
                      <a:noFill/>
                    </a:rPr>
                    <a:t> </a:t>
                  </a:r>
                </a:p>
              </p:txBody>
            </p:sp>
          </mc:Fallback>
        </mc:AlternateContent>
      </p:grpSp>
      <p:grpSp>
        <p:nvGrpSpPr>
          <p:cNvPr id="3031" name="Readout 1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30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−42.93</m:t>
                        </m:r>
                      </m:oMath>
                    </m:oMathPara>
                  </a14:m>
                  <a:endParaRPr sz="2600"/>
                </a:p>
              </p:txBody>
            </p:sp>
          </mc:Choice>
          <mc:Fallback>
            <p:sp>
              <p:nvSpPr>
                <p:cNvPr id="30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−12.65</m:t>
                        </m:r>
                      </m:oMath>
                    </m:oMathPara>
                  </a14:m>
                  <a:endParaRPr sz="2600"/>
                </a:p>
              </p:txBody>
            </p:sp>
          </mc:Choice>
          <mc:Fallback>
            <p:sp>
              <p:nvSpPr>
                <p:cNvPr id="30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3"/>
                  <a:stretch>
                    <a:fillRect/>
                  </a:stretch>
                </a:blipFill>
                <a:ln>
                  <a:noFill/>
                </a:ln>
              </p:spPr>
              <p:txBody>
                <a:bodyPr/>
                <a:lstStyle/>
                <a:p>
                  <a:r>
                    <a:rPr lang="en-NL">
                      <a:noFill/>
                    </a:rPr>
                    <a:t> </a:t>
                  </a:r>
                </a:p>
              </p:txBody>
            </p:sp>
          </mc:Fallback>
        </mc:AlternateContent>
      </p:grpSp>
      <p:grpSp>
        <p:nvGrpSpPr>
          <p:cNvPr id="3037" name="Readout 1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30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−36.33</m:t>
                        </m:r>
                      </m:oMath>
                    </m:oMathPara>
                  </a14:m>
                  <a:endParaRPr sz="2600"/>
                </a:p>
              </p:txBody>
            </p:sp>
          </mc:Choice>
          <mc:Fallback>
            <p:sp>
              <p:nvSpPr>
                <p:cNvPr id="30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−11.51</m:t>
                        </m:r>
                      </m:oMath>
                    </m:oMathPara>
                  </a14:m>
                  <a:endParaRPr sz="2600"/>
                </a:p>
              </p:txBody>
            </p:sp>
          </mc:Choice>
          <mc:Fallback>
            <p:sp>
              <p:nvSpPr>
                <p:cNvPr id="30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0"/>
                  <a:stretch>
                    <a:fillRect/>
                  </a:stretch>
                </a:blipFill>
                <a:ln>
                  <a:noFill/>
                </a:ln>
              </p:spPr>
              <p:txBody>
                <a:bodyPr/>
                <a:lstStyle/>
                <a:p>
                  <a:r>
                    <a:rPr lang="en-NL">
                      <a:noFill/>
                    </a:rPr>
                    <a:t> </a:t>
                  </a:r>
                </a:p>
              </p:txBody>
            </p:sp>
          </mc:Fallback>
        </mc:AlternateContent>
      </p:grpSp>
      <p:grpSp>
        <p:nvGrpSpPr>
          <p:cNvPr id="3043" name="Readout 1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30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−29.82</m:t>
                        </m:r>
                      </m:oMath>
                    </m:oMathPara>
                  </a14:m>
                  <a:endParaRPr sz="2600"/>
                </a:p>
              </p:txBody>
            </p:sp>
          </mc:Choice>
          <mc:Fallback>
            <p:sp>
              <p:nvSpPr>
                <p:cNvPr id="30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−10.20</m:t>
                        </m:r>
                      </m:oMath>
                    </m:oMathPara>
                  </a14:m>
                  <a:endParaRPr sz="2600"/>
                </a:p>
              </p:txBody>
            </p:sp>
          </mc:Choice>
          <mc:Fallback>
            <p:sp>
              <p:nvSpPr>
                <p:cNvPr id="30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
                  <a:stretch>
                    <a:fillRect/>
                  </a:stretch>
                </a:blipFill>
                <a:ln>
                  <a:noFill/>
                </a:ln>
              </p:spPr>
              <p:txBody>
                <a:bodyPr/>
                <a:lstStyle/>
                <a:p>
                  <a:r>
                    <a:rPr lang="en-NL">
                      <a:noFill/>
                    </a:rPr>
                    <a:t> </a:t>
                  </a:r>
                </a:p>
              </p:txBody>
            </p:sp>
          </mc:Fallback>
        </mc:AlternateContent>
      </p:grpSp>
      <p:grpSp>
        <p:nvGrpSpPr>
          <p:cNvPr id="3049" name="Readout 1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30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−23.43</m:t>
                        </m:r>
                      </m:oMath>
                    </m:oMathPara>
                  </a14:m>
                  <a:endParaRPr sz="2600"/>
                </a:p>
              </p:txBody>
            </p:sp>
          </mc:Choice>
          <mc:Fallback>
            <p:sp>
              <p:nvSpPr>
                <p:cNvPr id="30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−8.67</m:t>
                        </m:r>
                      </m:oMath>
                    </m:oMathPara>
                  </a14:m>
                  <a:endParaRPr sz="2600"/>
                </a:p>
              </p:txBody>
            </p:sp>
          </mc:Choice>
          <mc:Fallback>
            <p:sp>
              <p:nvSpPr>
                <p:cNvPr id="30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1"/>
                  <a:stretch>
                    <a:fillRect/>
                  </a:stretch>
                </a:blipFill>
                <a:ln>
                  <a:noFill/>
                </a:ln>
              </p:spPr>
              <p:txBody>
                <a:bodyPr/>
                <a:lstStyle/>
                <a:p>
                  <a:r>
                    <a:rPr lang="en-NL">
                      <a:noFill/>
                    </a:rPr>
                    <a:t> </a:t>
                  </a:r>
                </a:p>
              </p:txBody>
            </p:sp>
          </mc:Fallback>
        </mc:AlternateContent>
      </p:grpSp>
      <p:grpSp>
        <p:nvGrpSpPr>
          <p:cNvPr id="3055" name="Readout 1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30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−17.21</m:t>
                        </m:r>
                      </m:oMath>
                    </m:oMathPara>
                  </a14:m>
                  <a:endParaRPr sz="2600"/>
                </a:p>
              </p:txBody>
            </p:sp>
          </mc:Choice>
          <mc:Fallback>
            <p:sp>
              <p:nvSpPr>
                <p:cNvPr id="30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−6.93</m:t>
                        </m:r>
                      </m:oMath>
                    </m:oMathPara>
                  </a14:m>
                  <a:endParaRPr sz="2600"/>
                </a:p>
              </p:txBody>
            </p:sp>
          </mc:Choice>
          <mc:Fallback>
            <p:sp>
              <p:nvSpPr>
                <p:cNvPr id="30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1"/>
                  <a:stretch>
                    <a:fillRect/>
                  </a:stretch>
                </a:blipFill>
                <a:ln>
                  <a:noFill/>
                </a:ln>
              </p:spPr>
              <p:txBody>
                <a:bodyPr/>
                <a:lstStyle/>
                <a:p>
                  <a:r>
                    <a:rPr lang="en-NL">
                      <a:noFill/>
                    </a:rPr>
                    <a:t> </a:t>
                  </a:r>
                </a:p>
              </p:txBody>
            </p:sp>
          </mc:Fallback>
        </mc:AlternateContent>
      </p:grpSp>
      <p:grpSp>
        <p:nvGrpSpPr>
          <p:cNvPr id="3061" name="Readout 1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30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−11.20</m:t>
                        </m:r>
                      </m:oMath>
                    </m:oMathPara>
                  </a14:m>
                  <a:endParaRPr sz="2600"/>
                </a:p>
              </p:txBody>
            </p:sp>
          </mc:Choice>
          <mc:Fallback>
            <p:sp>
              <p:nvSpPr>
                <p:cNvPr id="30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−4.92</m:t>
                        </m:r>
                      </m:oMath>
                    </m:oMathPara>
                  </a14:m>
                  <a:endParaRPr sz="2600"/>
                </a:p>
              </p:txBody>
            </p:sp>
          </mc:Choice>
          <mc:Fallback>
            <p:sp>
              <p:nvSpPr>
                <p:cNvPr id="30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
                  <a:stretch>
                    <a:fillRect/>
                  </a:stretch>
                </a:blipFill>
                <a:ln>
                  <a:noFill/>
                </a:ln>
              </p:spPr>
              <p:txBody>
                <a:bodyPr/>
                <a:lstStyle/>
                <a:p>
                  <a:r>
                    <a:rPr lang="en-NL">
                      <a:noFill/>
                    </a:rPr>
                    <a:t> </a:t>
                  </a:r>
                </a:p>
              </p:txBody>
            </p:sp>
          </mc:Fallback>
        </mc:AlternateContent>
      </p:grpSp>
      <p:grpSp>
        <p:nvGrpSpPr>
          <p:cNvPr id="3067" name="Readout 1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30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−5.45</m:t>
                        </m:r>
                      </m:oMath>
                    </m:oMathPara>
                  </a14:m>
                  <a:endParaRPr sz="2600"/>
                </a:p>
              </p:txBody>
            </p:sp>
          </mc:Choice>
          <mc:Fallback>
            <p:sp>
              <p:nvSpPr>
                <p:cNvPr id="30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−2.62</m:t>
                        </m:r>
                      </m:oMath>
                    </m:oMathPara>
                  </a14:m>
                  <a:endParaRPr sz="2600"/>
                </a:p>
              </p:txBody>
            </p:sp>
          </mc:Choice>
          <mc:Fallback>
            <p:sp>
              <p:nvSpPr>
                <p:cNvPr id="30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8"/>
                  <a:stretch>
                    <a:fillRect/>
                  </a:stretch>
                </a:blipFill>
                <a:ln>
                  <a:noFill/>
                </a:ln>
              </p:spPr>
              <p:txBody>
                <a:bodyPr/>
                <a:lstStyle/>
                <a:p>
                  <a:r>
                    <a:rPr lang="en-NL">
                      <a:noFill/>
                    </a:rPr>
                    <a:t> </a:t>
                  </a:r>
                </a:p>
              </p:txBody>
            </p:sp>
          </mc:Fallback>
        </mc:AlternateContent>
      </p:grpSp>
      <p:grpSp>
        <p:nvGrpSpPr>
          <p:cNvPr id="3073" name="Readout 1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30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30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30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150"/>
                                  </p:stCondLst>
                                  <p:childTnLst>
                                    <p:animEffect transition="out" filter="fade">
                                      <p:cBhvr>
                                        <p:cTn id="6" dur="200"/>
                                        <p:tgtEl>
                                          <p:spTgt spid="2100"/>
                                        </p:tgtEl>
                                      </p:cBhvr>
                                    </p:animEffect>
                                    <p:set>
                                      <p:cBhvr>
                                        <p:cTn id="7" dur="1" fill="hold">
                                          <p:stCondLst>
                                            <p:cond delay="199"/>
                                          </p:stCondLst>
                                        </p:cTn>
                                        <p:tgtEl>
                                          <p:spTgt spid="2100"/>
                                        </p:tgtEl>
                                        <p:attrNameLst>
                                          <p:attrName>style.visibility</p:attrName>
                                        </p:attrNameLst>
                                      </p:cBhvr>
                                      <p:to>
                                        <p:strVal val="hidden"/>
                                      </p:to>
                                    </p:set>
                                  </p:childTnLst>
                                </p:cTn>
                              </p:par>
                              <p:par>
                                <p:cTn id="8" presetID="10" presetClass="entr" presetSubtype="0" fill="hold" nodeType="withEffect">
                                  <p:stCondLst>
                                    <p:cond delay="15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200"/>
                                        <p:tgtEl>
                                          <p:spTgt spid="2"/>
                                        </p:tgtEl>
                                      </p:cBhvr>
                                    </p:animEffect>
                                  </p:childTnLst>
                                </p:cTn>
                              </p:par>
                              <p:par>
                                <p:cTn id="11" presetID="1" presetClass="mediacall" presetSubtype="0" fill="hold" nodeType="withEffect">
                                  <p:stCondLst>
                                    <p:cond delay="400"/>
                                  </p:stCondLst>
                                  <p:childTnLst>
                                    <p:cmd type="call" cmd="playFrom(0.0)">
                                      <p:cBhvr>
                                        <p:cTn id="12" dur="12000" fill="hold"/>
                                        <p:tgtEl>
                                          <p:spTgt spid="2"/>
                                        </p:tgtEl>
                                      </p:cBhvr>
                                    </p:cmd>
                                  </p:childTnLst>
                                </p:cTn>
                              </p:par>
                              <p:par>
                                <p:cTn id="13" presetID="10" presetClass="entr" presetSubtype="0" fill="hold" nodeType="withEffect">
                                  <p:stCondLst>
                                    <p:cond delay="400"/>
                                  </p:stCondLst>
                                  <p:childTnLst>
                                    <p:set>
                                      <p:cBhvr>
                                        <p:cTn id="14" dur="1" fill="hold">
                                          <p:stCondLst>
                                            <p:cond delay="0"/>
                                          </p:stCondLst>
                                        </p:cTn>
                                        <p:tgtEl>
                                          <p:spTgt spid="2215"/>
                                        </p:tgtEl>
                                        <p:attrNameLst>
                                          <p:attrName>style.visibility</p:attrName>
                                        </p:attrNameLst>
                                      </p:cBhvr>
                                      <p:to>
                                        <p:strVal val="visible"/>
                                      </p:to>
                                    </p:set>
                                    <p:animEffect transition="in" filter="fade">
                                      <p:cBhvr>
                                        <p:cTn id="15" dur="1"/>
                                        <p:tgtEl>
                                          <p:spTgt spid="2215"/>
                                        </p:tgtEl>
                                      </p:cBhvr>
                                    </p:animEffect>
                                  </p:childTnLst>
                                </p:cTn>
                              </p:par>
                              <p:par>
                                <p:cTn id="16" presetID="10" presetClass="exit" presetSubtype="0" fill="hold" nodeType="withEffect">
                                  <p:stCondLst>
                                    <p:cond delay="483"/>
                                  </p:stCondLst>
                                  <p:childTnLst>
                                    <p:animEffect transition="out" filter="fade">
                                      <p:cBhvr>
                                        <p:cTn id="17" dur="1"/>
                                        <p:tgtEl>
                                          <p:spTgt spid="2215"/>
                                        </p:tgtEl>
                                      </p:cBhvr>
                                    </p:animEffect>
                                    <p:set>
                                      <p:cBhvr>
                                        <p:cTn id="18" dur="1" fill="hold">
                                          <p:stCondLst>
                                            <p:cond delay="0"/>
                                          </p:stCondLst>
                                        </p:cTn>
                                        <p:tgtEl>
                                          <p:spTgt spid="2215"/>
                                        </p:tgtEl>
                                        <p:attrNameLst>
                                          <p:attrName>style.visibility</p:attrName>
                                        </p:attrNameLst>
                                      </p:cBhvr>
                                      <p:to>
                                        <p:strVal val="hidden"/>
                                      </p:to>
                                    </p:set>
                                  </p:childTnLst>
                                </p:cTn>
                              </p:par>
                              <p:par>
                                <p:cTn id="19" presetID="10" presetClass="entr" presetSubtype="0" fill="hold" nodeType="withEffect">
                                  <p:stCondLst>
                                    <p:cond delay="483"/>
                                  </p:stCondLst>
                                  <p:childTnLst>
                                    <p:set>
                                      <p:cBhvr>
                                        <p:cTn id="20" dur="1" fill="hold">
                                          <p:stCondLst>
                                            <p:cond delay="0"/>
                                          </p:stCondLst>
                                        </p:cTn>
                                        <p:tgtEl>
                                          <p:spTgt spid="2221"/>
                                        </p:tgtEl>
                                        <p:attrNameLst>
                                          <p:attrName>style.visibility</p:attrName>
                                        </p:attrNameLst>
                                      </p:cBhvr>
                                      <p:to>
                                        <p:strVal val="visible"/>
                                      </p:to>
                                    </p:set>
                                    <p:animEffect transition="in" filter="fade">
                                      <p:cBhvr>
                                        <p:cTn id="21" dur="1"/>
                                        <p:tgtEl>
                                          <p:spTgt spid="2221"/>
                                        </p:tgtEl>
                                      </p:cBhvr>
                                    </p:animEffect>
                                  </p:childTnLst>
                                </p:cTn>
                              </p:par>
                              <p:par>
                                <p:cTn id="22" presetID="10" presetClass="exit" presetSubtype="0" fill="hold" nodeType="withEffect">
                                  <p:stCondLst>
                                    <p:cond delay="567"/>
                                  </p:stCondLst>
                                  <p:childTnLst>
                                    <p:animEffect transition="out" filter="fade">
                                      <p:cBhvr>
                                        <p:cTn id="23" dur="1"/>
                                        <p:tgtEl>
                                          <p:spTgt spid="2221"/>
                                        </p:tgtEl>
                                      </p:cBhvr>
                                    </p:animEffect>
                                    <p:set>
                                      <p:cBhvr>
                                        <p:cTn id="24" dur="1" fill="hold">
                                          <p:stCondLst>
                                            <p:cond delay="0"/>
                                          </p:stCondLst>
                                        </p:cTn>
                                        <p:tgtEl>
                                          <p:spTgt spid="2221"/>
                                        </p:tgtEl>
                                        <p:attrNameLst>
                                          <p:attrName>style.visibility</p:attrName>
                                        </p:attrNameLst>
                                      </p:cBhvr>
                                      <p:to>
                                        <p:strVal val="hidden"/>
                                      </p:to>
                                    </p:set>
                                  </p:childTnLst>
                                </p:cTn>
                              </p:par>
                              <p:par>
                                <p:cTn id="25" presetID="10" presetClass="entr" presetSubtype="0" fill="hold" nodeType="withEffect">
                                  <p:stCondLst>
                                    <p:cond delay="567"/>
                                  </p:stCondLst>
                                  <p:childTnLst>
                                    <p:set>
                                      <p:cBhvr>
                                        <p:cTn id="26" dur="1" fill="hold">
                                          <p:stCondLst>
                                            <p:cond delay="0"/>
                                          </p:stCondLst>
                                        </p:cTn>
                                        <p:tgtEl>
                                          <p:spTgt spid="2227"/>
                                        </p:tgtEl>
                                        <p:attrNameLst>
                                          <p:attrName>style.visibility</p:attrName>
                                        </p:attrNameLst>
                                      </p:cBhvr>
                                      <p:to>
                                        <p:strVal val="visible"/>
                                      </p:to>
                                    </p:set>
                                    <p:animEffect transition="in" filter="fade">
                                      <p:cBhvr>
                                        <p:cTn id="27" dur="1"/>
                                        <p:tgtEl>
                                          <p:spTgt spid="2227"/>
                                        </p:tgtEl>
                                      </p:cBhvr>
                                    </p:animEffect>
                                  </p:childTnLst>
                                </p:cTn>
                              </p:par>
                              <p:par>
                                <p:cTn id="28" presetID="10" presetClass="exit" presetSubtype="0" fill="hold" nodeType="withEffect">
                                  <p:stCondLst>
                                    <p:cond delay="650"/>
                                  </p:stCondLst>
                                  <p:childTnLst>
                                    <p:animEffect transition="out" filter="fade">
                                      <p:cBhvr>
                                        <p:cTn id="29" dur="1"/>
                                        <p:tgtEl>
                                          <p:spTgt spid="2227"/>
                                        </p:tgtEl>
                                      </p:cBhvr>
                                    </p:animEffect>
                                    <p:set>
                                      <p:cBhvr>
                                        <p:cTn id="30" dur="1" fill="hold">
                                          <p:stCondLst>
                                            <p:cond delay="0"/>
                                          </p:stCondLst>
                                        </p:cTn>
                                        <p:tgtEl>
                                          <p:spTgt spid="2227"/>
                                        </p:tgtEl>
                                        <p:attrNameLst>
                                          <p:attrName>style.visibility</p:attrName>
                                        </p:attrNameLst>
                                      </p:cBhvr>
                                      <p:to>
                                        <p:strVal val="hidden"/>
                                      </p:to>
                                    </p:set>
                                  </p:childTnLst>
                                </p:cTn>
                              </p:par>
                              <p:par>
                                <p:cTn id="31" presetID="10" presetClass="entr" presetSubtype="0" fill="hold" nodeType="withEffect">
                                  <p:stCondLst>
                                    <p:cond delay="650"/>
                                  </p:stCondLst>
                                  <p:childTnLst>
                                    <p:set>
                                      <p:cBhvr>
                                        <p:cTn id="32" dur="1" fill="hold">
                                          <p:stCondLst>
                                            <p:cond delay="0"/>
                                          </p:stCondLst>
                                        </p:cTn>
                                        <p:tgtEl>
                                          <p:spTgt spid="2233"/>
                                        </p:tgtEl>
                                        <p:attrNameLst>
                                          <p:attrName>style.visibility</p:attrName>
                                        </p:attrNameLst>
                                      </p:cBhvr>
                                      <p:to>
                                        <p:strVal val="visible"/>
                                      </p:to>
                                    </p:set>
                                    <p:animEffect transition="in" filter="fade">
                                      <p:cBhvr>
                                        <p:cTn id="33" dur="1"/>
                                        <p:tgtEl>
                                          <p:spTgt spid="2233"/>
                                        </p:tgtEl>
                                      </p:cBhvr>
                                    </p:animEffect>
                                  </p:childTnLst>
                                </p:cTn>
                              </p:par>
                              <p:par>
                                <p:cTn id="34" presetID="10" presetClass="exit" presetSubtype="0" fill="hold" nodeType="withEffect">
                                  <p:stCondLst>
                                    <p:cond delay="733"/>
                                  </p:stCondLst>
                                  <p:childTnLst>
                                    <p:animEffect transition="out" filter="fade">
                                      <p:cBhvr>
                                        <p:cTn id="35" dur="1"/>
                                        <p:tgtEl>
                                          <p:spTgt spid="2233"/>
                                        </p:tgtEl>
                                      </p:cBhvr>
                                    </p:animEffect>
                                    <p:set>
                                      <p:cBhvr>
                                        <p:cTn id="36" dur="1" fill="hold">
                                          <p:stCondLst>
                                            <p:cond delay="0"/>
                                          </p:stCondLst>
                                        </p:cTn>
                                        <p:tgtEl>
                                          <p:spTgt spid="2233"/>
                                        </p:tgtEl>
                                        <p:attrNameLst>
                                          <p:attrName>style.visibility</p:attrName>
                                        </p:attrNameLst>
                                      </p:cBhvr>
                                      <p:to>
                                        <p:strVal val="hidden"/>
                                      </p:to>
                                    </p:set>
                                  </p:childTnLst>
                                </p:cTn>
                              </p:par>
                              <p:par>
                                <p:cTn id="37" presetID="10" presetClass="entr" presetSubtype="0" fill="hold" nodeType="withEffect">
                                  <p:stCondLst>
                                    <p:cond delay="733"/>
                                  </p:stCondLst>
                                  <p:childTnLst>
                                    <p:set>
                                      <p:cBhvr>
                                        <p:cTn id="38" dur="1" fill="hold">
                                          <p:stCondLst>
                                            <p:cond delay="0"/>
                                          </p:stCondLst>
                                        </p:cTn>
                                        <p:tgtEl>
                                          <p:spTgt spid="2239"/>
                                        </p:tgtEl>
                                        <p:attrNameLst>
                                          <p:attrName>style.visibility</p:attrName>
                                        </p:attrNameLst>
                                      </p:cBhvr>
                                      <p:to>
                                        <p:strVal val="visible"/>
                                      </p:to>
                                    </p:set>
                                    <p:animEffect transition="in" filter="fade">
                                      <p:cBhvr>
                                        <p:cTn id="39" dur="1"/>
                                        <p:tgtEl>
                                          <p:spTgt spid="2239"/>
                                        </p:tgtEl>
                                      </p:cBhvr>
                                    </p:animEffect>
                                  </p:childTnLst>
                                </p:cTn>
                              </p:par>
                              <p:par>
                                <p:cTn id="40" presetID="10" presetClass="exit" presetSubtype="0" fill="hold" nodeType="withEffect">
                                  <p:stCondLst>
                                    <p:cond delay="817"/>
                                  </p:stCondLst>
                                  <p:childTnLst>
                                    <p:animEffect transition="out" filter="fade">
                                      <p:cBhvr>
                                        <p:cTn id="41" dur="1"/>
                                        <p:tgtEl>
                                          <p:spTgt spid="2239"/>
                                        </p:tgtEl>
                                      </p:cBhvr>
                                    </p:animEffect>
                                    <p:set>
                                      <p:cBhvr>
                                        <p:cTn id="42" dur="1" fill="hold">
                                          <p:stCondLst>
                                            <p:cond delay="0"/>
                                          </p:stCondLst>
                                        </p:cTn>
                                        <p:tgtEl>
                                          <p:spTgt spid="2239"/>
                                        </p:tgtEl>
                                        <p:attrNameLst>
                                          <p:attrName>style.visibility</p:attrName>
                                        </p:attrNameLst>
                                      </p:cBhvr>
                                      <p:to>
                                        <p:strVal val="hidden"/>
                                      </p:to>
                                    </p:set>
                                  </p:childTnLst>
                                </p:cTn>
                              </p:par>
                              <p:par>
                                <p:cTn id="43" presetID="10" presetClass="entr" presetSubtype="0" fill="hold" nodeType="withEffect">
                                  <p:stCondLst>
                                    <p:cond delay="817"/>
                                  </p:stCondLst>
                                  <p:childTnLst>
                                    <p:set>
                                      <p:cBhvr>
                                        <p:cTn id="44" dur="1" fill="hold">
                                          <p:stCondLst>
                                            <p:cond delay="0"/>
                                          </p:stCondLst>
                                        </p:cTn>
                                        <p:tgtEl>
                                          <p:spTgt spid="2245"/>
                                        </p:tgtEl>
                                        <p:attrNameLst>
                                          <p:attrName>style.visibility</p:attrName>
                                        </p:attrNameLst>
                                      </p:cBhvr>
                                      <p:to>
                                        <p:strVal val="visible"/>
                                      </p:to>
                                    </p:set>
                                    <p:animEffect transition="in" filter="fade">
                                      <p:cBhvr>
                                        <p:cTn id="45" dur="1"/>
                                        <p:tgtEl>
                                          <p:spTgt spid="2245"/>
                                        </p:tgtEl>
                                      </p:cBhvr>
                                    </p:animEffect>
                                  </p:childTnLst>
                                </p:cTn>
                              </p:par>
                              <p:par>
                                <p:cTn id="46" presetID="10" presetClass="exit" presetSubtype="0" fill="hold" nodeType="withEffect">
                                  <p:stCondLst>
                                    <p:cond delay="900"/>
                                  </p:stCondLst>
                                  <p:childTnLst>
                                    <p:animEffect transition="out" filter="fade">
                                      <p:cBhvr>
                                        <p:cTn id="47" dur="1"/>
                                        <p:tgtEl>
                                          <p:spTgt spid="2245"/>
                                        </p:tgtEl>
                                      </p:cBhvr>
                                    </p:animEffect>
                                    <p:set>
                                      <p:cBhvr>
                                        <p:cTn id="48" dur="1" fill="hold">
                                          <p:stCondLst>
                                            <p:cond delay="0"/>
                                          </p:stCondLst>
                                        </p:cTn>
                                        <p:tgtEl>
                                          <p:spTgt spid="2245"/>
                                        </p:tgtEl>
                                        <p:attrNameLst>
                                          <p:attrName>style.visibility</p:attrName>
                                        </p:attrNameLst>
                                      </p:cBhvr>
                                      <p:to>
                                        <p:strVal val="hidden"/>
                                      </p:to>
                                    </p:set>
                                  </p:childTnLst>
                                </p:cTn>
                              </p:par>
                              <p:par>
                                <p:cTn id="49" presetID="10" presetClass="entr" presetSubtype="0" fill="hold" nodeType="withEffect">
                                  <p:stCondLst>
                                    <p:cond delay="900"/>
                                  </p:stCondLst>
                                  <p:childTnLst>
                                    <p:set>
                                      <p:cBhvr>
                                        <p:cTn id="50" dur="1" fill="hold">
                                          <p:stCondLst>
                                            <p:cond delay="0"/>
                                          </p:stCondLst>
                                        </p:cTn>
                                        <p:tgtEl>
                                          <p:spTgt spid="2251"/>
                                        </p:tgtEl>
                                        <p:attrNameLst>
                                          <p:attrName>style.visibility</p:attrName>
                                        </p:attrNameLst>
                                      </p:cBhvr>
                                      <p:to>
                                        <p:strVal val="visible"/>
                                      </p:to>
                                    </p:set>
                                    <p:animEffect transition="in" filter="fade">
                                      <p:cBhvr>
                                        <p:cTn id="51" dur="1"/>
                                        <p:tgtEl>
                                          <p:spTgt spid="2251"/>
                                        </p:tgtEl>
                                      </p:cBhvr>
                                    </p:animEffect>
                                  </p:childTnLst>
                                </p:cTn>
                              </p:par>
                              <p:par>
                                <p:cTn id="52" presetID="10" presetClass="exit" presetSubtype="0" fill="hold" nodeType="withEffect">
                                  <p:stCondLst>
                                    <p:cond delay="983"/>
                                  </p:stCondLst>
                                  <p:childTnLst>
                                    <p:animEffect transition="out" filter="fade">
                                      <p:cBhvr>
                                        <p:cTn id="53" dur="1"/>
                                        <p:tgtEl>
                                          <p:spTgt spid="2251"/>
                                        </p:tgtEl>
                                      </p:cBhvr>
                                    </p:animEffect>
                                    <p:set>
                                      <p:cBhvr>
                                        <p:cTn id="54" dur="1" fill="hold">
                                          <p:stCondLst>
                                            <p:cond delay="0"/>
                                          </p:stCondLst>
                                        </p:cTn>
                                        <p:tgtEl>
                                          <p:spTgt spid="2251"/>
                                        </p:tgtEl>
                                        <p:attrNameLst>
                                          <p:attrName>style.visibility</p:attrName>
                                        </p:attrNameLst>
                                      </p:cBhvr>
                                      <p:to>
                                        <p:strVal val="hidden"/>
                                      </p:to>
                                    </p:set>
                                  </p:childTnLst>
                                </p:cTn>
                              </p:par>
                              <p:par>
                                <p:cTn id="55" presetID="10" presetClass="entr" presetSubtype="0" fill="hold" nodeType="withEffect">
                                  <p:stCondLst>
                                    <p:cond delay="983"/>
                                  </p:stCondLst>
                                  <p:childTnLst>
                                    <p:set>
                                      <p:cBhvr>
                                        <p:cTn id="56" dur="1" fill="hold">
                                          <p:stCondLst>
                                            <p:cond delay="0"/>
                                          </p:stCondLst>
                                        </p:cTn>
                                        <p:tgtEl>
                                          <p:spTgt spid="2257"/>
                                        </p:tgtEl>
                                        <p:attrNameLst>
                                          <p:attrName>style.visibility</p:attrName>
                                        </p:attrNameLst>
                                      </p:cBhvr>
                                      <p:to>
                                        <p:strVal val="visible"/>
                                      </p:to>
                                    </p:set>
                                    <p:animEffect transition="in" filter="fade">
                                      <p:cBhvr>
                                        <p:cTn id="57" dur="1"/>
                                        <p:tgtEl>
                                          <p:spTgt spid="2257"/>
                                        </p:tgtEl>
                                      </p:cBhvr>
                                    </p:animEffect>
                                  </p:childTnLst>
                                </p:cTn>
                              </p:par>
                              <p:par>
                                <p:cTn id="58" presetID="10" presetClass="exit" presetSubtype="0" fill="hold" nodeType="withEffect">
                                  <p:stCondLst>
                                    <p:cond delay="1067"/>
                                  </p:stCondLst>
                                  <p:childTnLst>
                                    <p:animEffect transition="out" filter="fade">
                                      <p:cBhvr>
                                        <p:cTn id="59" dur="1"/>
                                        <p:tgtEl>
                                          <p:spTgt spid="2257"/>
                                        </p:tgtEl>
                                      </p:cBhvr>
                                    </p:animEffect>
                                    <p:set>
                                      <p:cBhvr>
                                        <p:cTn id="60" dur="1" fill="hold">
                                          <p:stCondLst>
                                            <p:cond delay="0"/>
                                          </p:stCondLst>
                                        </p:cTn>
                                        <p:tgtEl>
                                          <p:spTgt spid="2257"/>
                                        </p:tgtEl>
                                        <p:attrNameLst>
                                          <p:attrName>style.visibility</p:attrName>
                                        </p:attrNameLst>
                                      </p:cBhvr>
                                      <p:to>
                                        <p:strVal val="hidden"/>
                                      </p:to>
                                    </p:set>
                                  </p:childTnLst>
                                </p:cTn>
                              </p:par>
                              <p:par>
                                <p:cTn id="61" presetID="10" presetClass="entr" presetSubtype="0" fill="hold" nodeType="withEffect">
                                  <p:stCondLst>
                                    <p:cond delay="1067"/>
                                  </p:stCondLst>
                                  <p:childTnLst>
                                    <p:set>
                                      <p:cBhvr>
                                        <p:cTn id="62" dur="1" fill="hold">
                                          <p:stCondLst>
                                            <p:cond delay="0"/>
                                          </p:stCondLst>
                                        </p:cTn>
                                        <p:tgtEl>
                                          <p:spTgt spid="2263"/>
                                        </p:tgtEl>
                                        <p:attrNameLst>
                                          <p:attrName>style.visibility</p:attrName>
                                        </p:attrNameLst>
                                      </p:cBhvr>
                                      <p:to>
                                        <p:strVal val="visible"/>
                                      </p:to>
                                    </p:set>
                                    <p:animEffect transition="in" filter="fade">
                                      <p:cBhvr>
                                        <p:cTn id="63" dur="1"/>
                                        <p:tgtEl>
                                          <p:spTgt spid="2263"/>
                                        </p:tgtEl>
                                      </p:cBhvr>
                                    </p:animEffect>
                                  </p:childTnLst>
                                </p:cTn>
                              </p:par>
                              <p:par>
                                <p:cTn id="64" presetID="10" presetClass="exit" presetSubtype="0" fill="hold" nodeType="withEffect">
                                  <p:stCondLst>
                                    <p:cond delay="1150"/>
                                  </p:stCondLst>
                                  <p:childTnLst>
                                    <p:animEffect transition="out" filter="fade">
                                      <p:cBhvr>
                                        <p:cTn id="65" dur="1"/>
                                        <p:tgtEl>
                                          <p:spTgt spid="2263"/>
                                        </p:tgtEl>
                                      </p:cBhvr>
                                    </p:animEffect>
                                    <p:set>
                                      <p:cBhvr>
                                        <p:cTn id="66" dur="1" fill="hold">
                                          <p:stCondLst>
                                            <p:cond delay="0"/>
                                          </p:stCondLst>
                                        </p:cTn>
                                        <p:tgtEl>
                                          <p:spTgt spid="2263"/>
                                        </p:tgtEl>
                                        <p:attrNameLst>
                                          <p:attrName>style.visibility</p:attrName>
                                        </p:attrNameLst>
                                      </p:cBhvr>
                                      <p:to>
                                        <p:strVal val="hidden"/>
                                      </p:to>
                                    </p:set>
                                  </p:childTnLst>
                                </p:cTn>
                              </p:par>
                              <p:par>
                                <p:cTn id="67" presetID="10" presetClass="entr" presetSubtype="0" fill="hold" nodeType="withEffect">
                                  <p:stCondLst>
                                    <p:cond delay="1150"/>
                                  </p:stCondLst>
                                  <p:childTnLst>
                                    <p:set>
                                      <p:cBhvr>
                                        <p:cTn id="68" dur="1" fill="hold">
                                          <p:stCondLst>
                                            <p:cond delay="0"/>
                                          </p:stCondLst>
                                        </p:cTn>
                                        <p:tgtEl>
                                          <p:spTgt spid="2269"/>
                                        </p:tgtEl>
                                        <p:attrNameLst>
                                          <p:attrName>style.visibility</p:attrName>
                                        </p:attrNameLst>
                                      </p:cBhvr>
                                      <p:to>
                                        <p:strVal val="visible"/>
                                      </p:to>
                                    </p:set>
                                    <p:animEffect transition="in" filter="fade">
                                      <p:cBhvr>
                                        <p:cTn id="69" dur="1"/>
                                        <p:tgtEl>
                                          <p:spTgt spid="2269"/>
                                        </p:tgtEl>
                                      </p:cBhvr>
                                    </p:animEffect>
                                  </p:childTnLst>
                                </p:cTn>
                              </p:par>
                              <p:par>
                                <p:cTn id="70" presetID="10" presetClass="exit" presetSubtype="0" fill="hold" nodeType="withEffect">
                                  <p:stCondLst>
                                    <p:cond delay="1233"/>
                                  </p:stCondLst>
                                  <p:childTnLst>
                                    <p:animEffect transition="out" filter="fade">
                                      <p:cBhvr>
                                        <p:cTn id="71" dur="1"/>
                                        <p:tgtEl>
                                          <p:spTgt spid="2269"/>
                                        </p:tgtEl>
                                      </p:cBhvr>
                                    </p:animEffect>
                                    <p:set>
                                      <p:cBhvr>
                                        <p:cTn id="72" dur="1" fill="hold">
                                          <p:stCondLst>
                                            <p:cond delay="0"/>
                                          </p:stCondLst>
                                        </p:cTn>
                                        <p:tgtEl>
                                          <p:spTgt spid="2269"/>
                                        </p:tgtEl>
                                        <p:attrNameLst>
                                          <p:attrName>style.visibility</p:attrName>
                                        </p:attrNameLst>
                                      </p:cBhvr>
                                      <p:to>
                                        <p:strVal val="hidden"/>
                                      </p:to>
                                    </p:set>
                                  </p:childTnLst>
                                </p:cTn>
                              </p:par>
                              <p:par>
                                <p:cTn id="73" presetID="10" presetClass="entr" presetSubtype="0" fill="hold" nodeType="withEffect">
                                  <p:stCondLst>
                                    <p:cond delay="1233"/>
                                  </p:stCondLst>
                                  <p:childTnLst>
                                    <p:set>
                                      <p:cBhvr>
                                        <p:cTn id="74" dur="1" fill="hold">
                                          <p:stCondLst>
                                            <p:cond delay="0"/>
                                          </p:stCondLst>
                                        </p:cTn>
                                        <p:tgtEl>
                                          <p:spTgt spid="2275"/>
                                        </p:tgtEl>
                                        <p:attrNameLst>
                                          <p:attrName>style.visibility</p:attrName>
                                        </p:attrNameLst>
                                      </p:cBhvr>
                                      <p:to>
                                        <p:strVal val="visible"/>
                                      </p:to>
                                    </p:set>
                                    <p:animEffect transition="in" filter="fade">
                                      <p:cBhvr>
                                        <p:cTn id="75" dur="1"/>
                                        <p:tgtEl>
                                          <p:spTgt spid="2275"/>
                                        </p:tgtEl>
                                      </p:cBhvr>
                                    </p:animEffect>
                                  </p:childTnLst>
                                </p:cTn>
                              </p:par>
                              <p:par>
                                <p:cTn id="76" presetID="10" presetClass="exit" presetSubtype="0" fill="hold" nodeType="withEffect">
                                  <p:stCondLst>
                                    <p:cond delay="1317"/>
                                  </p:stCondLst>
                                  <p:childTnLst>
                                    <p:animEffect transition="out" filter="fade">
                                      <p:cBhvr>
                                        <p:cTn id="77" dur="1"/>
                                        <p:tgtEl>
                                          <p:spTgt spid="2275"/>
                                        </p:tgtEl>
                                      </p:cBhvr>
                                    </p:animEffect>
                                    <p:set>
                                      <p:cBhvr>
                                        <p:cTn id="78" dur="1" fill="hold">
                                          <p:stCondLst>
                                            <p:cond delay="0"/>
                                          </p:stCondLst>
                                        </p:cTn>
                                        <p:tgtEl>
                                          <p:spTgt spid="2275"/>
                                        </p:tgtEl>
                                        <p:attrNameLst>
                                          <p:attrName>style.visibility</p:attrName>
                                        </p:attrNameLst>
                                      </p:cBhvr>
                                      <p:to>
                                        <p:strVal val="hidden"/>
                                      </p:to>
                                    </p:set>
                                  </p:childTnLst>
                                </p:cTn>
                              </p:par>
                              <p:par>
                                <p:cTn id="79" presetID="10" presetClass="entr" presetSubtype="0" fill="hold" nodeType="withEffect">
                                  <p:stCondLst>
                                    <p:cond delay="1317"/>
                                  </p:stCondLst>
                                  <p:childTnLst>
                                    <p:set>
                                      <p:cBhvr>
                                        <p:cTn id="80" dur="1" fill="hold">
                                          <p:stCondLst>
                                            <p:cond delay="0"/>
                                          </p:stCondLst>
                                        </p:cTn>
                                        <p:tgtEl>
                                          <p:spTgt spid="2281"/>
                                        </p:tgtEl>
                                        <p:attrNameLst>
                                          <p:attrName>style.visibility</p:attrName>
                                        </p:attrNameLst>
                                      </p:cBhvr>
                                      <p:to>
                                        <p:strVal val="visible"/>
                                      </p:to>
                                    </p:set>
                                    <p:animEffect transition="in" filter="fade">
                                      <p:cBhvr>
                                        <p:cTn id="81" dur="1"/>
                                        <p:tgtEl>
                                          <p:spTgt spid="2281"/>
                                        </p:tgtEl>
                                      </p:cBhvr>
                                    </p:animEffect>
                                  </p:childTnLst>
                                </p:cTn>
                              </p:par>
                              <p:par>
                                <p:cTn id="82" presetID="10" presetClass="exit" presetSubtype="0" fill="hold" nodeType="withEffect">
                                  <p:stCondLst>
                                    <p:cond delay="1400"/>
                                  </p:stCondLst>
                                  <p:childTnLst>
                                    <p:animEffect transition="out" filter="fade">
                                      <p:cBhvr>
                                        <p:cTn id="83" dur="1"/>
                                        <p:tgtEl>
                                          <p:spTgt spid="2281"/>
                                        </p:tgtEl>
                                      </p:cBhvr>
                                    </p:animEffect>
                                    <p:set>
                                      <p:cBhvr>
                                        <p:cTn id="84" dur="1" fill="hold">
                                          <p:stCondLst>
                                            <p:cond delay="0"/>
                                          </p:stCondLst>
                                        </p:cTn>
                                        <p:tgtEl>
                                          <p:spTgt spid="2281"/>
                                        </p:tgtEl>
                                        <p:attrNameLst>
                                          <p:attrName>style.visibility</p:attrName>
                                        </p:attrNameLst>
                                      </p:cBhvr>
                                      <p:to>
                                        <p:strVal val="hidden"/>
                                      </p:to>
                                    </p:set>
                                  </p:childTnLst>
                                </p:cTn>
                              </p:par>
                              <p:par>
                                <p:cTn id="85" presetID="10" presetClass="entr" presetSubtype="0" fill="hold" nodeType="withEffect">
                                  <p:stCondLst>
                                    <p:cond delay="1400"/>
                                  </p:stCondLst>
                                  <p:childTnLst>
                                    <p:set>
                                      <p:cBhvr>
                                        <p:cTn id="86" dur="1" fill="hold">
                                          <p:stCondLst>
                                            <p:cond delay="0"/>
                                          </p:stCondLst>
                                        </p:cTn>
                                        <p:tgtEl>
                                          <p:spTgt spid="2287"/>
                                        </p:tgtEl>
                                        <p:attrNameLst>
                                          <p:attrName>style.visibility</p:attrName>
                                        </p:attrNameLst>
                                      </p:cBhvr>
                                      <p:to>
                                        <p:strVal val="visible"/>
                                      </p:to>
                                    </p:set>
                                    <p:animEffect transition="in" filter="fade">
                                      <p:cBhvr>
                                        <p:cTn id="87" dur="1"/>
                                        <p:tgtEl>
                                          <p:spTgt spid="2287"/>
                                        </p:tgtEl>
                                      </p:cBhvr>
                                    </p:animEffect>
                                  </p:childTnLst>
                                </p:cTn>
                              </p:par>
                              <p:par>
                                <p:cTn id="88" presetID="10" presetClass="exit" presetSubtype="0" fill="hold" nodeType="withEffect">
                                  <p:stCondLst>
                                    <p:cond delay="1483"/>
                                  </p:stCondLst>
                                  <p:childTnLst>
                                    <p:animEffect transition="out" filter="fade">
                                      <p:cBhvr>
                                        <p:cTn id="89" dur="1"/>
                                        <p:tgtEl>
                                          <p:spTgt spid="2287"/>
                                        </p:tgtEl>
                                      </p:cBhvr>
                                    </p:animEffect>
                                    <p:set>
                                      <p:cBhvr>
                                        <p:cTn id="90" dur="1" fill="hold">
                                          <p:stCondLst>
                                            <p:cond delay="0"/>
                                          </p:stCondLst>
                                        </p:cTn>
                                        <p:tgtEl>
                                          <p:spTgt spid="2287"/>
                                        </p:tgtEl>
                                        <p:attrNameLst>
                                          <p:attrName>style.visibility</p:attrName>
                                        </p:attrNameLst>
                                      </p:cBhvr>
                                      <p:to>
                                        <p:strVal val="hidden"/>
                                      </p:to>
                                    </p:set>
                                  </p:childTnLst>
                                </p:cTn>
                              </p:par>
                              <p:par>
                                <p:cTn id="91" presetID="10" presetClass="entr" presetSubtype="0" fill="hold" nodeType="withEffect">
                                  <p:stCondLst>
                                    <p:cond delay="1483"/>
                                  </p:stCondLst>
                                  <p:childTnLst>
                                    <p:set>
                                      <p:cBhvr>
                                        <p:cTn id="92" dur="1" fill="hold">
                                          <p:stCondLst>
                                            <p:cond delay="0"/>
                                          </p:stCondLst>
                                        </p:cTn>
                                        <p:tgtEl>
                                          <p:spTgt spid="2293"/>
                                        </p:tgtEl>
                                        <p:attrNameLst>
                                          <p:attrName>style.visibility</p:attrName>
                                        </p:attrNameLst>
                                      </p:cBhvr>
                                      <p:to>
                                        <p:strVal val="visible"/>
                                      </p:to>
                                    </p:set>
                                    <p:animEffect transition="in" filter="fade">
                                      <p:cBhvr>
                                        <p:cTn id="93" dur="1"/>
                                        <p:tgtEl>
                                          <p:spTgt spid="2293"/>
                                        </p:tgtEl>
                                      </p:cBhvr>
                                    </p:animEffect>
                                  </p:childTnLst>
                                </p:cTn>
                              </p:par>
                              <p:par>
                                <p:cTn id="94" presetID="10" presetClass="exit" presetSubtype="0" fill="hold" nodeType="withEffect">
                                  <p:stCondLst>
                                    <p:cond delay="1567"/>
                                  </p:stCondLst>
                                  <p:childTnLst>
                                    <p:animEffect transition="out" filter="fade">
                                      <p:cBhvr>
                                        <p:cTn id="95" dur="1"/>
                                        <p:tgtEl>
                                          <p:spTgt spid="2293"/>
                                        </p:tgtEl>
                                      </p:cBhvr>
                                    </p:animEffect>
                                    <p:set>
                                      <p:cBhvr>
                                        <p:cTn id="96" dur="1" fill="hold">
                                          <p:stCondLst>
                                            <p:cond delay="0"/>
                                          </p:stCondLst>
                                        </p:cTn>
                                        <p:tgtEl>
                                          <p:spTgt spid="2293"/>
                                        </p:tgtEl>
                                        <p:attrNameLst>
                                          <p:attrName>style.visibility</p:attrName>
                                        </p:attrNameLst>
                                      </p:cBhvr>
                                      <p:to>
                                        <p:strVal val="hidden"/>
                                      </p:to>
                                    </p:set>
                                  </p:childTnLst>
                                </p:cTn>
                              </p:par>
                              <p:par>
                                <p:cTn id="97" presetID="10" presetClass="entr" presetSubtype="0" fill="hold" nodeType="withEffect">
                                  <p:stCondLst>
                                    <p:cond delay="1567"/>
                                  </p:stCondLst>
                                  <p:childTnLst>
                                    <p:set>
                                      <p:cBhvr>
                                        <p:cTn id="98" dur="1" fill="hold">
                                          <p:stCondLst>
                                            <p:cond delay="0"/>
                                          </p:stCondLst>
                                        </p:cTn>
                                        <p:tgtEl>
                                          <p:spTgt spid="2299"/>
                                        </p:tgtEl>
                                        <p:attrNameLst>
                                          <p:attrName>style.visibility</p:attrName>
                                        </p:attrNameLst>
                                      </p:cBhvr>
                                      <p:to>
                                        <p:strVal val="visible"/>
                                      </p:to>
                                    </p:set>
                                    <p:animEffect transition="in" filter="fade">
                                      <p:cBhvr>
                                        <p:cTn id="99" dur="1"/>
                                        <p:tgtEl>
                                          <p:spTgt spid="2299"/>
                                        </p:tgtEl>
                                      </p:cBhvr>
                                    </p:animEffect>
                                  </p:childTnLst>
                                </p:cTn>
                              </p:par>
                              <p:par>
                                <p:cTn id="100" presetID="10" presetClass="exit" presetSubtype="0" fill="hold" nodeType="withEffect">
                                  <p:stCondLst>
                                    <p:cond delay="1650"/>
                                  </p:stCondLst>
                                  <p:childTnLst>
                                    <p:animEffect transition="out" filter="fade">
                                      <p:cBhvr>
                                        <p:cTn id="101" dur="1"/>
                                        <p:tgtEl>
                                          <p:spTgt spid="2299"/>
                                        </p:tgtEl>
                                      </p:cBhvr>
                                    </p:animEffect>
                                    <p:set>
                                      <p:cBhvr>
                                        <p:cTn id="102" dur="1" fill="hold">
                                          <p:stCondLst>
                                            <p:cond delay="0"/>
                                          </p:stCondLst>
                                        </p:cTn>
                                        <p:tgtEl>
                                          <p:spTgt spid="2299"/>
                                        </p:tgtEl>
                                        <p:attrNameLst>
                                          <p:attrName>style.visibility</p:attrName>
                                        </p:attrNameLst>
                                      </p:cBhvr>
                                      <p:to>
                                        <p:strVal val="hidden"/>
                                      </p:to>
                                    </p:set>
                                  </p:childTnLst>
                                </p:cTn>
                              </p:par>
                              <p:par>
                                <p:cTn id="103" presetID="10" presetClass="entr" presetSubtype="0" fill="hold" nodeType="withEffect">
                                  <p:stCondLst>
                                    <p:cond delay="1650"/>
                                  </p:stCondLst>
                                  <p:childTnLst>
                                    <p:set>
                                      <p:cBhvr>
                                        <p:cTn id="104" dur="1" fill="hold">
                                          <p:stCondLst>
                                            <p:cond delay="0"/>
                                          </p:stCondLst>
                                        </p:cTn>
                                        <p:tgtEl>
                                          <p:spTgt spid="2305"/>
                                        </p:tgtEl>
                                        <p:attrNameLst>
                                          <p:attrName>style.visibility</p:attrName>
                                        </p:attrNameLst>
                                      </p:cBhvr>
                                      <p:to>
                                        <p:strVal val="visible"/>
                                      </p:to>
                                    </p:set>
                                    <p:animEffect transition="in" filter="fade">
                                      <p:cBhvr>
                                        <p:cTn id="105" dur="1"/>
                                        <p:tgtEl>
                                          <p:spTgt spid="2305"/>
                                        </p:tgtEl>
                                      </p:cBhvr>
                                    </p:animEffect>
                                  </p:childTnLst>
                                </p:cTn>
                              </p:par>
                              <p:par>
                                <p:cTn id="106" presetID="10" presetClass="exit" presetSubtype="0" fill="hold" nodeType="withEffect">
                                  <p:stCondLst>
                                    <p:cond delay="1733"/>
                                  </p:stCondLst>
                                  <p:childTnLst>
                                    <p:animEffect transition="out" filter="fade">
                                      <p:cBhvr>
                                        <p:cTn id="107" dur="1"/>
                                        <p:tgtEl>
                                          <p:spTgt spid="2305"/>
                                        </p:tgtEl>
                                      </p:cBhvr>
                                    </p:animEffect>
                                    <p:set>
                                      <p:cBhvr>
                                        <p:cTn id="108" dur="1" fill="hold">
                                          <p:stCondLst>
                                            <p:cond delay="0"/>
                                          </p:stCondLst>
                                        </p:cTn>
                                        <p:tgtEl>
                                          <p:spTgt spid="2305"/>
                                        </p:tgtEl>
                                        <p:attrNameLst>
                                          <p:attrName>style.visibility</p:attrName>
                                        </p:attrNameLst>
                                      </p:cBhvr>
                                      <p:to>
                                        <p:strVal val="hidden"/>
                                      </p:to>
                                    </p:set>
                                  </p:childTnLst>
                                </p:cTn>
                              </p:par>
                              <p:par>
                                <p:cTn id="109" presetID="10" presetClass="entr" presetSubtype="0" fill="hold" nodeType="withEffect">
                                  <p:stCondLst>
                                    <p:cond delay="1733"/>
                                  </p:stCondLst>
                                  <p:childTnLst>
                                    <p:set>
                                      <p:cBhvr>
                                        <p:cTn id="110" dur="1" fill="hold">
                                          <p:stCondLst>
                                            <p:cond delay="0"/>
                                          </p:stCondLst>
                                        </p:cTn>
                                        <p:tgtEl>
                                          <p:spTgt spid="2311"/>
                                        </p:tgtEl>
                                        <p:attrNameLst>
                                          <p:attrName>style.visibility</p:attrName>
                                        </p:attrNameLst>
                                      </p:cBhvr>
                                      <p:to>
                                        <p:strVal val="visible"/>
                                      </p:to>
                                    </p:set>
                                    <p:animEffect transition="in" filter="fade">
                                      <p:cBhvr>
                                        <p:cTn id="111" dur="1"/>
                                        <p:tgtEl>
                                          <p:spTgt spid="2311"/>
                                        </p:tgtEl>
                                      </p:cBhvr>
                                    </p:animEffect>
                                  </p:childTnLst>
                                </p:cTn>
                              </p:par>
                              <p:par>
                                <p:cTn id="112" presetID="10" presetClass="exit" presetSubtype="0" fill="hold" nodeType="withEffect">
                                  <p:stCondLst>
                                    <p:cond delay="1817"/>
                                  </p:stCondLst>
                                  <p:childTnLst>
                                    <p:animEffect transition="out" filter="fade">
                                      <p:cBhvr>
                                        <p:cTn id="113" dur="1"/>
                                        <p:tgtEl>
                                          <p:spTgt spid="2311"/>
                                        </p:tgtEl>
                                      </p:cBhvr>
                                    </p:animEffect>
                                    <p:set>
                                      <p:cBhvr>
                                        <p:cTn id="114" dur="1" fill="hold">
                                          <p:stCondLst>
                                            <p:cond delay="0"/>
                                          </p:stCondLst>
                                        </p:cTn>
                                        <p:tgtEl>
                                          <p:spTgt spid="2311"/>
                                        </p:tgtEl>
                                        <p:attrNameLst>
                                          <p:attrName>style.visibility</p:attrName>
                                        </p:attrNameLst>
                                      </p:cBhvr>
                                      <p:to>
                                        <p:strVal val="hidden"/>
                                      </p:to>
                                    </p:set>
                                  </p:childTnLst>
                                </p:cTn>
                              </p:par>
                              <p:par>
                                <p:cTn id="115" presetID="10" presetClass="entr" presetSubtype="0" fill="hold" nodeType="withEffect">
                                  <p:stCondLst>
                                    <p:cond delay="1817"/>
                                  </p:stCondLst>
                                  <p:childTnLst>
                                    <p:set>
                                      <p:cBhvr>
                                        <p:cTn id="116" dur="1" fill="hold">
                                          <p:stCondLst>
                                            <p:cond delay="0"/>
                                          </p:stCondLst>
                                        </p:cTn>
                                        <p:tgtEl>
                                          <p:spTgt spid="2317"/>
                                        </p:tgtEl>
                                        <p:attrNameLst>
                                          <p:attrName>style.visibility</p:attrName>
                                        </p:attrNameLst>
                                      </p:cBhvr>
                                      <p:to>
                                        <p:strVal val="visible"/>
                                      </p:to>
                                    </p:set>
                                    <p:animEffect transition="in" filter="fade">
                                      <p:cBhvr>
                                        <p:cTn id="117" dur="1"/>
                                        <p:tgtEl>
                                          <p:spTgt spid="2317"/>
                                        </p:tgtEl>
                                      </p:cBhvr>
                                    </p:animEffect>
                                  </p:childTnLst>
                                </p:cTn>
                              </p:par>
                              <p:par>
                                <p:cTn id="118" presetID="10" presetClass="exit" presetSubtype="0" fill="hold" nodeType="withEffect">
                                  <p:stCondLst>
                                    <p:cond delay="1900"/>
                                  </p:stCondLst>
                                  <p:childTnLst>
                                    <p:animEffect transition="out" filter="fade">
                                      <p:cBhvr>
                                        <p:cTn id="119" dur="1"/>
                                        <p:tgtEl>
                                          <p:spTgt spid="2317"/>
                                        </p:tgtEl>
                                      </p:cBhvr>
                                    </p:animEffect>
                                    <p:set>
                                      <p:cBhvr>
                                        <p:cTn id="120" dur="1" fill="hold">
                                          <p:stCondLst>
                                            <p:cond delay="0"/>
                                          </p:stCondLst>
                                        </p:cTn>
                                        <p:tgtEl>
                                          <p:spTgt spid="2317"/>
                                        </p:tgtEl>
                                        <p:attrNameLst>
                                          <p:attrName>style.visibility</p:attrName>
                                        </p:attrNameLst>
                                      </p:cBhvr>
                                      <p:to>
                                        <p:strVal val="hidden"/>
                                      </p:to>
                                    </p:set>
                                  </p:childTnLst>
                                </p:cTn>
                              </p:par>
                              <p:par>
                                <p:cTn id="121" presetID="10" presetClass="entr" presetSubtype="0" fill="hold" nodeType="withEffect">
                                  <p:stCondLst>
                                    <p:cond delay="1900"/>
                                  </p:stCondLst>
                                  <p:childTnLst>
                                    <p:set>
                                      <p:cBhvr>
                                        <p:cTn id="122" dur="1" fill="hold">
                                          <p:stCondLst>
                                            <p:cond delay="0"/>
                                          </p:stCondLst>
                                        </p:cTn>
                                        <p:tgtEl>
                                          <p:spTgt spid="2323"/>
                                        </p:tgtEl>
                                        <p:attrNameLst>
                                          <p:attrName>style.visibility</p:attrName>
                                        </p:attrNameLst>
                                      </p:cBhvr>
                                      <p:to>
                                        <p:strVal val="visible"/>
                                      </p:to>
                                    </p:set>
                                    <p:animEffect transition="in" filter="fade">
                                      <p:cBhvr>
                                        <p:cTn id="123" dur="1"/>
                                        <p:tgtEl>
                                          <p:spTgt spid="2323"/>
                                        </p:tgtEl>
                                      </p:cBhvr>
                                    </p:animEffect>
                                  </p:childTnLst>
                                </p:cTn>
                              </p:par>
                              <p:par>
                                <p:cTn id="124" presetID="10" presetClass="exit" presetSubtype="0" fill="hold" nodeType="withEffect">
                                  <p:stCondLst>
                                    <p:cond delay="1983"/>
                                  </p:stCondLst>
                                  <p:childTnLst>
                                    <p:animEffect transition="out" filter="fade">
                                      <p:cBhvr>
                                        <p:cTn id="125" dur="1"/>
                                        <p:tgtEl>
                                          <p:spTgt spid="2323"/>
                                        </p:tgtEl>
                                      </p:cBhvr>
                                    </p:animEffect>
                                    <p:set>
                                      <p:cBhvr>
                                        <p:cTn id="126" dur="1" fill="hold">
                                          <p:stCondLst>
                                            <p:cond delay="0"/>
                                          </p:stCondLst>
                                        </p:cTn>
                                        <p:tgtEl>
                                          <p:spTgt spid="2323"/>
                                        </p:tgtEl>
                                        <p:attrNameLst>
                                          <p:attrName>style.visibility</p:attrName>
                                        </p:attrNameLst>
                                      </p:cBhvr>
                                      <p:to>
                                        <p:strVal val="hidden"/>
                                      </p:to>
                                    </p:set>
                                  </p:childTnLst>
                                </p:cTn>
                              </p:par>
                              <p:par>
                                <p:cTn id="127" presetID="10" presetClass="entr" presetSubtype="0" fill="hold" nodeType="withEffect">
                                  <p:stCondLst>
                                    <p:cond delay="1983"/>
                                  </p:stCondLst>
                                  <p:childTnLst>
                                    <p:set>
                                      <p:cBhvr>
                                        <p:cTn id="128" dur="1" fill="hold">
                                          <p:stCondLst>
                                            <p:cond delay="0"/>
                                          </p:stCondLst>
                                        </p:cTn>
                                        <p:tgtEl>
                                          <p:spTgt spid="2329"/>
                                        </p:tgtEl>
                                        <p:attrNameLst>
                                          <p:attrName>style.visibility</p:attrName>
                                        </p:attrNameLst>
                                      </p:cBhvr>
                                      <p:to>
                                        <p:strVal val="visible"/>
                                      </p:to>
                                    </p:set>
                                    <p:animEffect transition="in" filter="fade">
                                      <p:cBhvr>
                                        <p:cTn id="129" dur="1"/>
                                        <p:tgtEl>
                                          <p:spTgt spid="2329"/>
                                        </p:tgtEl>
                                      </p:cBhvr>
                                    </p:animEffect>
                                  </p:childTnLst>
                                </p:cTn>
                              </p:par>
                              <p:par>
                                <p:cTn id="130" presetID="10" presetClass="exit" presetSubtype="0" fill="hold" nodeType="withEffect">
                                  <p:stCondLst>
                                    <p:cond delay="2067"/>
                                  </p:stCondLst>
                                  <p:childTnLst>
                                    <p:animEffect transition="out" filter="fade">
                                      <p:cBhvr>
                                        <p:cTn id="131" dur="1"/>
                                        <p:tgtEl>
                                          <p:spTgt spid="2329"/>
                                        </p:tgtEl>
                                      </p:cBhvr>
                                    </p:animEffect>
                                    <p:set>
                                      <p:cBhvr>
                                        <p:cTn id="132" dur="1" fill="hold">
                                          <p:stCondLst>
                                            <p:cond delay="0"/>
                                          </p:stCondLst>
                                        </p:cTn>
                                        <p:tgtEl>
                                          <p:spTgt spid="2329"/>
                                        </p:tgtEl>
                                        <p:attrNameLst>
                                          <p:attrName>style.visibility</p:attrName>
                                        </p:attrNameLst>
                                      </p:cBhvr>
                                      <p:to>
                                        <p:strVal val="hidden"/>
                                      </p:to>
                                    </p:set>
                                  </p:childTnLst>
                                </p:cTn>
                              </p:par>
                              <p:par>
                                <p:cTn id="133" presetID="10" presetClass="entr" presetSubtype="0" fill="hold" nodeType="withEffect">
                                  <p:stCondLst>
                                    <p:cond delay="2067"/>
                                  </p:stCondLst>
                                  <p:childTnLst>
                                    <p:set>
                                      <p:cBhvr>
                                        <p:cTn id="134" dur="1" fill="hold">
                                          <p:stCondLst>
                                            <p:cond delay="0"/>
                                          </p:stCondLst>
                                        </p:cTn>
                                        <p:tgtEl>
                                          <p:spTgt spid="2335"/>
                                        </p:tgtEl>
                                        <p:attrNameLst>
                                          <p:attrName>style.visibility</p:attrName>
                                        </p:attrNameLst>
                                      </p:cBhvr>
                                      <p:to>
                                        <p:strVal val="visible"/>
                                      </p:to>
                                    </p:set>
                                    <p:animEffect transition="in" filter="fade">
                                      <p:cBhvr>
                                        <p:cTn id="135" dur="1"/>
                                        <p:tgtEl>
                                          <p:spTgt spid="2335"/>
                                        </p:tgtEl>
                                      </p:cBhvr>
                                    </p:animEffect>
                                  </p:childTnLst>
                                </p:cTn>
                              </p:par>
                              <p:par>
                                <p:cTn id="136" presetID="10" presetClass="exit" presetSubtype="0" fill="hold" nodeType="withEffect">
                                  <p:stCondLst>
                                    <p:cond delay="2150"/>
                                  </p:stCondLst>
                                  <p:childTnLst>
                                    <p:animEffect transition="out" filter="fade">
                                      <p:cBhvr>
                                        <p:cTn id="137" dur="1"/>
                                        <p:tgtEl>
                                          <p:spTgt spid="2335"/>
                                        </p:tgtEl>
                                      </p:cBhvr>
                                    </p:animEffect>
                                    <p:set>
                                      <p:cBhvr>
                                        <p:cTn id="138" dur="1" fill="hold">
                                          <p:stCondLst>
                                            <p:cond delay="0"/>
                                          </p:stCondLst>
                                        </p:cTn>
                                        <p:tgtEl>
                                          <p:spTgt spid="2335"/>
                                        </p:tgtEl>
                                        <p:attrNameLst>
                                          <p:attrName>style.visibility</p:attrName>
                                        </p:attrNameLst>
                                      </p:cBhvr>
                                      <p:to>
                                        <p:strVal val="hidden"/>
                                      </p:to>
                                    </p:set>
                                  </p:childTnLst>
                                </p:cTn>
                              </p:par>
                              <p:par>
                                <p:cTn id="139" presetID="10" presetClass="entr" presetSubtype="0" fill="hold" nodeType="withEffect">
                                  <p:stCondLst>
                                    <p:cond delay="2150"/>
                                  </p:stCondLst>
                                  <p:childTnLst>
                                    <p:set>
                                      <p:cBhvr>
                                        <p:cTn id="140" dur="1" fill="hold">
                                          <p:stCondLst>
                                            <p:cond delay="0"/>
                                          </p:stCondLst>
                                        </p:cTn>
                                        <p:tgtEl>
                                          <p:spTgt spid="2341"/>
                                        </p:tgtEl>
                                        <p:attrNameLst>
                                          <p:attrName>style.visibility</p:attrName>
                                        </p:attrNameLst>
                                      </p:cBhvr>
                                      <p:to>
                                        <p:strVal val="visible"/>
                                      </p:to>
                                    </p:set>
                                    <p:animEffect transition="in" filter="fade">
                                      <p:cBhvr>
                                        <p:cTn id="141" dur="1"/>
                                        <p:tgtEl>
                                          <p:spTgt spid="2341"/>
                                        </p:tgtEl>
                                      </p:cBhvr>
                                    </p:animEffect>
                                  </p:childTnLst>
                                </p:cTn>
                              </p:par>
                              <p:par>
                                <p:cTn id="142" presetID="10" presetClass="exit" presetSubtype="0" fill="hold" nodeType="withEffect">
                                  <p:stCondLst>
                                    <p:cond delay="2233"/>
                                  </p:stCondLst>
                                  <p:childTnLst>
                                    <p:animEffect transition="out" filter="fade">
                                      <p:cBhvr>
                                        <p:cTn id="143" dur="1"/>
                                        <p:tgtEl>
                                          <p:spTgt spid="2341"/>
                                        </p:tgtEl>
                                      </p:cBhvr>
                                    </p:animEffect>
                                    <p:set>
                                      <p:cBhvr>
                                        <p:cTn id="144" dur="1" fill="hold">
                                          <p:stCondLst>
                                            <p:cond delay="0"/>
                                          </p:stCondLst>
                                        </p:cTn>
                                        <p:tgtEl>
                                          <p:spTgt spid="2341"/>
                                        </p:tgtEl>
                                        <p:attrNameLst>
                                          <p:attrName>style.visibility</p:attrName>
                                        </p:attrNameLst>
                                      </p:cBhvr>
                                      <p:to>
                                        <p:strVal val="hidden"/>
                                      </p:to>
                                    </p:set>
                                  </p:childTnLst>
                                </p:cTn>
                              </p:par>
                              <p:par>
                                <p:cTn id="145" presetID="10" presetClass="entr" presetSubtype="0" fill="hold" nodeType="withEffect">
                                  <p:stCondLst>
                                    <p:cond delay="2233"/>
                                  </p:stCondLst>
                                  <p:childTnLst>
                                    <p:set>
                                      <p:cBhvr>
                                        <p:cTn id="146" dur="1" fill="hold">
                                          <p:stCondLst>
                                            <p:cond delay="0"/>
                                          </p:stCondLst>
                                        </p:cTn>
                                        <p:tgtEl>
                                          <p:spTgt spid="2347"/>
                                        </p:tgtEl>
                                        <p:attrNameLst>
                                          <p:attrName>style.visibility</p:attrName>
                                        </p:attrNameLst>
                                      </p:cBhvr>
                                      <p:to>
                                        <p:strVal val="visible"/>
                                      </p:to>
                                    </p:set>
                                    <p:animEffect transition="in" filter="fade">
                                      <p:cBhvr>
                                        <p:cTn id="147" dur="1"/>
                                        <p:tgtEl>
                                          <p:spTgt spid="2347"/>
                                        </p:tgtEl>
                                      </p:cBhvr>
                                    </p:animEffect>
                                  </p:childTnLst>
                                </p:cTn>
                              </p:par>
                              <p:par>
                                <p:cTn id="148" presetID="10" presetClass="exit" presetSubtype="0" fill="hold" nodeType="withEffect">
                                  <p:stCondLst>
                                    <p:cond delay="2317"/>
                                  </p:stCondLst>
                                  <p:childTnLst>
                                    <p:animEffect transition="out" filter="fade">
                                      <p:cBhvr>
                                        <p:cTn id="149" dur="1"/>
                                        <p:tgtEl>
                                          <p:spTgt spid="2347"/>
                                        </p:tgtEl>
                                      </p:cBhvr>
                                    </p:animEffect>
                                    <p:set>
                                      <p:cBhvr>
                                        <p:cTn id="150" dur="1" fill="hold">
                                          <p:stCondLst>
                                            <p:cond delay="0"/>
                                          </p:stCondLst>
                                        </p:cTn>
                                        <p:tgtEl>
                                          <p:spTgt spid="2347"/>
                                        </p:tgtEl>
                                        <p:attrNameLst>
                                          <p:attrName>style.visibility</p:attrName>
                                        </p:attrNameLst>
                                      </p:cBhvr>
                                      <p:to>
                                        <p:strVal val="hidden"/>
                                      </p:to>
                                    </p:set>
                                  </p:childTnLst>
                                </p:cTn>
                              </p:par>
                              <p:par>
                                <p:cTn id="151" presetID="10" presetClass="entr" presetSubtype="0" fill="hold" nodeType="withEffect">
                                  <p:stCondLst>
                                    <p:cond delay="2317"/>
                                  </p:stCondLst>
                                  <p:childTnLst>
                                    <p:set>
                                      <p:cBhvr>
                                        <p:cTn id="152" dur="1" fill="hold">
                                          <p:stCondLst>
                                            <p:cond delay="0"/>
                                          </p:stCondLst>
                                        </p:cTn>
                                        <p:tgtEl>
                                          <p:spTgt spid="2353"/>
                                        </p:tgtEl>
                                        <p:attrNameLst>
                                          <p:attrName>style.visibility</p:attrName>
                                        </p:attrNameLst>
                                      </p:cBhvr>
                                      <p:to>
                                        <p:strVal val="visible"/>
                                      </p:to>
                                    </p:set>
                                    <p:animEffect transition="in" filter="fade">
                                      <p:cBhvr>
                                        <p:cTn id="153" dur="1"/>
                                        <p:tgtEl>
                                          <p:spTgt spid="2353"/>
                                        </p:tgtEl>
                                      </p:cBhvr>
                                    </p:animEffect>
                                  </p:childTnLst>
                                </p:cTn>
                              </p:par>
                              <p:par>
                                <p:cTn id="154" presetID="10" presetClass="exit" presetSubtype="0" fill="hold" nodeType="withEffect">
                                  <p:stCondLst>
                                    <p:cond delay="2400"/>
                                  </p:stCondLst>
                                  <p:childTnLst>
                                    <p:animEffect transition="out" filter="fade">
                                      <p:cBhvr>
                                        <p:cTn id="155" dur="1"/>
                                        <p:tgtEl>
                                          <p:spTgt spid="2353"/>
                                        </p:tgtEl>
                                      </p:cBhvr>
                                    </p:animEffect>
                                    <p:set>
                                      <p:cBhvr>
                                        <p:cTn id="156" dur="1" fill="hold">
                                          <p:stCondLst>
                                            <p:cond delay="0"/>
                                          </p:stCondLst>
                                        </p:cTn>
                                        <p:tgtEl>
                                          <p:spTgt spid="2353"/>
                                        </p:tgtEl>
                                        <p:attrNameLst>
                                          <p:attrName>style.visibility</p:attrName>
                                        </p:attrNameLst>
                                      </p:cBhvr>
                                      <p:to>
                                        <p:strVal val="hidden"/>
                                      </p:to>
                                    </p:set>
                                  </p:childTnLst>
                                </p:cTn>
                              </p:par>
                              <p:par>
                                <p:cTn id="157" presetID="10" presetClass="entr" presetSubtype="0" fill="hold" nodeType="withEffect">
                                  <p:stCondLst>
                                    <p:cond delay="2400"/>
                                  </p:stCondLst>
                                  <p:childTnLst>
                                    <p:set>
                                      <p:cBhvr>
                                        <p:cTn id="158" dur="1" fill="hold">
                                          <p:stCondLst>
                                            <p:cond delay="0"/>
                                          </p:stCondLst>
                                        </p:cTn>
                                        <p:tgtEl>
                                          <p:spTgt spid="2359"/>
                                        </p:tgtEl>
                                        <p:attrNameLst>
                                          <p:attrName>style.visibility</p:attrName>
                                        </p:attrNameLst>
                                      </p:cBhvr>
                                      <p:to>
                                        <p:strVal val="visible"/>
                                      </p:to>
                                    </p:set>
                                    <p:animEffect transition="in" filter="fade">
                                      <p:cBhvr>
                                        <p:cTn id="159" dur="1"/>
                                        <p:tgtEl>
                                          <p:spTgt spid="2359"/>
                                        </p:tgtEl>
                                      </p:cBhvr>
                                    </p:animEffect>
                                  </p:childTnLst>
                                </p:cTn>
                              </p:par>
                              <p:par>
                                <p:cTn id="160" presetID="10" presetClass="exit" presetSubtype="0" fill="hold" nodeType="withEffect">
                                  <p:stCondLst>
                                    <p:cond delay="2483"/>
                                  </p:stCondLst>
                                  <p:childTnLst>
                                    <p:animEffect transition="out" filter="fade">
                                      <p:cBhvr>
                                        <p:cTn id="161" dur="1"/>
                                        <p:tgtEl>
                                          <p:spTgt spid="2359"/>
                                        </p:tgtEl>
                                      </p:cBhvr>
                                    </p:animEffect>
                                    <p:set>
                                      <p:cBhvr>
                                        <p:cTn id="162" dur="1" fill="hold">
                                          <p:stCondLst>
                                            <p:cond delay="0"/>
                                          </p:stCondLst>
                                        </p:cTn>
                                        <p:tgtEl>
                                          <p:spTgt spid="2359"/>
                                        </p:tgtEl>
                                        <p:attrNameLst>
                                          <p:attrName>style.visibility</p:attrName>
                                        </p:attrNameLst>
                                      </p:cBhvr>
                                      <p:to>
                                        <p:strVal val="hidden"/>
                                      </p:to>
                                    </p:set>
                                  </p:childTnLst>
                                </p:cTn>
                              </p:par>
                              <p:par>
                                <p:cTn id="163" presetID="10" presetClass="entr" presetSubtype="0" fill="hold" nodeType="withEffect">
                                  <p:stCondLst>
                                    <p:cond delay="2483"/>
                                  </p:stCondLst>
                                  <p:childTnLst>
                                    <p:set>
                                      <p:cBhvr>
                                        <p:cTn id="164" dur="1" fill="hold">
                                          <p:stCondLst>
                                            <p:cond delay="0"/>
                                          </p:stCondLst>
                                        </p:cTn>
                                        <p:tgtEl>
                                          <p:spTgt spid="2365"/>
                                        </p:tgtEl>
                                        <p:attrNameLst>
                                          <p:attrName>style.visibility</p:attrName>
                                        </p:attrNameLst>
                                      </p:cBhvr>
                                      <p:to>
                                        <p:strVal val="visible"/>
                                      </p:to>
                                    </p:set>
                                    <p:animEffect transition="in" filter="fade">
                                      <p:cBhvr>
                                        <p:cTn id="165" dur="1"/>
                                        <p:tgtEl>
                                          <p:spTgt spid="2365"/>
                                        </p:tgtEl>
                                      </p:cBhvr>
                                    </p:animEffect>
                                  </p:childTnLst>
                                </p:cTn>
                              </p:par>
                              <p:par>
                                <p:cTn id="166" presetID="10" presetClass="exit" presetSubtype="0" fill="hold" nodeType="withEffect">
                                  <p:stCondLst>
                                    <p:cond delay="2567"/>
                                  </p:stCondLst>
                                  <p:childTnLst>
                                    <p:animEffect transition="out" filter="fade">
                                      <p:cBhvr>
                                        <p:cTn id="167" dur="1"/>
                                        <p:tgtEl>
                                          <p:spTgt spid="2365"/>
                                        </p:tgtEl>
                                      </p:cBhvr>
                                    </p:animEffect>
                                    <p:set>
                                      <p:cBhvr>
                                        <p:cTn id="168" dur="1" fill="hold">
                                          <p:stCondLst>
                                            <p:cond delay="0"/>
                                          </p:stCondLst>
                                        </p:cTn>
                                        <p:tgtEl>
                                          <p:spTgt spid="2365"/>
                                        </p:tgtEl>
                                        <p:attrNameLst>
                                          <p:attrName>style.visibility</p:attrName>
                                        </p:attrNameLst>
                                      </p:cBhvr>
                                      <p:to>
                                        <p:strVal val="hidden"/>
                                      </p:to>
                                    </p:set>
                                  </p:childTnLst>
                                </p:cTn>
                              </p:par>
                              <p:par>
                                <p:cTn id="169" presetID="10" presetClass="entr" presetSubtype="0" fill="hold" nodeType="withEffect">
                                  <p:stCondLst>
                                    <p:cond delay="2567"/>
                                  </p:stCondLst>
                                  <p:childTnLst>
                                    <p:set>
                                      <p:cBhvr>
                                        <p:cTn id="170" dur="1" fill="hold">
                                          <p:stCondLst>
                                            <p:cond delay="0"/>
                                          </p:stCondLst>
                                        </p:cTn>
                                        <p:tgtEl>
                                          <p:spTgt spid="2371"/>
                                        </p:tgtEl>
                                        <p:attrNameLst>
                                          <p:attrName>style.visibility</p:attrName>
                                        </p:attrNameLst>
                                      </p:cBhvr>
                                      <p:to>
                                        <p:strVal val="visible"/>
                                      </p:to>
                                    </p:set>
                                    <p:animEffect transition="in" filter="fade">
                                      <p:cBhvr>
                                        <p:cTn id="171" dur="1"/>
                                        <p:tgtEl>
                                          <p:spTgt spid="2371"/>
                                        </p:tgtEl>
                                      </p:cBhvr>
                                    </p:animEffect>
                                  </p:childTnLst>
                                </p:cTn>
                              </p:par>
                              <p:par>
                                <p:cTn id="172" presetID="10" presetClass="exit" presetSubtype="0" fill="hold" nodeType="withEffect">
                                  <p:stCondLst>
                                    <p:cond delay="2650"/>
                                  </p:stCondLst>
                                  <p:childTnLst>
                                    <p:animEffect transition="out" filter="fade">
                                      <p:cBhvr>
                                        <p:cTn id="173" dur="1"/>
                                        <p:tgtEl>
                                          <p:spTgt spid="2371"/>
                                        </p:tgtEl>
                                      </p:cBhvr>
                                    </p:animEffect>
                                    <p:set>
                                      <p:cBhvr>
                                        <p:cTn id="174" dur="1" fill="hold">
                                          <p:stCondLst>
                                            <p:cond delay="0"/>
                                          </p:stCondLst>
                                        </p:cTn>
                                        <p:tgtEl>
                                          <p:spTgt spid="2371"/>
                                        </p:tgtEl>
                                        <p:attrNameLst>
                                          <p:attrName>style.visibility</p:attrName>
                                        </p:attrNameLst>
                                      </p:cBhvr>
                                      <p:to>
                                        <p:strVal val="hidden"/>
                                      </p:to>
                                    </p:set>
                                  </p:childTnLst>
                                </p:cTn>
                              </p:par>
                              <p:par>
                                <p:cTn id="175" presetID="10" presetClass="entr" presetSubtype="0" fill="hold" nodeType="withEffect">
                                  <p:stCondLst>
                                    <p:cond delay="2650"/>
                                  </p:stCondLst>
                                  <p:childTnLst>
                                    <p:set>
                                      <p:cBhvr>
                                        <p:cTn id="176" dur="1" fill="hold">
                                          <p:stCondLst>
                                            <p:cond delay="0"/>
                                          </p:stCondLst>
                                        </p:cTn>
                                        <p:tgtEl>
                                          <p:spTgt spid="2377"/>
                                        </p:tgtEl>
                                        <p:attrNameLst>
                                          <p:attrName>style.visibility</p:attrName>
                                        </p:attrNameLst>
                                      </p:cBhvr>
                                      <p:to>
                                        <p:strVal val="visible"/>
                                      </p:to>
                                    </p:set>
                                    <p:animEffect transition="in" filter="fade">
                                      <p:cBhvr>
                                        <p:cTn id="177" dur="1"/>
                                        <p:tgtEl>
                                          <p:spTgt spid="2377"/>
                                        </p:tgtEl>
                                      </p:cBhvr>
                                    </p:animEffect>
                                  </p:childTnLst>
                                </p:cTn>
                              </p:par>
                              <p:par>
                                <p:cTn id="178" presetID="10" presetClass="exit" presetSubtype="0" fill="hold" nodeType="withEffect">
                                  <p:stCondLst>
                                    <p:cond delay="2733"/>
                                  </p:stCondLst>
                                  <p:childTnLst>
                                    <p:animEffect transition="out" filter="fade">
                                      <p:cBhvr>
                                        <p:cTn id="179" dur="1"/>
                                        <p:tgtEl>
                                          <p:spTgt spid="2377"/>
                                        </p:tgtEl>
                                      </p:cBhvr>
                                    </p:animEffect>
                                    <p:set>
                                      <p:cBhvr>
                                        <p:cTn id="180" dur="1" fill="hold">
                                          <p:stCondLst>
                                            <p:cond delay="0"/>
                                          </p:stCondLst>
                                        </p:cTn>
                                        <p:tgtEl>
                                          <p:spTgt spid="2377"/>
                                        </p:tgtEl>
                                        <p:attrNameLst>
                                          <p:attrName>style.visibility</p:attrName>
                                        </p:attrNameLst>
                                      </p:cBhvr>
                                      <p:to>
                                        <p:strVal val="hidden"/>
                                      </p:to>
                                    </p:set>
                                  </p:childTnLst>
                                </p:cTn>
                              </p:par>
                              <p:par>
                                <p:cTn id="181" presetID="10" presetClass="entr" presetSubtype="0" fill="hold" nodeType="withEffect">
                                  <p:stCondLst>
                                    <p:cond delay="2733"/>
                                  </p:stCondLst>
                                  <p:childTnLst>
                                    <p:set>
                                      <p:cBhvr>
                                        <p:cTn id="182" dur="1" fill="hold">
                                          <p:stCondLst>
                                            <p:cond delay="0"/>
                                          </p:stCondLst>
                                        </p:cTn>
                                        <p:tgtEl>
                                          <p:spTgt spid="2383"/>
                                        </p:tgtEl>
                                        <p:attrNameLst>
                                          <p:attrName>style.visibility</p:attrName>
                                        </p:attrNameLst>
                                      </p:cBhvr>
                                      <p:to>
                                        <p:strVal val="visible"/>
                                      </p:to>
                                    </p:set>
                                    <p:animEffect transition="in" filter="fade">
                                      <p:cBhvr>
                                        <p:cTn id="183" dur="1"/>
                                        <p:tgtEl>
                                          <p:spTgt spid="2383"/>
                                        </p:tgtEl>
                                      </p:cBhvr>
                                    </p:animEffect>
                                  </p:childTnLst>
                                </p:cTn>
                              </p:par>
                              <p:par>
                                <p:cTn id="184" presetID="10" presetClass="exit" presetSubtype="0" fill="hold" nodeType="withEffect">
                                  <p:stCondLst>
                                    <p:cond delay="2817"/>
                                  </p:stCondLst>
                                  <p:childTnLst>
                                    <p:animEffect transition="out" filter="fade">
                                      <p:cBhvr>
                                        <p:cTn id="185" dur="1"/>
                                        <p:tgtEl>
                                          <p:spTgt spid="2383"/>
                                        </p:tgtEl>
                                      </p:cBhvr>
                                    </p:animEffect>
                                    <p:set>
                                      <p:cBhvr>
                                        <p:cTn id="186" dur="1" fill="hold">
                                          <p:stCondLst>
                                            <p:cond delay="0"/>
                                          </p:stCondLst>
                                        </p:cTn>
                                        <p:tgtEl>
                                          <p:spTgt spid="2383"/>
                                        </p:tgtEl>
                                        <p:attrNameLst>
                                          <p:attrName>style.visibility</p:attrName>
                                        </p:attrNameLst>
                                      </p:cBhvr>
                                      <p:to>
                                        <p:strVal val="hidden"/>
                                      </p:to>
                                    </p:set>
                                  </p:childTnLst>
                                </p:cTn>
                              </p:par>
                              <p:par>
                                <p:cTn id="187" presetID="10" presetClass="entr" presetSubtype="0" fill="hold" nodeType="withEffect">
                                  <p:stCondLst>
                                    <p:cond delay="2817"/>
                                  </p:stCondLst>
                                  <p:childTnLst>
                                    <p:set>
                                      <p:cBhvr>
                                        <p:cTn id="188" dur="1" fill="hold">
                                          <p:stCondLst>
                                            <p:cond delay="0"/>
                                          </p:stCondLst>
                                        </p:cTn>
                                        <p:tgtEl>
                                          <p:spTgt spid="2389"/>
                                        </p:tgtEl>
                                        <p:attrNameLst>
                                          <p:attrName>style.visibility</p:attrName>
                                        </p:attrNameLst>
                                      </p:cBhvr>
                                      <p:to>
                                        <p:strVal val="visible"/>
                                      </p:to>
                                    </p:set>
                                    <p:animEffect transition="in" filter="fade">
                                      <p:cBhvr>
                                        <p:cTn id="189" dur="1"/>
                                        <p:tgtEl>
                                          <p:spTgt spid="2389"/>
                                        </p:tgtEl>
                                      </p:cBhvr>
                                    </p:animEffect>
                                  </p:childTnLst>
                                </p:cTn>
                              </p:par>
                              <p:par>
                                <p:cTn id="190" presetID="10" presetClass="exit" presetSubtype="0" fill="hold" nodeType="withEffect">
                                  <p:stCondLst>
                                    <p:cond delay="2900"/>
                                  </p:stCondLst>
                                  <p:childTnLst>
                                    <p:animEffect transition="out" filter="fade">
                                      <p:cBhvr>
                                        <p:cTn id="191" dur="1"/>
                                        <p:tgtEl>
                                          <p:spTgt spid="2389"/>
                                        </p:tgtEl>
                                      </p:cBhvr>
                                    </p:animEffect>
                                    <p:set>
                                      <p:cBhvr>
                                        <p:cTn id="192" dur="1" fill="hold">
                                          <p:stCondLst>
                                            <p:cond delay="0"/>
                                          </p:stCondLst>
                                        </p:cTn>
                                        <p:tgtEl>
                                          <p:spTgt spid="2389"/>
                                        </p:tgtEl>
                                        <p:attrNameLst>
                                          <p:attrName>style.visibility</p:attrName>
                                        </p:attrNameLst>
                                      </p:cBhvr>
                                      <p:to>
                                        <p:strVal val="hidden"/>
                                      </p:to>
                                    </p:set>
                                  </p:childTnLst>
                                </p:cTn>
                              </p:par>
                              <p:par>
                                <p:cTn id="193" presetID="10" presetClass="entr" presetSubtype="0" fill="hold" nodeType="withEffect">
                                  <p:stCondLst>
                                    <p:cond delay="2900"/>
                                  </p:stCondLst>
                                  <p:childTnLst>
                                    <p:set>
                                      <p:cBhvr>
                                        <p:cTn id="194" dur="1" fill="hold">
                                          <p:stCondLst>
                                            <p:cond delay="0"/>
                                          </p:stCondLst>
                                        </p:cTn>
                                        <p:tgtEl>
                                          <p:spTgt spid="2395"/>
                                        </p:tgtEl>
                                        <p:attrNameLst>
                                          <p:attrName>style.visibility</p:attrName>
                                        </p:attrNameLst>
                                      </p:cBhvr>
                                      <p:to>
                                        <p:strVal val="visible"/>
                                      </p:to>
                                    </p:set>
                                    <p:animEffect transition="in" filter="fade">
                                      <p:cBhvr>
                                        <p:cTn id="195" dur="1"/>
                                        <p:tgtEl>
                                          <p:spTgt spid="2395"/>
                                        </p:tgtEl>
                                      </p:cBhvr>
                                    </p:animEffect>
                                  </p:childTnLst>
                                </p:cTn>
                              </p:par>
                              <p:par>
                                <p:cTn id="196" presetID="10" presetClass="exit" presetSubtype="0" fill="hold" nodeType="withEffect">
                                  <p:stCondLst>
                                    <p:cond delay="2983"/>
                                  </p:stCondLst>
                                  <p:childTnLst>
                                    <p:animEffect transition="out" filter="fade">
                                      <p:cBhvr>
                                        <p:cTn id="197" dur="1"/>
                                        <p:tgtEl>
                                          <p:spTgt spid="2395"/>
                                        </p:tgtEl>
                                      </p:cBhvr>
                                    </p:animEffect>
                                    <p:set>
                                      <p:cBhvr>
                                        <p:cTn id="198" dur="1" fill="hold">
                                          <p:stCondLst>
                                            <p:cond delay="0"/>
                                          </p:stCondLst>
                                        </p:cTn>
                                        <p:tgtEl>
                                          <p:spTgt spid="2395"/>
                                        </p:tgtEl>
                                        <p:attrNameLst>
                                          <p:attrName>style.visibility</p:attrName>
                                        </p:attrNameLst>
                                      </p:cBhvr>
                                      <p:to>
                                        <p:strVal val="hidden"/>
                                      </p:to>
                                    </p:set>
                                  </p:childTnLst>
                                </p:cTn>
                              </p:par>
                              <p:par>
                                <p:cTn id="199" presetID="10" presetClass="entr" presetSubtype="0" fill="hold" nodeType="withEffect">
                                  <p:stCondLst>
                                    <p:cond delay="2983"/>
                                  </p:stCondLst>
                                  <p:childTnLst>
                                    <p:set>
                                      <p:cBhvr>
                                        <p:cTn id="200" dur="1" fill="hold">
                                          <p:stCondLst>
                                            <p:cond delay="0"/>
                                          </p:stCondLst>
                                        </p:cTn>
                                        <p:tgtEl>
                                          <p:spTgt spid="2401"/>
                                        </p:tgtEl>
                                        <p:attrNameLst>
                                          <p:attrName>style.visibility</p:attrName>
                                        </p:attrNameLst>
                                      </p:cBhvr>
                                      <p:to>
                                        <p:strVal val="visible"/>
                                      </p:to>
                                    </p:set>
                                    <p:animEffect transition="in" filter="fade">
                                      <p:cBhvr>
                                        <p:cTn id="201" dur="1"/>
                                        <p:tgtEl>
                                          <p:spTgt spid="2401"/>
                                        </p:tgtEl>
                                      </p:cBhvr>
                                    </p:animEffect>
                                  </p:childTnLst>
                                </p:cTn>
                              </p:par>
                              <p:par>
                                <p:cTn id="202" presetID="10" presetClass="exit" presetSubtype="0" fill="hold" nodeType="withEffect">
                                  <p:stCondLst>
                                    <p:cond delay="3067"/>
                                  </p:stCondLst>
                                  <p:childTnLst>
                                    <p:animEffect transition="out" filter="fade">
                                      <p:cBhvr>
                                        <p:cTn id="203" dur="1"/>
                                        <p:tgtEl>
                                          <p:spTgt spid="2401"/>
                                        </p:tgtEl>
                                      </p:cBhvr>
                                    </p:animEffect>
                                    <p:set>
                                      <p:cBhvr>
                                        <p:cTn id="204" dur="1" fill="hold">
                                          <p:stCondLst>
                                            <p:cond delay="0"/>
                                          </p:stCondLst>
                                        </p:cTn>
                                        <p:tgtEl>
                                          <p:spTgt spid="2401"/>
                                        </p:tgtEl>
                                        <p:attrNameLst>
                                          <p:attrName>style.visibility</p:attrName>
                                        </p:attrNameLst>
                                      </p:cBhvr>
                                      <p:to>
                                        <p:strVal val="hidden"/>
                                      </p:to>
                                    </p:set>
                                  </p:childTnLst>
                                </p:cTn>
                              </p:par>
                              <p:par>
                                <p:cTn id="205" presetID="10" presetClass="entr" presetSubtype="0" fill="hold" nodeType="withEffect">
                                  <p:stCondLst>
                                    <p:cond delay="3067"/>
                                  </p:stCondLst>
                                  <p:childTnLst>
                                    <p:set>
                                      <p:cBhvr>
                                        <p:cTn id="206" dur="1" fill="hold">
                                          <p:stCondLst>
                                            <p:cond delay="0"/>
                                          </p:stCondLst>
                                        </p:cTn>
                                        <p:tgtEl>
                                          <p:spTgt spid="2407"/>
                                        </p:tgtEl>
                                        <p:attrNameLst>
                                          <p:attrName>style.visibility</p:attrName>
                                        </p:attrNameLst>
                                      </p:cBhvr>
                                      <p:to>
                                        <p:strVal val="visible"/>
                                      </p:to>
                                    </p:set>
                                    <p:animEffect transition="in" filter="fade">
                                      <p:cBhvr>
                                        <p:cTn id="207" dur="1"/>
                                        <p:tgtEl>
                                          <p:spTgt spid="2407"/>
                                        </p:tgtEl>
                                      </p:cBhvr>
                                    </p:animEffect>
                                  </p:childTnLst>
                                </p:cTn>
                              </p:par>
                              <p:par>
                                <p:cTn id="208" presetID="10" presetClass="exit" presetSubtype="0" fill="hold" nodeType="withEffect">
                                  <p:stCondLst>
                                    <p:cond delay="3150"/>
                                  </p:stCondLst>
                                  <p:childTnLst>
                                    <p:animEffect transition="out" filter="fade">
                                      <p:cBhvr>
                                        <p:cTn id="209" dur="1"/>
                                        <p:tgtEl>
                                          <p:spTgt spid="2407"/>
                                        </p:tgtEl>
                                      </p:cBhvr>
                                    </p:animEffect>
                                    <p:set>
                                      <p:cBhvr>
                                        <p:cTn id="210" dur="1" fill="hold">
                                          <p:stCondLst>
                                            <p:cond delay="0"/>
                                          </p:stCondLst>
                                        </p:cTn>
                                        <p:tgtEl>
                                          <p:spTgt spid="2407"/>
                                        </p:tgtEl>
                                        <p:attrNameLst>
                                          <p:attrName>style.visibility</p:attrName>
                                        </p:attrNameLst>
                                      </p:cBhvr>
                                      <p:to>
                                        <p:strVal val="hidden"/>
                                      </p:to>
                                    </p:set>
                                  </p:childTnLst>
                                </p:cTn>
                              </p:par>
                              <p:par>
                                <p:cTn id="211" presetID="10" presetClass="entr" presetSubtype="0" fill="hold" nodeType="withEffect">
                                  <p:stCondLst>
                                    <p:cond delay="3150"/>
                                  </p:stCondLst>
                                  <p:childTnLst>
                                    <p:set>
                                      <p:cBhvr>
                                        <p:cTn id="212" dur="1" fill="hold">
                                          <p:stCondLst>
                                            <p:cond delay="0"/>
                                          </p:stCondLst>
                                        </p:cTn>
                                        <p:tgtEl>
                                          <p:spTgt spid="2413"/>
                                        </p:tgtEl>
                                        <p:attrNameLst>
                                          <p:attrName>style.visibility</p:attrName>
                                        </p:attrNameLst>
                                      </p:cBhvr>
                                      <p:to>
                                        <p:strVal val="visible"/>
                                      </p:to>
                                    </p:set>
                                    <p:animEffect transition="in" filter="fade">
                                      <p:cBhvr>
                                        <p:cTn id="213" dur="1"/>
                                        <p:tgtEl>
                                          <p:spTgt spid="2413"/>
                                        </p:tgtEl>
                                      </p:cBhvr>
                                    </p:animEffect>
                                  </p:childTnLst>
                                </p:cTn>
                              </p:par>
                              <p:par>
                                <p:cTn id="214" presetID="10" presetClass="exit" presetSubtype="0" fill="hold" nodeType="withEffect">
                                  <p:stCondLst>
                                    <p:cond delay="3233"/>
                                  </p:stCondLst>
                                  <p:childTnLst>
                                    <p:animEffect transition="out" filter="fade">
                                      <p:cBhvr>
                                        <p:cTn id="215" dur="1"/>
                                        <p:tgtEl>
                                          <p:spTgt spid="2413"/>
                                        </p:tgtEl>
                                      </p:cBhvr>
                                    </p:animEffect>
                                    <p:set>
                                      <p:cBhvr>
                                        <p:cTn id="216" dur="1" fill="hold">
                                          <p:stCondLst>
                                            <p:cond delay="0"/>
                                          </p:stCondLst>
                                        </p:cTn>
                                        <p:tgtEl>
                                          <p:spTgt spid="2413"/>
                                        </p:tgtEl>
                                        <p:attrNameLst>
                                          <p:attrName>style.visibility</p:attrName>
                                        </p:attrNameLst>
                                      </p:cBhvr>
                                      <p:to>
                                        <p:strVal val="hidden"/>
                                      </p:to>
                                    </p:set>
                                  </p:childTnLst>
                                </p:cTn>
                              </p:par>
                              <p:par>
                                <p:cTn id="217" presetID="10" presetClass="entr" presetSubtype="0" fill="hold" nodeType="withEffect">
                                  <p:stCondLst>
                                    <p:cond delay="3233"/>
                                  </p:stCondLst>
                                  <p:childTnLst>
                                    <p:set>
                                      <p:cBhvr>
                                        <p:cTn id="218" dur="1" fill="hold">
                                          <p:stCondLst>
                                            <p:cond delay="0"/>
                                          </p:stCondLst>
                                        </p:cTn>
                                        <p:tgtEl>
                                          <p:spTgt spid="2419"/>
                                        </p:tgtEl>
                                        <p:attrNameLst>
                                          <p:attrName>style.visibility</p:attrName>
                                        </p:attrNameLst>
                                      </p:cBhvr>
                                      <p:to>
                                        <p:strVal val="visible"/>
                                      </p:to>
                                    </p:set>
                                    <p:animEffect transition="in" filter="fade">
                                      <p:cBhvr>
                                        <p:cTn id="219" dur="1"/>
                                        <p:tgtEl>
                                          <p:spTgt spid="2419"/>
                                        </p:tgtEl>
                                      </p:cBhvr>
                                    </p:animEffect>
                                  </p:childTnLst>
                                </p:cTn>
                              </p:par>
                              <p:par>
                                <p:cTn id="220" presetID="10" presetClass="exit" presetSubtype="0" fill="hold" nodeType="withEffect">
                                  <p:stCondLst>
                                    <p:cond delay="3317"/>
                                  </p:stCondLst>
                                  <p:childTnLst>
                                    <p:animEffect transition="out" filter="fade">
                                      <p:cBhvr>
                                        <p:cTn id="221" dur="1"/>
                                        <p:tgtEl>
                                          <p:spTgt spid="2419"/>
                                        </p:tgtEl>
                                      </p:cBhvr>
                                    </p:animEffect>
                                    <p:set>
                                      <p:cBhvr>
                                        <p:cTn id="222" dur="1" fill="hold">
                                          <p:stCondLst>
                                            <p:cond delay="0"/>
                                          </p:stCondLst>
                                        </p:cTn>
                                        <p:tgtEl>
                                          <p:spTgt spid="2419"/>
                                        </p:tgtEl>
                                        <p:attrNameLst>
                                          <p:attrName>style.visibility</p:attrName>
                                        </p:attrNameLst>
                                      </p:cBhvr>
                                      <p:to>
                                        <p:strVal val="hidden"/>
                                      </p:to>
                                    </p:set>
                                  </p:childTnLst>
                                </p:cTn>
                              </p:par>
                              <p:par>
                                <p:cTn id="223" presetID="10" presetClass="entr" presetSubtype="0" fill="hold" nodeType="withEffect">
                                  <p:stCondLst>
                                    <p:cond delay="3317"/>
                                  </p:stCondLst>
                                  <p:childTnLst>
                                    <p:set>
                                      <p:cBhvr>
                                        <p:cTn id="224" dur="1" fill="hold">
                                          <p:stCondLst>
                                            <p:cond delay="0"/>
                                          </p:stCondLst>
                                        </p:cTn>
                                        <p:tgtEl>
                                          <p:spTgt spid="2425"/>
                                        </p:tgtEl>
                                        <p:attrNameLst>
                                          <p:attrName>style.visibility</p:attrName>
                                        </p:attrNameLst>
                                      </p:cBhvr>
                                      <p:to>
                                        <p:strVal val="visible"/>
                                      </p:to>
                                    </p:set>
                                    <p:animEffect transition="in" filter="fade">
                                      <p:cBhvr>
                                        <p:cTn id="225" dur="1"/>
                                        <p:tgtEl>
                                          <p:spTgt spid="2425"/>
                                        </p:tgtEl>
                                      </p:cBhvr>
                                    </p:animEffect>
                                  </p:childTnLst>
                                </p:cTn>
                              </p:par>
                              <p:par>
                                <p:cTn id="226" presetID="10" presetClass="exit" presetSubtype="0" fill="hold" nodeType="withEffect">
                                  <p:stCondLst>
                                    <p:cond delay="3400"/>
                                  </p:stCondLst>
                                  <p:childTnLst>
                                    <p:animEffect transition="out" filter="fade">
                                      <p:cBhvr>
                                        <p:cTn id="227" dur="1"/>
                                        <p:tgtEl>
                                          <p:spTgt spid="2425"/>
                                        </p:tgtEl>
                                      </p:cBhvr>
                                    </p:animEffect>
                                    <p:set>
                                      <p:cBhvr>
                                        <p:cTn id="228" dur="1" fill="hold">
                                          <p:stCondLst>
                                            <p:cond delay="0"/>
                                          </p:stCondLst>
                                        </p:cTn>
                                        <p:tgtEl>
                                          <p:spTgt spid="2425"/>
                                        </p:tgtEl>
                                        <p:attrNameLst>
                                          <p:attrName>style.visibility</p:attrName>
                                        </p:attrNameLst>
                                      </p:cBhvr>
                                      <p:to>
                                        <p:strVal val="hidden"/>
                                      </p:to>
                                    </p:set>
                                  </p:childTnLst>
                                </p:cTn>
                              </p:par>
                              <p:par>
                                <p:cTn id="229" presetID="10" presetClass="entr" presetSubtype="0" fill="hold" nodeType="withEffect">
                                  <p:stCondLst>
                                    <p:cond delay="3400"/>
                                  </p:stCondLst>
                                  <p:childTnLst>
                                    <p:set>
                                      <p:cBhvr>
                                        <p:cTn id="230" dur="1" fill="hold">
                                          <p:stCondLst>
                                            <p:cond delay="0"/>
                                          </p:stCondLst>
                                        </p:cTn>
                                        <p:tgtEl>
                                          <p:spTgt spid="2431"/>
                                        </p:tgtEl>
                                        <p:attrNameLst>
                                          <p:attrName>style.visibility</p:attrName>
                                        </p:attrNameLst>
                                      </p:cBhvr>
                                      <p:to>
                                        <p:strVal val="visible"/>
                                      </p:to>
                                    </p:set>
                                    <p:animEffect transition="in" filter="fade">
                                      <p:cBhvr>
                                        <p:cTn id="231" dur="1"/>
                                        <p:tgtEl>
                                          <p:spTgt spid="2431"/>
                                        </p:tgtEl>
                                      </p:cBhvr>
                                    </p:animEffect>
                                  </p:childTnLst>
                                </p:cTn>
                              </p:par>
                              <p:par>
                                <p:cTn id="232" presetID="10" presetClass="exit" presetSubtype="0" fill="hold" nodeType="withEffect">
                                  <p:stCondLst>
                                    <p:cond delay="3483"/>
                                  </p:stCondLst>
                                  <p:childTnLst>
                                    <p:animEffect transition="out" filter="fade">
                                      <p:cBhvr>
                                        <p:cTn id="233" dur="1"/>
                                        <p:tgtEl>
                                          <p:spTgt spid="2431"/>
                                        </p:tgtEl>
                                      </p:cBhvr>
                                    </p:animEffect>
                                    <p:set>
                                      <p:cBhvr>
                                        <p:cTn id="234" dur="1" fill="hold">
                                          <p:stCondLst>
                                            <p:cond delay="0"/>
                                          </p:stCondLst>
                                        </p:cTn>
                                        <p:tgtEl>
                                          <p:spTgt spid="2431"/>
                                        </p:tgtEl>
                                        <p:attrNameLst>
                                          <p:attrName>style.visibility</p:attrName>
                                        </p:attrNameLst>
                                      </p:cBhvr>
                                      <p:to>
                                        <p:strVal val="hidden"/>
                                      </p:to>
                                    </p:set>
                                  </p:childTnLst>
                                </p:cTn>
                              </p:par>
                              <p:par>
                                <p:cTn id="235" presetID="10" presetClass="entr" presetSubtype="0" fill="hold" nodeType="withEffect">
                                  <p:stCondLst>
                                    <p:cond delay="3483"/>
                                  </p:stCondLst>
                                  <p:childTnLst>
                                    <p:set>
                                      <p:cBhvr>
                                        <p:cTn id="236" dur="1" fill="hold">
                                          <p:stCondLst>
                                            <p:cond delay="0"/>
                                          </p:stCondLst>
                                        </p:cTn>
                                        <p:tgtEl>
                                          <p:spTgt spid="2437"/>
                                        </p:tgtEl>
                                        <p:attrNameLst>
                                          <p:attrName>style.visibility</p:attrName>
                                        </p:attrNameLst>
                                      </p:cBhvr>
                                      <p:to>
                                        <p:strVal val="visible"/>
                                      </p:to>
                                    </p:set>
                                    <p:animEffect transition="in" filter="fade">
                                      <p:cBhvr>
                                        <p:cTn id="237" dur="1"/>
                                        <p:tgtEl>
                                          <p:spTgt spid="2437"/>
                                        </p:tgtEl>
                                      </p:cBhvr>
                                    </p:animEffect>
                                  </p:childTnLst>
                                </p:cTn>
                              </p:par>
                              <p:par>
                                <p:cTn id="238" presetID="10" presetClass="exit" presetSubtype="0" fill="hold" nodeType="withEffect">
                                  <p:stCondLst>
                                    <p:cond delay="3567"/>
                                  </p:stCondLst>
                                  <p:childTnLst>
                                    <p:animEffect transition="out" filter="fade">
                                      <p:cBhvr>
                                        <p:cTn id="239" dur="1"/>
                                        <p:tgtEl>
                                          <p:spTgt spid="2437"/>
                                        </p:tgtEl>
                                      </p:cBhvr>
                                    </p:animEffect>
                                    <p:set>
                                      <p:cBhvr>
                                        <p:cTn id="240" dur="1" fill="hold">
                                          <p:stCondLst>
                                            <p:cond delay="0"/>
                                          </p:stCondLst>
                                        </p:cTn>
                                        <p:tgtEl>
                                          <p:spTgt spid="2437"/>
                                        </p:tgtEl>
                                        <p:attrNameLst>
                                          <p:attrName>style.visibility</p:attrName>
                                        </p:attrNameLst>
                                      </p:cBhvr>
                                      <p:to>
                                        <p:strVal val="hidden"/>
                                      </p:to>
                                    </p:set>
                                  </p:childTnLst>
                                </p:cTn>
                              </p:par>
                              <p:par>
                                <p:cTn id="241" presetID="10" presetClass="entr" presetSubtype="0" fill="hold" nodeType="withEffect">
                                  <p:stCondLst>
                                    <p:cond delay="3567"/>
                                  </p:stCondLst>
                                  <p:childTnLst>
                                    <p:set>
                                      <p:cBhvr>
                                        <p:cTn id="242" dur="1" fill="hold">
                                          <p:stCondLst>
                                            <p:cond delay="0"/>
                                          </p:stCondLst>
                                        </p:cTn>
                                        <p:tgtEl>
                                          <p:spTgt spid="2443"/>
                                        </p:tgtEl>
                                        <p:attrNameLst>
                                          <p:attrName>style.visibility</p:attrName>
                                        </p:attrNameLst>
                                      </p:cBhvr>
                                      <p:to>
                                        <p:strVal val="visible"/>
                                      </p:to>
                                    </p:set>
                                    <p:animEffect transition="in" filter="fade">
                                      <p:cBhvr>
                                        <p:cTn id="243" dur="1"/>
                                        <p:tgtEl>
                                          <p:spTgt spid="2443"/>
                                        </p:tgtEl>
                                      </p:cBhvr>
                                    </p:animEffect>
                                  </p:childTnLst>
                                </p:cTn>
                              </p:par>
                              <p:par>
                                <p:cTn id="244" presetID="10" presetClass="exit" presetSubtype="0" fill="hold" nodeType="withEffect">
                                  <p:stCondLst>
                                    <p:cond delay="3650"/>
                                  </p:stCondLst>
                                  <p:childTnLst>
                                    <p:animEffect transition="out" filter="fade">
                                      <p:cBhvr>
                                        <p:cTn id="245" dur="1"/>
                                        <p:tgtEl>
                                          <p:spTgt spid="2443"/>
                                        </p:tgtEl>
                                      </p:cBhvr>
                                    </p:animEffect>
                                    <p:set>
                                      <p:cBhvr>
                                        <p:cTn id="246" dur="1" fill="hold">
                                          <p:stCondLst>
                                            <p:cond delay="0"/>
                                          </p:stCondLst>
                                        </p:cTn>
                                        <p:tgtEl>
                                          <p:spTgt spid="2443"/>
                                        </p:tgtEl>
                                        <p:attrNameLst>
                                          <p:attrName>style.visibility</p:attrName>
                                        </p:attrNameLst>
                                      </p:cBhvr>
                                      <p:to>
                                        <p:strVal val="hidden"/>
                                      </p:to>
                                    </p:set>
                                  </p:childTnLst>
                                </p:cTn>
                              </p:par>
                              <p:par>
                                <p:cTn id="247" presetID="10" presetClass="entr" presetSubtype="0" fill="hold" nodeType="withEffect">
                                  <p:stCondLst>
                                    <p:cond delay="3650"/>
                                  </p:stCondLst>
                                  <p:childTnLst>
                                    <p:set>
                                      <p:cBhvr>
                                        <p:cTn id="248" dur="1" fill="hold">
                                          <p:stCondLst>
                                            <p:cond delay="0"/>
                                          </p:stCondLst>
                                        </p:cTn>
                                        <p:tgtEl>
                                          <p:spTgt spid="2449"/>
                                        </p:tgtEl>
                                        <p:attrNameLst>
                                          <p:attrName>style.visibility</p:attrName>
                                        </p:attrNameLst>
                                      </p:cBhvr>
                                      <p:to>
                                        <p:strVal val="visible"/>
                                      </p:to>
                                    </p:set>
                                    <p:animEffect transition="in" filter="fade">
                                      <p:cBhvr>
                                        <p:cTn id="249" dur="1"/>
                                        <p:tgtEl>
                                          <p:spTgt spid="2449"/>
                                        </p:tgtEl>
                                      </p:cBhvr>
                                    </p:animEffect>
                                  </p:childTnLst>
                                </p:cTn>
                              </p:par>
                              <p:par>
                                <p:cTn id="250" presetID="10" presetClass="exit" presetSubtype="0" fill="hold" nodeType="withEffect">
                                  <p:stCondLst>
                                    <p:cond delay="3733"/>
                                  </p:stCondLst>
                                  <p:childTnLst>
                                    <p:animEffect transition="out" filter="fade">
                                      <p:cBhvr>
                                        <p:cTn id="251" dur="1"/>
                                        <p:tgtEl>
                                          <p:spTgt spid="2449"/>
                                        </p:tgtEl>
                                      </p:cBhvr>
                                    </p:animEffect>
                                    <p:set>
                                      <p:cBhvr>
                                        <p:cTn id="252" dur="1" fill="hold">
                                          <p:stCondLst>
                                            <p:cond delay="0"/>
                                          </p:stCondLst>
                                        </p:cTn>
                                        <p:tgtEl>
                                          <p:spTgt spid="2449"/>
                                        </p:tgtEl>
                                        <p:attrNameLst>
                                          <p:attrName>style.visibility</p:attrName>
                                        </p:attrNameLst>
                                      </p:cBhvr>
                                      <p:to>
                                        <p:strVal val="hidden"/>
                                      </p:to>
                                    </p:set>
                                  </p:childTnLst>
                                </p:cTn>
                              </p:par>
                              <p:par>
                                <p:cTn id="253" presetID="10" presetClass="entr" presetSubtype="0" fill="hold" nodeType="withEffect">
                                  <p:stCondLst>
                                    <p:cond delay="3733"/>
                                  </p:stCondLst>
                                  <p:childTnLst>
                                    <p:set>
                                      <p:cBhvr>
                                        <p:cTn id="254" dur="1" fill="hold">
                                          <p:stCondLst>
                                            <p:cond delay="0"/>
                                          </p:stCondLst>
                                        </p:cTn>
                                        <p:tgtEl>
                                          <p:spTgt spid="2455"/>
                                        </p:tgtEl>
                                        <p:attrNameLst>
                                          <p:attrName>style.visibility</p:attrName>
                                        </p:attrNameLst>
                                      </p:cBhvr>
                                      <p:to>
                                        <p:strVal val="visible"/>
                                      </p:to>
                                    </p:set>
                                    <p:animEffect transition="in" filter="fade">
                                      <p:cBhvr>
                                        <p:cTn id="255" dur="1"/>
                                        <p:tgtEl>
                                          <p:spTgt spid="2455"/>
                                        </p:tgtEl>
                                      </p:cBhvr>
                                    </p:animEffect>
                                  </p:childTnLst>
                                </p:cTn>
                              </p:par>
                              <p:par>
                                <p:cTn id="256" presetID="10" presetClass="exit" presetSubtype="0" fill="hold" nodeType="withEffect">
                                  <p:stCondLst>
                                    <p:cond delay="3817"/>
                                  </p:stCondLst>
                                  <p:childTnLst>
                                    <p:animEffect transition="out" filter="fade">
                                      <p:cBhvr>
                                        <p:cTn id="257" dur="1"/>
                                        <p:tgtEl>
                                          <p:spTgt spid="2455"/>
                                        </p:tgtEl>
                                      </p:cBhvr>
                                    </p:animEffect>
                                    <p:set>
                                      <p:cBhvr>
                                        <p:cTn id="258" dur="1" fill="hold">
                                          <p:stCondLst>
                                            <p:cond delay="0"/>
                                          </p:stCondLst>
                                        </p:cTn>
                                        <p:tgtEl>
                                          <p:spTgt spid="2455"/>
                                        </p:tgtEl>
                                        <p:attrNameLst>
                                          <p:attrName>style.visibility</p:attrName>
                                        </p:attrNameLst>
                                      </p:cBhvr>
                                      <p:to>
                                        <p:strVal val="hidden"/>
                                      </p:to>
                                    </p:set>
                                  </p:childTnLst>
                                </p:cTn>
                              </p:par>
                              <p:par>
                                <p:cTn id="259" presetID="10" presetClass="entr" presetSubtype="0" fill="hold" nodeType="withEffect">
                                  <p:stCondLst>
                                    <p:cond delay="3817"/>
                                  </p:stCondLst>
                                  <p:childTnLst>
                                    <p:set>
                                      <p:cBhvr>
                                        <p:cTn id="260" dur="1" fill="hold">
                                          <p:stCondLst>
                                            <p:cond delay="0"/>
                                          </p:stCondLst>
                                        </p:cTn>
                                        <p:tgtEl>
                                          <p:spTgt spid="2461"/>
                                        </p:tgtEl>
                                        <p:attrNameLst>
                                          <p:attrName>style.visibility</p:attrName>
                                        </p:attrNameLst>
                                      </p:cBhvr>
                                      <p:to>
                                        <p:strVal val="visible"/>
                                      </p:to>
                                    </p:set>
                                    <p:animEffect transition="in" filter="fade">
                                      <p:cBhvr>
                                        <p:cTn id="261" dur="1"/>
                                        <p:tgtEl>
                                          <p:spTgt spid="2461"/>
                                        </p:tgtEl>
                                      </p:cBhvr>
                                    </p:animEffect>
                                  </p:childTnLst>
                                </p:cTn>
                              </p:par>
                              <p:par>
                                <p:cTn id="262" presetID="10" presetClass="exit" presetSubtype="0" fill="hold" nodeType="withEffect">
                                  <p:stCondLst>
                                    <p:cond delay="3900"/>
                                  </p:stCondLst>
                                  <p:childTnLst>
                                    <p:animEffect transition="out" filter="fade">
                                      <p:cBhvr>
                                        <p:cTn id="263" dur="1"/>
                                        <p:tgtEl>
                                          <p:spTgt spid="2461"/>
                                        </p:tgtEl>
                                      </p:cBhvr>
                                    </p:animEffect>
                                    <p:set>
                                      <p:cBhvr>
                                        <p:cTn id="264" dur="1" fill="hold">
                                          <p:stCondLst>
                                            <p:cond delay="0"/>
                                          </p:stCondLst>
                                        </p:cTn>
                                        <p:tgtEl>
                                          <p:spTgt spid="2461"/>
                                        </p:tgtEl>
                                        <p:attrNameLst>
                                          <p:attrName>style.visibility</p:attrName>
                                        </p:attrNameLst>
                                      </p:cBhvr>
                                      <p:to>
                                        <p:strVal val="hidden"/>
                                      </p:to>
                                    </p:set>
                                  </p:childTnLst>
                                </p:cTn>
                              </p:par>
                              <p:par>
                                <p:cTn id="265" presetID="10" presetClass="entr" presetSubtype="0" fill="hold" nodeType="withEffect">
                                  <p:stCondLst>
                                    <p:cond delay="3900"/>
                                  </p:stCondLst>
                                  <p:childTnLst>
                                    <p:set>
                                      <p:cBhvr>
                                        <p:cTn id="266" dur="1" fill="hold">
                                          <p:stCondLst>
                                            <p:cond delay="0"/>
                                          </p:stCondLst>
                                        </p:cTn>
                                        <p:tgtEl>
                                          <p:spTgt spid="2467"/>
                                        </p:tgtEl>
                                        <p:attrNameLst>
                                          <p:attrName>style.visibility</p:attrName>
                                        </p:attrNameLst>
                                      </p:cBhvr>
                                      <p:to>
                                        <p:strVal val="visible"/>
                                      </p:to>
                                    </p:set>
                                    <p:animEffect transition="in" filter="fade">
                                      <p:cBhvr>
                                        <p:cTn id="267" dur="1"/>
                                        <p:tgtEl>
                                          <p:spTgt spid="2467"/>
                                        </p:tgtEl>
                                      </p:cBhvr>
                                    </p:animEffect>
                                  </p:childTnLst>
                                </p:cTn>
                              </p:par>
                              <p:par>
                                <p:cTn id="268" presetID="10" presetClass="exit" presetSubtype="0" fill="hold" nodeType="withEffect">
                                  <p:stCondLst>
                                    <p:cond delay="3983"/>
                                  </p:stCondLst>
                                  <p:childTnLst>
                                    <p:animEffect transition="out" filter="fade">
                                      <p:cBhvr>
                                        <p:cTn id="269" dur="1"/>
                                        <p:tgtEl>
                                          <p:spTgt spid="2467"/>
                                        </p:tgtEl>
                                      </p:cBhvr>
                                    </p:animEffect>
                                    <p:set>
                                      <p:cBhvr>
                                        <p:cTn id="270" dur="1" fill="hold">
                                          <p:stCondLst>
                                            <p:cond delay="0"/>
                                          </p:stCondLst>
                                        </p:cTn>
                                        <p:tgtEl>
                                          <p:spTgt spid="2467"/>
                                        </p:tgtEl>
                                        <p:attrNameLst>
                                          <p:attrName>style.visibility</p:attrName>
                                        </p:attrNameLst>
                                      </p:cBhvr>
                                      <p:to>
                                        <p:strVal val="hidden"/>
                                      </p:to>
                                    </p:set>
                                  </p:childTnLst>
                                </p:cTn>
                              </p:par>
                              <p:par>
                                <p:cTn id="271" presetID="10" presetClass="entr" presetSubtype="0" fill="hold" nodeType="withEffect">
                                  <p:stCondLst>
                                    <p:cond delay="3983"/>
                                  </p:stCondLst>
                                  <p:childTnLst>
                                    <p:set>
                                      <p:cBhvr>
                                        <p:cTn id="272" dur="1" fill="hold">
                                          <p:stCondLst>
                                            <p:cond delay="0"/>
                                          </p:stCondLst>
                                        </p:cTn>
                                        <p:tgtEl>
                                          <p:spTgt spid="2473"/>
                                        </p:tgtEl>
                                        <p:attrNameLst>
                                          <p:attrName>style.visibility</p:attrName>
                                        </p:attrNameLst>
                                      </p:cBhvr>
                                      <p:to>
                                        <p:strVal val="visible"/>
                                      </p:to>
                                    </p:set>
                                    <p:animEffect transition="in" filter="fade">
                                      <p:cBhvr>
                                        <p:cTn id="273" dur="1"/>
                                        <p:tgtEl>
                                          <p:spTgt spid="2473"/>
                                        </p:tgtEl>
                                      </p:cBhvr>
                                    </p:animEffect>
                                  </p:childTnLst>
                                </p:cTn>
                              </p:par>
                              <p:par>
                                <p:cTn id="274" presetID="10" presetClass="exit" presetSubtype="0" fill="hold" nodeType="withEffect">
                                  <p:stCondLst>
                                    <p:cond delay="4067"/>
                                  </p:stCondLst>
                                  <p:childTnLst>
                                    <p:animEffect transition="out" filter="fade">
                                      <p:cBhvr>
                                        <p:cTn id="275" dur="1"/>
                                        <p:tgtEl>
                                          <p:spTgt spid="2473"/>
                                        </p:tgtEl>
                                      </p:cBhvr>
                                    </p:animEffect>
                                    <p:set>
                                      <p:cBhvr>
                                        <p:cTn id="276" dur="1" fill="hold">
                                          <p:stCondLst>
                                            <p:cond delay="0"/>
                                          </p:stCondLst>
                                        </p:cTn>
                                        <p:tgtEl>
                                          <p:spTgt spid="2473"/>
                                        </p:tgtEl>
                                        <p:attrNameLst>
                                          <p:attrName>style.visibility</p:attrName>
                                        </p:attrNameLst>
                                      </p:cBhvr>
                                      <p:to>
                                        <p:strVal val="hidden"/>
                                      </p:to>
                                    </p:set>
                                  </p:childTnLst>
                                </p:cTn>
                              </p:par>
                              <p:par>
                                <p:cTn id="277" presetID="10" presetClass="entr" presetSubtype="0" fill="hold" nodeType="withEffect">
                                  <p:stCondLst>
                                    <p:cond delay="4067"/>
                                  </p:stCondLst>
                                  <p:childTnLst>
                                    <p:set>
                                      <p:cBhvr>
                                        <p:cTn id="278" dur="1" fill="hold">
                                          <p:stCondLst>
                                            <p:cond delay="0"/>
                                          </p:stCondLst>
                                        </p:cTn>
                                        <p:tgtEl>
                                          <p:spTgt spid="2479"/>
                                        </p:tgtEl>
                                        <p:attrNameLst>
                                          <p:attrName>style.visibility</p:attrName>
                                        </p:attrNameLst>
                                      </p:cBhvr>
                                      <p:to>
                                        <p:strVal val="visible"/>
                                      </p:to>
                                    </p:set>
                                    <p:animEffect transition="in" filter="fade">
                                      <p:cBhvr>
                                        <p:cTn id="279" dur="1"/>
                                        <p:tgtEl>
                                          <p:spTgt spid="2479"/>
                                        </p:tgtEl>
                                      </p:cBhvr>
                                    </p:animEffect>
                                  </p:childTnLst>
                                </p:cTn>
                              </p:par>
                              <p:par>
                                <p:cTn id="280" presetID="10" presetClass="exit" presetSubtype="0" fill="hold" nodeType="withEffect">
                                  <p:stCondLst>
                                    <p:cond delay="4150"/>
                                  </p:stCondLst>
                                  <p:childTnLst>
                                    <p:animEffect transition="out" filter="fade">
                                      <p:cBhvr>
                                        <p:cTn id="281" dur="1"/>
                                        <p:tgtEl>
                                          <p:spTgt spid="2479"/>
                                        </p:tgtEl>
                                      </p:cBhvr>
                                    </p:animEffect>
                                    <p:set>
                                      <p:cBhvr>
                                        <p:cTn id="282" dur="1" fill="hold">
                                          <p:stCondLst>
                                            <p:cond delay="0"/>
                                          </p:stCondLst>
                                        </p:cTn>
                                        <p:tgtEl>
                                          <p:spTgt spid="2479"/>
                                        </p:tgtEl>
                                        <p:attrNameLst>
                                          <p:attrName>style.visibility</p:attrName>
                                        </p:attrNameLst>
                                      </p:cBhvr>
                                      <p:to>
                                        <p:strVal val="hidden"/>
                                      </p:to>
                                    </p:set>
                                  </p:childTnLst>
                                </p:cTn>
                              </p:par>
                              <p:par>
                                <p:cTn id="283" presetID="10" presetClass="entr" presetSubtype="0" fill="hold" nodeType="withEffect">
                                  <p:stCondLst>
                                    <p:cond delay="4150"/>
                                  </p:stCondLst>
                                  <p:childTnLst>
                                    <p:set>
                                      <p:cBhvr>
                                        <p:cTn id="284" dur="1" fill="hold">
                                          <p:stCondLst>
                                            <p:cond delay="0"/>
                                          </p:stCondLst>
                                        </p:cTn>
                                        <p:tgtEl>
                                          <p:spTgt spid="2485"/>
                                        </p:tgtEl>
                                        <p:attrNameLst>
                                          <p:attrName>style.visibility</p:attrName>
                                        </p:attrNameLst>
                                      </p:cBhvr>
                                      <p:to>
                                        <p:strVal val="visible"/>
                                      </p:to>
                                    </p:set>
                                    <p:animEffect transition="in" filter="fade">
                                      <p:cBhvr>
                                        <p:cTn id="285" dur="1"/>
                                        <p:tgtEl>
                                          <p:spTgt spid="2485"/>
                                        </p:tgtEl>
                                      </p:cBhvr>
                                    </p:animEffect>
                                  </p:childTnLst>
                                </p:cTn>
                              </p:par>
                              <p:par>
                                <p:cTn id="286" presetID="10" presetClass="exit" presetSubtype="0" fill="hold" nodeType="withEffect">
                                  <p:stCondLst>
                                    <p:cond delay="4233"/>
                                  </p:stCondLst>
                                  <p:childTnLst>
                                    <p:animEffect transition="out" filter="fade">
                                      <p:cBhvr>
                                        <p:cTn id="287" dur="1"/>
                                        <p:tgtEl>
                                          <p:spTgt spid="2485"/>
                                        </p:tgtEl>
                                      </p:cBhvr>
                                    </p:animEffect>
                                    <p:set>
                                      <p:cBhvr>
                                        <p:cTn id="288" dur="1" fill="hold">
                                          <p:stCondLst>
                                            <p:cond delay="0"/>
                                          </p:stCondLst>
                                        </p:cTn>
                                        <p:tgtEl>
                                          <p:spTgt spid="2485"/>
                                        </p:tgtEl>
                                        <p:attrNameLst>
                                          <p:attrName>style.visibility</p:attrName>
                                        </p:attrNameLst>
                                      </p:cBhvr>
                                      <p:to>
                                        <p:strVal val="hidden"/>
                                      </p:to>
                                    </p:set>
                                  </p:childTnLst>
                                </p:cTn>
                              </p:par>
                              <p:par>
                                <p:cTn id="289" presetID="10" presetClass="entr" presetSubtype="0" fill="hold" nodeType="withEffect">
                                  <p:stCondLst>
                                    <p:cond delay="4233"/>
                                  </p:stCondLst>
                                  <p:childTnLst>
                                    <p:set>
                                      <p:cBhvr>
                                        <p:cTn id="290" dur="1" fill="hold">
                                          <p:stCondLst>
                                            <p:cond delay="0"/>
                                          </p:stCondLst>
                                        </p:cTn>
                                        <p:tgtEl>
                                          <p:spTgt spid="2491"/>
                                        </p:tgtEl>
                                        <p:attrNameLst>
                                          <p:attrName>style.visibility</p:attrName>
                                        </p:attrNameLst>
                                      </p:cBhvr>
                                      <p:to>
                                        <p:strVal val="visible"/>
                                      </p:to>
                                    </p:set>
                                    <p:animEffect transition="in" filter="fade">
                                      <p:cBhvr>
                                        <p:cTn id="291" dur="1"/>
                                        <p:tgtEl>
                                          <p:spTgt spid="2491"/>
                                        </p:tgtEl>
                                      </p:cBhvr>
                                    </p:animEffect>
                                  </p:childTnLst>
                                </p:cTn>
                              </p:par>
                              <p:par>
                                <p:cTn id="292" presetID="10" presetClass="exit" presetSubtype="0" fill="hold" nodeType="withEffect">
                                  <p:stCondLst>
                                    <p:cond delay="4317"/>
                                  </p:stCondLst>
                                  <p:childTnLst>
                                    <p:animEffect transition="out" filter="fade">
                                      <p:cBhvr>
                                        <p:cTn id="293" dur="1"/>
                                        <p:tgtEl>
                                          <p:spTgt spid="2491"/>
                                        </p:tgtEl>
                                      </p:cBhvr>
                                    </p:animEffect>
                                    <p:set>
                                      <p:cBhvr>
                                        <p:cTn id="294" dur="1" fill="hold">
                                          <p:stCondLst>
                                            <p:cond delay="0"/>
                                          </p:stCondLst>
                                        </p:cTn>
                                        <p:tgtEl>
                                          <p:spTgt spid="2491"/>
                                        </p:tgtEl>
                                        <p:attrNameLst>
                                          <p:attrName>style.visibility</p:attrName>
                                        </p:attrNameLst>
                                      </p:cBhvr>
                                      <p:to>
                                        <p:strVal val="hidden"/>
                                      </p:to>
                                    </p:set>
                                  </p:childTnLst>
                                </p:cTn>
                              </p:par>
                              <p:par>
                                <p:cTn id="295" presetID="10" presetClass="entr" presetSubtype="0" fill="hold" nodeType="withEffect">
                                  <p:stCondLst>
                                    <p:cond delay="4317"/>
                                  </p:stCondLst>
                                  <p:childTnLst>
                                    <p:set>
                                      <p:cBhvr>
                                        <p:cTn id="296" dur="1" fill="hold">
                                          <p:stCondLst>
                                            <p:cond delay="0"/>
                                          </p:stCondLst>
                                        </p:cTn>
                                        <p:tgtEl>
                                          <p:spTgt spid="2497"/>
                                        </p:tgtEl>
                                        <p:attrNameLst>
                                          <p:attrName>style.visibility</p:attrName>
                                        </p:attrNameLst>
                                      </p:cBhvr>
                                      <p:to>
                                        <p:strVal val="visible"/>
                                      </p:to>
                                    </p:set>
                                    <p:animEffect transition="in" filter="fade">
                                      <p:cBhvr>
                                        <p:cTn id="297" dur="1"/>
                                        <p:tgtEl>
                                          <p:spTgt spid="2497"/>
                                        </p:tgtEl>
                                      </p:cBhvr>
                                    </p:animEffect>
                                  </p:childTnLst>
                                </p:cTn>
                              </p:par>
                              <p:par>
                                <p:cTn id="298" presetID="10" presetClass="exit" presetSubtype="0" fill="hold" nodeType="withEffect">
                                  <p:stCondLst>
                                    <p:cond delay="4400"/>
                                  </p:stCondLst>
                                  <p:childTnLst>
                                    <p:animEffect transition="out" filter="fade">
                                      <p:cBhvr>
                                        <p:cTn id="299" dur="1"/>
                                        <p:tgtEl>
                                          <p:spTgt spid="2497"/>
                                        </p:tgtEl>
                                      </p:cBhvr>
                                    </p:animEffect>
                                    <p:set>
                                      <p:cBhvr>
                                        <p:cTn id="300" dur="1" fill="hold">
                                          <p:stCondLst>
                                            <p:cond delay="0"/>
                                          </p:stCondLst>
                                        </p:cTn>
                                        <p:tgtEl>
                                          <p:spTgt spid="2497"/>
                                        </p:tgtEl>
                                        <p:attrNameLst>
                                          <p:attrName>style.visibility</p:attrName>
                                        </p:attrNameLst>
                                      </p:cBhvr>
                                      <p:to>
                                        <p:strVal val="hidden"/>
                                      </p:to>
                                    </p:set>
                                  </p:childTnLst>
                                </p:cTn>
                              </p:par>
                              <p:par>
                                <p:cTn id="301" presetID="10" presetClass="entr" presetSubtype="0" fill="hold" nodeType="withEffect">
                                  <p:stCondLst>
                                    <p:cond delay="4400"/>
                                  </p:stCondLst>
                                  <p:childTnLst>
                                    <p:set>
                                      <p:cBhvr>
                                        <p:cTn id="302" dur="1" fill="hold">
                                          <p:stCondLst>
                                            <p:cond delay="0"/>
                                          </p:stCondLst>
                                        </p:cTn>
                                        <p:tgtEl>
                                          <p:spTgt spid="2503"/>
                                        </p:tgtEl>
                                        <p:attrNameLst>
                                          <p:attrName>style.visibility</p:attrName>
                                        </p:attrNameLst>
                                      </p:cBhvr>
                                      <p:to>
                                        <p:strVal val="visible"/>
                                      </p:to>
                                    </p:set>
                                    <p:animEffect transition="in" filter="fade">
                                      <p:cBhvr>
                                        <p:cTn id="303" dur="1"/>
                                        <p:tgtEl>
                                          <p:spTgt spid="2503"/>
                                        </p:tgtEl>
                                      </p:cBhvr>
                                    </p:animEffect>
                                  </p:childTnLst>
                                </p:cTn>
                              </p:par>
                              <p:par>
                                <p:cTn id="304" presetID="10" presetClass="exit" presetSubtype="0" fill="hold" nodeType="withEffect">
                                  <p:stCondLst>
                                    <p:cond delay="4483"/>
                                  </p:stCondLst>
                                  <p:childTnLst>
                                    <p:animEffect transition="out" filter="fade">
                                      <p:cBhvr>
                                        <p:cTn id="305" dur="1"/>
                                        <p:tgtEl>
                                          <p:spTgt spid="2503"/>
                                        </p:tgtEl>
                                      </p:cBhvr>
                                    </p:animEffect>
                                    <p:set>
                                      <p:cBhvr>
                                        <p:cTn id="306" dur="1" fill="hold">
                                          <p:stCondLst>
                                            <p:cond delay="0"/>
                                          </p:stCondLst>
                                        </p:cTn>
                                        <p:tgtEl>
                                          <p:spTgt spid="2503"/>
                                        </p:tgtEl>
                                        <p:attrNameLst>
                                          <p:attrName>style.visibility</p:attrName>
                                        </p:attrNameLst>
                                      </p:cBhvr>
                                      <p:to>
                                        <p:strVal val="hidden"/>
                                      </p:to>
                                    </p:set>
                                  </p:childTnLst>
                                </p:cTn>
                              </p:par>
                              <p:par>
                                <p:cTn id="307" presetID="10" presetClass="entr" presetSubtype="0" fill="hold" nodeType="withEffect">
                                  <p:stCondLst>
                                    <p:cond delay="4483"/>
                                  </p:stCondLst>
                                  <p:childTnLst>
                                    <p:set>
                                      <p:cBhvr>
                                        <p:cTn id="308" dur="1" fill="hold">
                                          <p:stCondLst>
                                            <p:cond delay="0"/>
                                          </p:stCondLst>
                                        </p:cTn>
                                        <p:tgtEl>
                                          <p:spTgt spid="2509"/>
                                        </p:tgtEl>
                                        <p:attrNameLst>
                                          <p:attrName>style.visibility</p:attrName>
                                        </p:attrNameLst>
                                      </p:cBhvr>
                                      <p:to>
                                        <p:strVal val="visible"/>
                                      </p:to>
                                    </p:set>
                                    <p:animEffect transition="in" filter="fade">
                                      <p:cBhvr>
                                        <p:cTn id="309" dur="1"/>
                                        <p:tgtEl>
                                          <p:spTgt spid="2509"/>
                                        </p:tgtEl>
                                      </p:cBhvr>
                                    </p:animEffect>
                                  </p:childTnLst>
                                </p:cTn>
                              </p:par>
                              <p:par>
                                <p:cTn id="310" presetID="10" presetClass="exit" presetSubtype="0" fill="hold" nodeType="withEffect">
                                  <p:stCondLst>
                                    <p:cond delay="4567"/>
                                  </p:stCondLst>
                                  <p:childTnLst>
                                    <p:animEffect transition="out" filter="fade">
                                      <p:cBhvr>
                                        <p:cTn id="311" dur="1"/>
                                        <p:tgtEl>
                                          <p:spTgt spid="2509"/>
                                        </p:tgtEl>
                                      </p:cBhvr>
                                    </p:animEffect>
                                    <p:set>
                                      <p:cBhvr>
                                        <p:cTn id="312" dur="1" fill="hold">
                                          <p:stCondLst>
                                            <p:cond delay="0"/>
                                          </p:stCondLst>
                                        </p:cTn>
                                        <p:tgtEl>
                                          <p:spTgt spid="2509"/>
                                        </p:tgtEl>
                                        <p:attrNameLst>
                                          <p:attrName>style.visibility</p:attrName>
                                        </p:attrNameLst>
                                      </p:cBhvr>
                                      <p:to>
                                        <p:strVal val="hidden"/>
                                      </p:to>
                                    </p:set>
                                  </p:childTnLst>
                                </p:cTn>
                              </p:par>
                              <p:par>
                                <p:cTn id="313" presetID="10" presetClass="entr" presetSubtype="0" fill="hold" nodeType="withEffect">
                                  <p:stCondLst>
                                    <p:cond delay="4567"/>
                                  </p:stCondLst>
                                  <p:childTnLst>
                                    <p:set>
                                      <p:cBhvr>
                                        <p:cTn id="314" dur="1" fill="hold">
                                          <p:stCondLst>
                                            <p:cond delay="0"/>
                                          </p:stCondLst>
                                        </p:cTn>
                                        <p:tgtEl>
                                          <p:spTgt spid="2515"/>
                                        </p:tgtEl>
                                        <p:attrNameLst>
                                          <p:attrName>style.visibility</p:attrName>
                                        </p:attrNameLst>
                                      </p:cBhvr>
                                      <p:to>
                                        <p:strVal val="visible"/>
                                      </p:to>
                                    </p:set>
                                    <p:animEffect transition="in" filter="fade">
                                      <p:cBhvr>
                                        <p:cTn id="315" dur="1"/>
                                        <p:tgtEl>
                                          <p:spTgt spid="2515"/>
                                        </p:tgtEl>
                                      </p:cBhvr>
                                    </p:animEffect>
                                  </p:childTnLst>
                                </p:cTn>
                              </p:par>
                              <p:par>
                                <p:cTn id="316" presetID="10" presetClass="exit" presetSubtype="0" fill="hold" nodeType="withEffect">
                                  <p:stCondLst>
                                    <p:cond delay="4650"/>
                                  </p:stCondLst>
                                  <p:childTnLst>
                                    <p:animEffect transition="out" filter="fade">
                                      <p:cBhvr>
                                        <p:cTn id="317" dur="1"/>
                                        <p:tgtEl>
                                          <p:spTgt spid="2515"/>
                                        </p:tgtEl>
                                      </p:cBhvr>
                                    </p:animEffect>
                                    <p:set>
                                      <p:cBhvr>
                                        <p:cTn id="318" dur="1" fill="hold">
                                          <p:stCondLst>
                                            <p:cond delay="0"/>
                                          </p:stCondLst>
                                        </p:cTn>
                                        <p:tgtEl>
                                          <p:spTgt spid="2515"/>
                                        </p:tgtEl>
                                        <p:attrNameLst>
                                          <p:attrName>style.visibility</p:attrName>
                                        </p:attrNameLst>
                                      </p:cBhvr>
                                      <p:to>
                                        <p:strVal val="hidden"/>
                                      </p:to>
                                    </p:set>
                                  </p:childTnLst>
                                </p:cTn>
                              </p:par>
                              <p:par>
                                <p:cTn id="319" presetID="10" presetClass="entr" presetSubtype="0" fill="hold" nodeType="withEffect">
                                  <p:stCondLst>
                                    <p:cond delay="4650"/>
                                  </p:stCondLst>
                                  <p:childTnLst>
                                    <p:set>
                                      <p:cBhvr>
                                        <p:cTn id="320" dur="1" fill="hold">
                                          <p:stCondLst>
                                            <p:cond delay="0"/>
                                          </p:stCondLst>
                                        </p:cTn>
                                        <p:tgtEl>
                                          <p:spTgt spid="2521"/>
                                        </p:tgtEl>
                                        <p:attrNameLst>
                                          <p:attrName>style.visibility</p:attrName>
                                        </p:attrNameLst>
                                      </p:cBhvr>
                                      <p:to>
                                        <p:strVal val="visible"/>
                                      </p:to>
                                    </p:set>
                                    <p:animEffect transition="in" filter="fade">
                                      <p:cBhvr>
                                        <p:cTn id="321" dur="1"/>
                                        <p:tgtEl>
                                          <p:spTgt spid="2521"/>
                                        </p:tgtEl>
                                      </p:cBhvr>
                                    </p:animEffect>
                                  </p:childTnLst>
                                </p:cTn>
                              </p:par>
                              <p:par>
                                <p:cTn id="322" presetID="10" presetClass="exit" presetSubtype="0" fill="hold" nodeType="withEffect">
                                  <p:stCondLst>
                                    <p:cond delay="4733"/>
                                  </p:stCondLst>
                                  <p:childTnLst>
                                    <p:animEffect transition="out" filter="fade">
                                      <p:cBhvr>
                                        <p:cTn id="323" dur="1"/>
                                        <p:tgtEl>
                                          <p:spTgt spid="2521"/>
                                        </p:tgtEl>
                                      </p:cBhvr>
                                    </p:animEffect>
                                    <p:set>
                                      <p:cBhvr>
                                        <p:cTn id="324" dur="1" fill="hold">
                                          <p:stCondLst>
                                            <p:cond delay="0"/>
                                          </p:stCondLst>
                                        </p:cTn>
                                        <p:tgtEl>
                                          <p:spTgt spid="2521"/>
                                        </p:tgtEl>
                                        <p:attrNameLst>
                                          <p:attrName>style.visibility</p:attrName>
                                        </p:attrNameLst>
                                      </p:cBhvr>
                                      <p:to>
                                        <p:strVal val="hidden"/>
                                      </p:to>
                                    </p:set>
                                  </p:childTnLst>
                                </p:cTn>
                              </p:par>
                              <p:par>
                                <p:cTn id="325" presetID="10" presetClass="entr" presetSubtype="0" fill="hold" nodeType="withEffect">
                                  <p:stCondLst>
                                    <p:cond delay="4733"/>
                                  </p:stCondLst>
                                  <p:childTnLst>
                                    <p:set>
                                      <p:cBhvr>
                                        <p:cTn id="326" dur="1" fill="hold">
                                          <p:stCondLst>
                                            <p:cond delay="0"/>
                                          </p:stCondLst>
                                        </p:cTn>
                                        <p:tgtEl>
                                          <p:spTgt spid="2527"/>
                                        </p:tgtEl>
                                        <p:attrNameLst>
                                          <p:attrName>style.visibility</p:attrName>
                                        </p:attrNameLst>
                                      </p:cBhvr>
                                      <p:to>
                                        <p:strVal val="visible"/>
                                      </p:to>
                                    </p:set>
                                    <p:animEffect transition="in" filter="fade">
                                      <p:cBhvr>
                                        <p:cTn id="327" dur="1"/>
                                        <p:tgtEl>
                                          <p:spTgt spid="2527"/>
                                        </p:tgtEl>
                                      </p:cBhvr>
                                    </p:animEffect>
                                  </p:childTnLst>
                                </p:cTn>
                              </p:par>
                              <p:par>
                                <p:cTn id="328" presetID="10" presetClass="exit" presetSubtype="0" fill="hold" nodeType="withEffect">
                                  <p:stCondLst>
                                    <p:cond delay="4817"/>
                                  </p:stCondLst>
                                  <p:childTnLst>
                                    <p:animEffect transition="out" filter="fade">
                                      <p:cBhvr>
                                        <p:cTn id="329" dur="1"/>
                                        <p:tgtEl>
                                          <p:spTgt spid="2527"/>
                                        </p:tgtEl>
                                      </p:cBhvr>
                                    </p:animEffect>
                                    <p:set>
                                      <p:cBhvr>
                                        <p:cTn id="330" dur="1" fill="hold">
                                          <p:stCondLst>
                                            <p:cond delay="0"/>
                                          </p:stCondLst>
                                        </p:cTn>
                                        <p:tgtEl>
                                          <p:spTgt spid="2527"/>
                                        </p:tgtEl>
                                        <p:attrNameLst>
                                          <p:attrName>style.visibility</p:attrName>
                                        </p:attrNameLst>
                                      </p:cBhvr>
                                      <p:to>
                                        <p:strVal val="hidden"/>
                                      </p:to>
                                    </p:set>
                                  </p:childTnLst>
                                </p:cTn>
                              </p:par>
                              <p:par>
                                <p:cTn id="331" presetID="10" presetClass="entr" presetSubtype="0" fill="hold" nodeType="withEffect">
                                  <p:stCondLst>
                                    <p:cond delay="4817"/>
                                  </p:stCondLst>
                                  <p:childTnLst>
                                    <p:set>
                                      <p:cBhvr>
                                        <p:cTn id="332" dur="1" fill="hold">
                                          <p:stCondLst>
                                            <p:cond delay="0"/>
                                          </p:stCondLst>
                                        </p:cTn>
                                        <p:tgtEl>
                                          <p:spTgt spid="2533"/>
                                        </p:tgtEl>
                                        <p:attrNameLst>
                                          <p:attrName>style.visibility</p:attrName>
                                        </p:attrNameLst>
                                      </p:cBhvr>
                                      <p:to>
                                        <p:strVal val="visible"/>
                                      </p:to>
                                    </p:set>
                                    <p:animEffect transition="in" filter="fade">
                                      <p:cBhvr>
                                        <p:cTn id="333" dur="1"/>
                                        <p:tgtEl>
                                          <p:spTgt spid="2533"/>
                                        </p:tgtEl>
                                      </p:cBhvr>
                                    </p:animEffect>
                                  </p:childTnLst>
                                </p:cTn>
                              </p:par>
                              <p:par>
                                <p:cTn id="334" presetID="10" presetClass="exit" presetSubtype="0" fill="hold" nodeType="withEffect">
                                  <p:stCondLst>
                                    <p:cond delay="4900"/>
                                  </p:stCondLst>
                                  <p:childTnLst>
                                    <p:animEffect transition="out" filter="fade">
                                      <p:cBhvr>
                                        <p:cTn id="335" dur="1"/>
                                        <p:tgtEl>
                                          <p:spTgt spid="2533"/>
                                        </p:tgtEl>
                                      </p:cBhvr>
                                    </p:animEffect>
                                    <p:set>
                                      <p:cBhvr>
                                        <p:cTn id="336" dur="1" fill="hold">
                                          <p:stCondLst>
                                            <p:cond delay="0"/>
                                          </p:stCondLst>
                                        </p:cTn>
                                        <p:tgtEl>
                                          <p:spTgt spid="2533"/>
                                        </p:tgtEl>
                                        <p:attrNameLst>
                                          <p:attrName>style.visibility</p:attrName>
                                        </p:attrNameLst>
                                      </p:cBhvr>
                                      <p:to>
                                        <p:strVal val="hidden"/>
                                      </p:to>
                                    </p:set>
                                  </p:childTnLst>
                                </p:cTn>
                              </p:par>
                              <p:par>
                                <p:cTn id="337" presetID="10" presetClass="entr" presetSubtype="0" fill="hold" nodeType="withEffect">
                                  <p:stCondLst>
                                    <p:cond delay="4900"/>
                                  </p:stCondLst>
                                  <p:childTnLst>
                                    <p:set>
                                      <p:cBhvr>
                                        <p:cTn id="338" dur="1" fill="hold">
                                          <p:stCondLst>
                                            <p:cond delay="0"/>
                                          </p:stCondLst>
                                        </p:cTn>
                                        <p:tgtEl>
                                          <p:spTgt spid="2539"/>
                                        </p:tgtEl>
                                        <p:attrNameLst>
                                          <p:attrName>style.visibility</p:attrName>
                                        </p:attrNameLst>
                                      </p:cBhvr>
                                      <p:to>
                                        <p:strVal val="visible"/>
                                      </p:to>
                                    </p:set>
                                    <p:animEffect transition="in" filter="fade">
                                      <p:cBhvr>
                                        <p:cTn id="339" dur="1"/>
                                        <p:tgtEl>
                                          <p:spTgt spid="2539"/>
                                        </p:tgtEl>
                                      </p:cBhvr>
                                    </p:animEffect>
                                  </p:childTnLst>
                                </p:cTn>
                              </p:par>
                              <p:par>
                                <p:cTn id="340" presetID="10" presetClass="exit" presetSubtype="0" fill="hold" nodeType="withEffect">
                                  <p:stCondLst>
                                    <p:cond delay="4983"/>
                                  </p:stCondLst>
                                  <p:childTnLst>
                                    <p:animEffect transition="out" filter="fade">
                                      <p:cBhvr>
                                        <p:cTn id="341" dur="1"/>
                                        <p:tgtEl>
                                          <p:spTgt spid="2539"/>
                                        </p:tgtEl>
                                      </p:cBhvr>
                                    </p:animEffect>
                                    <p:set>
                                      <p:cBhvr>
                                        <p:cTn id="342" dur="1" fill="hold">
                                          <p:stCondLst>
                                            <p:cond delay="0"/>
                                          </p:stCondLst>
                                        </p:cTn>
                                        <p:tgtEl>
                                          <p:spTgt spid="2539"/>
                                        </p:tgtEl>
                                        <p:attrNameLst>
                                          <p:attrName>style.visibility</p:attrName>
                                        </p:attrNameLst>
                                      </p:cBhvr>
                                      <p:to>
                                        <p:strVal val="hidden"/>
                                      </p:to>
                                    </p:set>
                                  </p:childTnLst>
                                </p:cTn>
                              </p:par>
                              <p:par>
                                <p:cTn id="343" presetID="10" presetClass="entr" presetSubtype="0" fill="hold" nodeType="withEffect">
                                  <p:stCondLst>
                                    <p:cond delay="4983"/>
                                  </p:stCondLst>
                                  <p:childTnLst>
                                    <p:set>
                                      <p:cBhvr>
                                        <p:cTn id="344" dur="1" fill="hold">
                                          <p:stCondLst>
                                            <p:cond delay="0"/>
                                          </p:stCondLst>
                                        </p:cTn>
                                        <p:tgtEl>
                                          <p:spTgt spid="2545"/>
                                        </p:tgtEl>
                                        <p:attrNameLst>
                                          <p:attrName>style.visibility</p:attrName>
                                        </p:attrNameLst>
                                      </p:cBhvr>
                                      <p:to>
                                        <p:strVal val="visible"/>
                                      </p:to>
                                    </p:set>
                                    <p:animEffect transition="in" filter="fade">
                                      <p:cBhvr>
                                        <p:cTn id="345" dur="1"/>
                                        <p:tgtEl>
                                          <p:spTgt spid="2545"/>
                                        </p:tgtEl>
                                      </p:cBhvr>
                                    </p:animEffect>
                                  </p:childTnLst>
                                </p:cTn>
                              </p:par>
                              <p:par>
                                <p:cTn id="346" presetID="10" presetClass="exit" presetSubtype="0" fill="hold" nodeType="withEffect">
                                  <p:stCondLst>
                                    <p:cond delay="5067"/>
                                  </p:stCondLst>
                                  <p:childTnLst>
                                    <p:animEffect transition="out" filter="fade">
                                      <p:cBhvr>
                                        <p:cTn id="347" dur="1"/>
                                        <p:tgtEl>
                                          <p:spTgt spid="2545"/>
                                        </p:tgtEl>
                                      </p:cBhvr>
                                    </p:animEffect>
                                    <p:set>
                                      <p:cBhvr>
                                        <p:cTn id="348" dur="1" fill="hold">
                                          <p:stCondLst>
                                            <p:cond delay="0"/>
                                          </p:stCondLst>
                                        </p:cTn>
                                        <p:tgtEl>
                                          <p:spTgt spid="2545"/>
                                        </p:tgtEl>
                                        <p:attrNameLst>
                                          <p:attrName>style.visibility</p:attrName>
                                        </p:attrNameLst>
                                      </p:cBhvr>
                                      <p:to>
                                        <p:strVal val="hidden"/>
                                      </p:to>
                                    </p:set>
                                  </p:childTnLst>
                                </p:cTn>
                              </p:par>
                              <p:par>
                                <p:cTn id="349" presetID="10" presetClass="entr" presetSubtype="0" fill="hold" nodeType="withEffect">
                                  <p:stCondLst>
                                    <p:cond delay="5067"/>
                                  </p:stCondLst>
                                  <p:childTnLst>
                                    <p:set>
                                      <p:cBhvr>
                                        <p:cTn id="350" dur="1" fill="hold">
                                          <p:stCondLst>
                                            <p:cond delay="0"/>
                                          </p:stCondLst>
                                        </p:cTn>
                                        <p:tgtEl>
                                          <p:spTgt spid="2551"/>
                                        </p:tgtEl>
                                        <p:attrNameLst>
                                          <p:attrName>style.visibility</p:attrName>
                                        </p:attrNameLst>
                                      </p:cBhvr>
                                      <p:to>
                                        <p:strVal val="visible"/>
                                      </p:to>
                                    </p:set>
                                    <p:animEffect transition="in" filter="fade">
                                      <p:cBhvr>
                                        <p:cTn id="351" dur="1"/>
                                        <p:tgtEl>
                                          <p:spTgt spid="2551"/>
                                        </p:tgtEl>
                                      </p:cBhvr>
                                    </p:animEffect>
                                  </p:childTnLst>
                                </p:cTn>
                              </p:par>
                              <p:par>
                                <p:cTn id="352" presetID="10" presetClass="exit" presetSubtype="0" fill="hold" nodeType="withEffect">
                                  <p:stCondLst>
                                    <p:cond delay="5150"/>
                                  </p:stCondLst>
                                  <p:childTnLst>
                                    <p:animEffect transition="out" filter="fade">
                                      <p:cBhvr>
                                        <p:cTn id="353" dur="1"/>
                                        <p:tgtEl>
                                          <p:spTgt spid="2551"/>
                                        </p:tgtEl>
                                      </p:cBhvr>
                                    </p:animEffect>
                                    <p:set>
                                      <p:cBhvr>
                                        <p:cTn id="354" dur="1" fill="hold">
                                          <p:stCondLst>
                                            <p:cond delay="0"/>
                                          </p:stCondLst>
                                        </p:cTn>
                                        <p:tgtEl>
                                          <p:spTgt spid="2551"/>
                                        </p:tgtEl>
                                        <p:attrNameLst>
                                          <p:attrName>style.visibility</p:attrName>
                                        </p:attrNameLst>
                                      </p:cBhvr>
                                      <p:to>
                                        <p:strVal val="hidden"/>
                                      </p:to>
                                    </p:set>
                                  </p:childTnLst>
                                </p:cTn>
                              </p:par>
                              <p:par>
                                <p:cTn id="355" presetID="10" presetClass="entr" presetSubtype="0" fill="hold" nodeType="withEffect">
                                  <p:stCondLst>
                                    <p:cond delay="5150"/>
                                  </p:stCondLst>
                                  <p:childTnLst>
                                    <p:set>
                                      <p:cBhvr>
                                        <p:cTn id="356" dur="1" fill="hold">
                                          <p:stCondLst>
                                            <p:cond delay="0"/>
                                          </p:stCondLst>
                                        </p:cTn>
                                        <p:tgtEl>
                                          <p:spTgt spid="2557"/>
                                        </p:tgtEl>
                                        <p:attrNameLst>
                                          <p:attrName>style.visibility</p:attrName>
                                        </p:attrNameLst>
                                      </p:cBhvr>
                                      <p:to>
                                        <p:strVal val="visible"/>
                                      </p:to>
                                    </p:set>
                                    <p:animEffect transition="in" filter="fade">
                                      <p:cBhvr>
                                        <p:cTn id="357" dur="1"/>
                                        <p:tgtEl>
                                          <p:spTgt spid="2557"/>
                                        </p:tgtEl>
                                      </p:cBhvr>
                                    </p:animEffect>
                                  </p:childTnLst>
                                </p:cTn>
                              </p:par>
                              <p:par>
                                <p:cTn id="358" presetID="10" presetClass="exit" presetSubtype="0" fill="hold" nodeType="withEffect">
                                  <p:stCondLst>
                                    <p:cond delay="5233"/>
                                  </p:stCondLst>
                                  <p:childTnLst>
                                    <p:animEffect transition="out" filter="fade">
                                      <p:cBhvr>
                                        <p:cTn id="359" dur="1"/>
                                        <p:tgtEl>
                                          <p:spTgt spid="2557"/>
                                        </p:tgtEl>
                                      </p:cBhvr>
                                    </p:animEffect>
                                    <p:set>
                                      <p:cBhvr>
                                        <p:cTn id="360" dur="1" fill="hold">
                                          <p:stCondLst>
                                            <p:cond delay="0"/>
                                          </p:stCondLst>
                                        </p:cTn>
                                        <p:tgtEl>
                                          <p:spTgt spid="2557"/>
                                        </p:tgtEl>
                                        <p:attrNameLst>
                                          <p:attrName>style.visibility</p:attrName>
                                        </p:attrNameLst>
                                      </p:cBhvr>
                                      <p:to>
                                        <p:strVal val="hidden"/>
                                      </p:to>
                                    </p:set>
                                  </p:childTnLst>
                                </p:cTn>
                              </p:par>
                              <p:par>
                                <p:cTn id="361" presetID="10" presetClass="entr" presetSubtype="0" fill="hold" nodeType="withEffect">
                                  <p:stCondLst>
                                    <p:cond delay="5233"/>
                                  </p:stCondLst>
                                  <p:childTnLst>
                                    <p:set>
                                      <p:cBhvr>
                                        <p:cTn id="362" dur="1" fill="hold">
                                          <p:stCondLst>
                                            <p:cond delay="0"/>
                                          </p:stCondLst>
                                        </p:cTn>
                                        <p:tgtEl>
                                          <p:spTgt spid="2563"/>
                                        </p:tgtEl>
                                        <p:attrNameLst>
                                          <p:attrName>style.visibility</p:attrName>
                                        </p:attrNameLst>
                                      </p:cBhvr>
                                      <p:to>
                                        <p:strVal val="visible"/>
                                      </p:to>
                                    </p:set>
                                    <p:animEffect transition="in" filter="fade">
                                      <p:cBhvr>
                                        <p:cTn id="363" dur="1"/>
                                        <p:tgtEl>
                                          <p:spTgt spid="2563"/>
                                        </p:tgtEl>
                                      </p:cBhvr>
                                    </p:animEffect>
                                  </p:childTnLst>
                                </p:cTn>
                              </p:par>
                              <p:par>
                                <p:cTn id="364" presetID="10" presetClass="exit" presetSubtype="0" fill="hold" nodeType="withEffect">
                                  <p:stCondLst>
                                    <p:cond delay="5317"/>
                                  </p:stCondLst>
                                  <p:childTnLst>
                                    <p:animEffect transition="out" filter="fade">
                                      <p:cBhvr>
                                        <p:cTn id="365" dur="1"/>
                                        <p:tgtEl>
                                          <p:spTgt spid="2563"/>
                                        </p:tgtEl>
                                      </p:cBhvr>
                                    </p:animEffect>
                                    <p:set>
                                      <p:cBhvr>
                                        <p:cTn id="366" dur="1" fill="hold">
                                          <p:stCondLst>
                                            <p:cond delay="0"/>
                                          </p:stCondLst>
                                        </p:cTn>
                                        <p:tgtEl>
                                          <p:spTgt spid="2563"/>
                                        </p:tgtEl>
                                        <p:attrNameLst>
                                          <p:attrName>style.visibility</p:attrName>
                                        </p:attrNameLst>
                                      </p:cBhvr>
                                      <p:to>
                                        <p:strVal val="hidden"/>
                                      </p:to>
                                    </p:set>
                                  </p:childTnLst>
                                </p:cTn>
                              </p:par>
                              <p:par>
                                <p:cTn id="367" presetID="10" presetClass="entr" presetSubtype="0" fill="hold" nodeType="withEffect">
                                  <p:stCondLst>
                                    <p:cond delay="5317"/>
                                  </p:stCondLst>
                                  <p:childTnLst>
                                    <p:set>
                                      <p:cBhvr>
                                        <p:cTn id="368" dur="1" fill="hold">
                                          <p:stCondLst>
                                            <p:cond delay="0"/>
                                          </p:stCondLst>
                                        </p:cTn>
                                        <p:tgtEl>
                                          <p:spTgt spid="2569"/>
                                        </p:tgtEl>
                                        <p:attrNameLst>
                                          <p:attrName>style.visibility</p:attrName>
                                        </p:attrNameLst>
                                      </p:cBhvr>
                                      <p:to>
                                        <p:strVal val="visible"/>
                                      </p:to>
                                    </p:set>
                                    <p:animEffect transition="in" filter="fade">
                                      <p:cBhvr>
                                        <p:cTn id="369" dur="1"/>
                                        <p:tgtEl>
                                          <p:spTgt spid="2569"/>
                                        </p:tgtEl>
                                      </p:cBhvr>
                                    </p:animEffect>
                                  </p:childTnLst>
                                </p:cTn>
                              </p:par>
                              <p:par>
                                <p:cTn id="370" presetID="10" presetClass="exit" presetSubtype="0" fill="hold" nodeType="withEffect">
                                  <p:stCondLst>
                                    <p:cond delay="5400"/>
                                  </p:stCondLst>
                                  <p:childTnLst>
                                    <p:animEffect transition="out" filter="fade">
                                      <p:cBhvr>
                                        <p:cTn id="371" dur="1"/>
                                        <p:tgtEl>
                                          <p:spTgt spid="2569"/>
                                        </p:tgtEl>
                                      </p:cBhvr>
                                    </p:animEffect>
                                    <p:set>
                                      <p:cBhvr>
                                        <p:cTn id="372" dur="1" fill="hold">
                                          <p:stCondLst>
                                            <p:cond delay="0"/>
                                          </p:stCondLst>
                                        </p:cTn>
                                        <p:tgtEl>
                                          <p:spTgt spid="2569"/>
                                        </p:tgtEl>
                                        <p:attrNameLst>
                                          <p:attrName>style.visibility</p:attrName>
                                        </p:attrNameLst>
                                      </p:cBhvr>
                                      <p:to>
                                        <p:strVal val="hidden"/>
                                      </p:to>
                                    </p:set>
                                  </p:childTnLst>
                                </p:cTn>
                              </p:par>
                              <p:par>
                                <p:cTn id="373" presetID="10" presetClass="entr" presetSubtype="0" fill="hold" nodeType="withEffect">
                                  <p:stCondLst>
                                    <p:cond delay="5400"/>
                                  </p:stCondLst>
                                  <p:childTnLst>
                                    <p:set>
                                      <p:cBhvr>
                                        <p:cTn id="374" dur="1" fill="hold">
                                          <p:stCondLst>
                                            <p:cond delay="0"/>
                                          </p:stCondLst>
                                        </p:cTn>
                                        <p:tgtEl>
                                          <p:spTgt spid="2575"/>
                                        </p:tgtEl>
                                        <p:attrNameLst>
                                          <p:attrName>style.visibility</p:attrName>
                                        </p:attrNameLst>
                                      </p:cBhvr>
                                      <p:to>
                                        <p:strVal val="visible"/>
                                      </p:to>
                                    </p:set>
                                    <p:animEffect transition="in" filter="fade">
                                      <p:cBhvr>
                                        <p:cTn id="375" dur="1"/>
                                        <p:tgtEl>
                                          <p:spTgt spid="2575"/>
                                        </p:tgtEl>
                                      </p:cBhvr>
                                    </p:animEffect>
                                  </p:childTnLst>
                                </p:cTn>
                              </p:par>
                              <p:par>
                                <p:cTn id="376" presetID="10" presetClass="exit" presetSubtype="0" fill="hold" nodeType="withEffect">
                                  <p:stCondLst>
                                    <p:cond delay="5483"/>
                                  </p:stCondLst>
                                  <p:childTnLst>
                                    <p:animEffect transition="out" filter="fade">
                                      <p:cBhvr>
                                        <p:cTn id="377" dur="1"/>
                                        <p:tgtEl>
                                          <p:spTgt spid="2575"/>
                                        </p:tgtEl>
                                      </p:cBhvr>
                                    </p:animEffect>
                                    <p:set>
                                      <p:cBhvr>
                                        <p:cTn id="378" dur="1" fill="hold">
                                          <p:stCondLst>
                                            <p:cond delay="0"/>
                                          </p:stCondLst>
                                        </p:cTn>
                                        <p:tgtEl>
                                          <p:spTgt spid="2575"/>
                                        </p:tgtEl>
                                        <p:attrNameLst>
                                          <p:attrName>style.visibility</p:attrName>
                                        </p:attrNameLst>
                                      </p:cBhvr>
                                      <p:to>
                                        <p:strVal val="hidden"/>
                                      </p:to>
                                    </p:set>
                                  </p:childTnLst>
                                </p:cTn>
                              </p:par>
                              <p:par>
                                <p:cTn id="379" presetID="10" presetClass="entr" presetSubtype="0" fill="hold" nodeType="withEffect">
                                  <p:stCondLst>
                                    <p:cond delay="5483"/>
                                  </p:stCondLst>
                                  <p:childTnLst>
                                    <p:set>
                                      <p:cBhvr>
                                        <p:cTn id="380" dur="1" fill="hold">
                                          <p:stCondLst>
                                            <p:cond delay="0"/>
                                          </p:stCondLst>
                                        </p:cTn>
                                        <p:tgtEl>
                                          <p:spTgt spid="2581"/>
                                        </p:tgtEl>
                                        <p:attrNameLst>
                                          <p:attrName>style.visibility</p:attrName>
                                        </p:attrNameLst>
                                      </p:cBhvr>
                                      <p:to>
                                        <p:strVal val="visible"/>
                                      </p:to>
                                    </p:set>
                                    <p:animEffect transition="in" filter="fade">
                                      <p:cBhvr>
                                        <p:cTn id="381" dur="1"/>
                                        <p:tgtEl>
                                          <p:spTgt spid="2581"/>
                                        </p:tgtEl>
                                      </p:cBhvr>
                                    </p:animEffect>
                                  </p:childTnLst>
                                </p:cTn>
                              </p:par>
                              <p:par>
                                <p:cTn id="382" presetID="10" presetClass="exit" presetSubtype="0" fill="hold" nodeType="withEffect">
                                  <p:stCondLst>
                                    <p:cond delay="5567"/>
                                  </p:stCondLst>
                                  <p:childTnLst>
                                    <p:animEffect transition="out" filter="fade">
                                      <p:cBhvr>
                                        <p:cTn id="383" dur="1"/>
                                        <p:tgtEl>
                                          <p:spTgt spid="2581"/>
                                        </p:tgtEl>
                                      </p:cBhvr>
                                    </p:animEffect>
                                    <p:set>
                                      <p:cBhvr>
                                        <p:cTn id="384" dur="1" fill="hold">
                                          <p:stCondLst>
                                            <p:cond delay="0"/>
                                          </p:stCondLst>
                                        </p:cTn>
                                        <p:tgtEl>
                                          <p:spTgt spid="2581"/>
                                        </p:tgtEl>
                                        <p:attrNameLst>
                                          <p:attrName>style.visibility</p:attrName>
                                        </p:attrNameLst>
                                      </p:cBhvr>
                                      <p:to>
                                        <p:strVal val="hidden"/>
                                      </p:to>
                                    </p:set>
                                  </p:childTnLst>
                                </p:cTn>
                              </p:par>
                              <p:par>
                                <p:cTn id="385" presetID="10" presetClass="entr" presetSubtype="0" fill="hold" nodeType="withEffect">
                                  <p:stCondLst>
                                    <p:cond delay="5567"/>
                                  </p:stCondLst>
                                  <p:childTnLst>
                                    <p:set>
                                      <p:cBhvr>
                                        <p:cTn id="386" dur="1" fill="hold">
                                          <p:stCondLst>
                                            <p:cond delay="0"/>
                                          </p:stCondLst>
                                        </p:cTn>
                                        <p:tgtEl>
                                          <p:spTgt spid="2587"/>
                                        </p:tgtEl>
                                        <p:attrNameLst>
                                          <p:attrName>style.visibility</p:attrName>
                                        </p:attrNameLst>
                                      </p:cBhvr>
                                      <p:to>
                                        <p:strVal val="visible"/>
                                      </p:to>
                                    </p:set>
                                    <p:animEffect transition="in" filter="fade">
                                      <p:cBhvr>
                                        <p:cTn id="387" dur="1"/>
                                        <p:tgtEl>
                                          <p:spTgt spid="2587"/>
                                        </p:tgtEl>
                                      </p:cBhvr>
                                    </p:animEffect>
                                  </p:childTnLst>
                                </p:cTn>
                              </p:par>
                              <p:par>
                                <p:cTn id="388" presetID="10" presetClass="exit" presetSubtype="0" fill="hold" nodeType="withEffect">
                                  <p:stCondLst>
                                    <p:cond delay="5650"/>
                                  </p:stCondLst>
                                  <p:childTnLst>
                                    <p:animEffect transition="out" filter="fade">
                                      <p:cBhvr>
                                        <p:cTn id="389" dur="1"/>
                                        <p:tgtEl>
                                          <p:spTgt spid="2587"/>
                                        </p:tgtEl>
                                      </p:cBhvr>
                                    </p:animEffect>
                                    <p:set>
                                      <p:cBhvr>
                                        <p:cTn id="390" dur="1" fill="hold">
                                          <p:stCondLst>
                                            <p:cond delay="0"/>
                                          </p:stCondLst>
                                        </p:cTn>
                                        <p:tgtEl>
                                          <p:spTgt spid="2587"/>
                                        </p:tgtEl>
                                        <p:attrNameLst>
                                          <p:attrName>style.visibility</p:attrName>
                                        </p:attrNameLst>
                                      </p:cBhvr>
                                      <p:to>
                                        <p:strVal val="hidden"/>
                                      </p:to>
                                    </p:set>
                                  </p:childTnLst>
                                </p:cTn>
                              </p:par>
                              <p:par>
                                <p:cTn id="391" presetID="10" presetClass="entr" presetSubtype="0" fill="hold" nodeType="withEffect">
                                  <p:stCondLst>
                                    <p:cond delay="5650"/>
                                  </p:stCondLst>
                                  <p:childTnLst>
                                    <p:set>
                                      <p:cBhvr>
                                        <p:cTn id="392" dur="1" fill="hold">
                                          <p:stCondLst>
                                            <p:cond delay="0"/>
                                          </p:stCondLst>
                                        </p:cTn>
                                        <p:tgtEl>
                                          <p:spTgt spid="2593"/>
                                        </p:tgtEl>
                                        <p:attrNameLst>
                                          <p:attrName>style.visibility</p:attrName>
                                        </p:attrNameLst>
                                      </p:cBhvr>
                                      <p:to>
                                        <p:strVal val="visible"/>
                                      </p:to>
                                    </p:set>
                                    <p:animEffect transition="in" filter="fade">
                                      <p:cBhvr>
                                        <p:cTn id="393" dur="1"/>
                                        <p:tgtEl>
                                          <p:spTgt spid="2593"/>
                                        </p:tgtEl>
                                      </p:cBhvr>
                                    </p:animEffect>
                                  </p:childTnLst>
                                </p:cTn>
                              </p:par>
                              <p:par>
                                <p:cTn id="394" presetID="10" presetClass="exit" presetSubtype="0" fill="hold" nodeType="withEffect">
                                  <p:stCondLst>
                                    <p:cond delay="5733"/>
                                  </p:stCondLst>
                                  <p:childTnLst>
                                    <p:animEffect transition="out" filter="fade">
                                      <p:cBhvr>
                                        <p:cTn id="395" dur="1"/>
                                        <p:tgtEl>
                                          <p:spTgt spid="2593"/>
                                        </p:tgtEl>
                                      </p:cBhvr>
                                    </p:animEffect>
                                    <p:set>
                                      <p:cBhvr>
                                        <p:cTn id="396" dur="1" fill="hold">
                                          <p:stCondLst>
                                            <p:cond delay="0"/>
                                          </p:stCondLst>
                                        </p:cTn>
                                        <p:tgtEl>
                                          <p:spTgt spid="2593"/>
                                        </p:tgtEl>
                                        <p:attrNameLst>
                                          <p:attrName>style.visibility</p:attrName>
                                        </p:attrNameLst>
                                      </p:cBhvr>
                                      <p:to>
                                        <p:strVal val="hidden"/>
                                      </p:to>
                                    </p:set>
                                  </p:childTnLst>
                                </p:cTn>
                              </p:par>
                              <p:par>
                                <p:cTn id="397" presetID="10" presetClass="entr" presetSubtype="0" fill="hold" nodeType="withEffect">
                                  <p:stCondLst>
                                    <p:cond delay="5733"/>
                                  </p:stCondLst>
                                  <p:childTnLst>
                                    <p:set>
                                      <p:cBhvr>
                                        <p:cTn id="398" dur="1" fill="hold">
                                          <p:stCondLst>
                                            <p:cond delay="0"/>
                                          </p:stCondLst>
                                        </p:cTn>
                                        <p:tgtEl>
                                          <p:spTgt spid="2599"/>
                                        </p:tgtEl>
                                        <p:attrNameLst>
                                          <p:attrName>style.visibility</p:attrName>
                                        </p:attrNameLst>
                                      </p:cBhvr>
                                      <p:to>
                                        <p:strVal val="visible"/>
                                      </p:to>
                                    </p:set>
                                    <p:animEffect transition="in" filter="fade">
                                      <p:cBhvr>
                                        <p:cTn id="399" dur="1"/>
                                        <p:tgtEl>
                                          <p:spTgt spid="2599"/>
                                        </p:tgtEl>
                                      </p:cBhvr>
                                    </p:animEffect>
                                  </p:childTnLst>
                                </p:cTn>
                              </p:par>
                              <p:par>
                                <p:cTn id="400" presetID="10" presetClass="exit" presetSubtype="0" fill="hold" nodeType="withEffect">
                                  <p:stCondLst>
                                    <p:cond delay="5817"/>
                                  </p:stCondLst>
                                  <p:childTnLst>
                                    <p:animEffect transition="out" filter="fade">
                                      <p:cBhvr>
                                        <p:cTn id="401" dur="1"/>
                                        <p:tgtEl>
                                          <p:spTgt spid="2599"/>
                                        </p:tgtEl>
                                      </p:cBhvr>
                                    </p:animEffect>
                                    <p:set>
                                      <p:cBhvr>
                                        <p:cTn id="402" dur="1" fill="hold">
                                          <p:stCondLst>
                                            <p:cond delay="0"/>
                                          </p:stCondLst>
                                        </p:cTn>
                                        <p:tgtEl>
                                          <p:spTgt spid="2599"/>
                                        </p:tgtEl>
                                        <p:attrNameLst>
                                          <p:attrName>style.visibility</p:attrName>
                                        </p:attrNameLst>
                                      </p:cBhvr>
                                      <p:to>
                                        <p:strVal val="hidden"/>
                                      </p:to>
                                    </p:set>
                                  </p:childTnLst>
                                </p:cTn>
                              </p:par>
                              <p:par>
                                <p:cTn id="403" presetID="10" presetClass="entr" presetSubtype="0" fill="hold" nodeType="withEffect">
                                  <p:stCondLst>
                                    <p:cond delay="5817"/>
                                  </p:stCondLst>
                                  <p:childTnLst>
                                    <p:set>
                                      <p:cBhvr>
                                        <p:cTn id="404" dur="1" fill="hold">
                                          <p:stCondLst>
                                            <p:cond delay="0"/>
                                          </p:stCondLst>
                                        </p:cTn>
                                        <p:tgtEl>
                                          <p:spTgt spid="2605"/>
                                        </p:tgtEl>
                                        <p:attrNameLst>
                                          <p:attrName>style.visibility</p:attrName>
                                        </p:attrNameLst>
                                      </p:cBhvr>
                                      <p:to>
                                        <p:strVal val="visible"/>
                                      </p:to>
                                    </p:set>
                                    <p:animEffect transition="in" filter="fade">
                                      <p:cBhvr>
                                        <p:cTn id="405" dur="1"/>
                                        <p:tgtEl>
                                          <p:spTgt spid="2605"/>
                                        </p:tgtEl>
                                      </p:cBhvr>
                                    </p:animEffect>
                                  </p:childTnLst>
                                </p:cTn>
                              </p:par>
                              <p:par>
                                <p:cTn id="406" presetID="10" presetClass="exit" presetSubtype="0" fill="hold" nodeType="withEffect">
                                  <p:stCondLst>
                                    <p:cond delay="5900"/>
                                  </p:stCondLst>
                                  <p:childTnLst>
                                    <p:animEffect transition="out" filter="fade">
                                      <p:cBhvr>
                                        <p:cTn id="407" dur="1"/>
                                        <p:tgtEl>
                                          <p:spTgt spid="2605"/>
                                        </p:tgtEl>
                                      </p:cBhvr>
                                    </p:animEffect>
                                    <p:set>
                                      <p:cBhvr>
                                        <p:cTn id="408" dur="1" fill="hold">
                                          <p:stCondLst>
                                            <p:cond delay="0"/>
                                          </p:stCondLst>
                                        </p:cTn>
                                        <p:tgtEl>
                                          <p:spTgt spid="2605"/>
                                        </p:tgtEl>
                                        <p:attrNameLst>
                                          <p:attrName>style.visibility</p:attrName>
                                        </p:attrNameLst>
                                      </p:cBhvr>
                                      <p:to>
                                        <p:strVal val="hidden"/>
                                      </p:to>
                                    </p:set>
                                  </p:childTnLst>
                                </p:cTn>
                              </p:par>
                              <p:par>
                                <p:cTn id="409" presetID="10" presetClass="entr" presetSubtype="0" fill="hold" nodeType="withEffect">
                                  <p:stCondLst>
                                    <p:cond delay="5900"/>
                                  </p:stCondLst>
                                  <p:childTnLst>
                                    <p:set>
                                      <p:cBhvr>
                                        <p:cTn id="410" dur="1" fill="hold">
                                          <p:stCondLst>
                                            <p:cond delay="0"/>
                                          </p:stCondLst>
                                        </p:cTn>
                                        <p:tgtEl>
                                          <p:spTgt spid="2611"/>
                                        </p:tgtEl>
                                        <p:attrNameLst>
                                          <p:attrName>style.visibility</p:attrName>
                                        </p:attrNameLst>
                                      </p:cBhvr>
                                      <p:to>
                                        <p:strVal val="visible"/>
                                      </p:to>
                                    </p:set>
                                    <p:animEffect transition="in" filter="fade">
                                      <p:cBhvr>
                                        <p:cTn id="411" dur="1"/>
                                        <p:tgtEl>
                                          <p:spTgt spid="2611"/>
                                        </p:tgtEl>
                                      </p:cBhvr>
                                    </p:animEffect>
                                  </p:childTnLst>
                                </p:cTn>
                              </p:par>
                              <p:par>
                                <p:cTn id="412" presetID="10" presetClass="exit" presetSubtype="0" fill="hold" nodeType="withEffect">
                                  <p:stCondLst>
                                    <p:cond delay="5983"/>
                                  </p:stCondLst>
                                  <p:childTnLst>
                                    <p:animEffect transition="out" filter="fade">
                                      <p:cBhvr>
                                        <p:cTn id="413" dur="1"/>
                                        <p:tgtEl>
                                          <p:spTgt spid="2611"/>
                                        </p:tgtEl>
                                      </p:cBhvr>
                                    </p:animEffect>
                                    <p:set>
                                      <p:cBhvr>
                                        <p:cTn id="414" dur="1" fill="hold">
                                          <p:stCondLst>
                                            <p:cond delay="0"/>
                                          </p:stCondLst>
                                        </p:cTn>
                                        <p:tgtEl>
                                          <p:spTgt spid="2611"/>
                                        </p:tgtEl>
                                        <p:attrNameLst>
                                          <p:attrName>style.visibility</p:attrName>
                                        </p:attrNameLst>
                                      </p:cBhvr>
                                      <p:to>
                                        <p:strVal val="hidden"/>
                                      </p:to>
                                    </p:set>
                                  </p:childTnLst>
                                </p:cTn>
                              </p:par>
                              <p:par>
                                <p:cTn id="415" presetID="10" presetClass="entr" presetSubtype="0" fill="hold" nodeType="withEffect">
                                  <p:stCondLst>
                                    <p:cond delay="5983"/>
                                  </p:stCondLst>
                                  <p:childTnLst>
                                    <p:set>
                                      <p:cBhvr>
                                        <p:cTn id="416" dur="1" fill="hold">
                                          <p:stCondLst>
                                            <p:cond delay="0"/>
                                          </p:stCondLst>
                                        </p:cTn>
                                        <p:tgtEl>
                                          <p:spTgt spid="2617"/>
                                        </p:tgtEl>
                                        <p:attrNameLst>
                                          <p:attrName>style.visibility</p:attrName>
                                        </p:attrNameLst>
                                      </p:cBhvr>
                                      <p:to>
                                        <p:strVal val="visible"/>
                                      </p:to>
                                    </p:set>
                                    <p:animEffect transition="in" filter="fade">
                                      <p:cBhvr>
                                        <p:cTn id="417" dur="1"/>
                                        <p:tgtEl>
                                          <p:spTgt spid="2617"/>
                                        </p:tgtEl>
                                      </p:cBhvr>
                                    </p:animEffect>
                                  </p:childTnLst>
                                </p:cTn>
                              </p:par>
                              <p:par>
                                <p:cTn id="418" presetID="10" presetClass="exit" presetSubtype="0" fill="hold" nodeType="withEffect">
                                  <p:stCondLst>
                                    <p:cond delay="6067"/>
                                  </p:stCondLst>
                                  <p:childTnLst>
                                    <p:animEffect transition="out" filter="fade">
                                      <p:cBhvr>
                                        <p:cTn id="419" dur="1"/>
                                        <p:tgtEl>
                                          <p:spTgt spid="2617"/>
                                        </p:tgtEl>
                                      </p:cBhvr>
                                    </p:animEffect>
                                    <p:set>
                                      <p:cBhvr>
                                        <p:cTn id="420" dur="1" fill="hold">
                                          <p:stCondLst>
                                            <p:cond delay="0"/>
                                          </p:stCondLst>
                                        </p:cTn>
                                        <p:tgtEl>
                                          <p:spTgt spid="2617"/>
                                        </p:tgtEl>
                                        <p:attrNameLst>
                                          <p:attrName>style.visibility</p:attrName>
                                        </p:attrNameLst>
                                      </p:cBhvr>
                                      <p:to>
                                        <p:strVal val="hidden"/>
                                      </p:to>
                                    </p:set>
                                  </p:childTnLst>
                                </p:cTn>
                              </p:par>
                              <p:par>
                                <p:cTn id="421" presetID="10" presetClass="entr" presetSubtype="0" fill="hold" nodeType="withEffect">
                                  <p:stCondLst>
                                    <p:cond delay="6067"/>
                                  </p:stCondLst>
                                  <p:childTnLst>
                                    <p:set>
                                      <p:cBhvr>
                                        <p:cTn id="422" dur="1" fill="hold">
                                          <p:stCondLst>
                                            <p:cond delay="0"/>
                                          </p:stCondLst>
                                        </p:cTn>
                                        <p:tgtEl>
                                          <p:spTgt spid="2623"/>
                                        </p:tgtEl>
                                        <p:attrNameLst>
                                          <p:attrName>style.visibility</p:attrName>
                                        </p:attrNameLst>
                                      </p:cBhvr>
                                      <p:to>
                                        <p:strVal val="visible"/>
                                      </p:to>
                                    </p:set>
                                    <p:animEffect transition="in" filter="fade">
                                      <p:cBhvr>
                                        <p:cTn id="423" dur="1"/>
                                        <p:tgtEl>
                                          <p:spTgt spid="2623"/>
                                        </p:tgtEl>
                                      </p:cBhvr>
                                    </p:animEffect>
                                  </p:childTnLst>
                                </p:cTn>
                              </p:par>
                              <p:par>
                                <p:cTn id="424" presetID="10" presetClass="exit" presetSubtype="0" fill="hold" nodeType="withEffect">
                                  <p:stCondLst>
                                    <p:cond delay="6150"/>
                                  </p:stCondLst>
                                  <p:childTnLst>
                                    <p:animEffect transition="out" filter="fade">
                                      <p:cBhvr>
                                        <p:cTn id="425" dur="1"/>
                                        <p:tgtEl>
                                          <p:spTgt spid="2623"/>
                                        </p:tgtEl>
                                      </p:cBhvr>
                                    </p:animEffect>
                                    <p:set>
                                      <p:cBhvr>
                                        <p:cTn id="426" dur="1" fill="hold">
                                          <p:stCondLst>
                                            <p:cond delay="0"/>
                                          </p:stCondLst>
                                        </p:cTn>
                                        <p:tgtEl>
                                          <p:spTgt spid="2623"/>
                                        </p:tgtEl>
                                        <p:attrNameLst>
                                          <p:attrName>style.visibility</p:attrName>
                                        </p:attrNameLst>
                                      </p:cBhvr>
                                      <p:to>
                                        <p:strVal val="hidden"/>
                                      </p:to>
                                    </p:set>
                                  </p:childTnLst>
                                </p:cTn>
                              </p:par>
                              <p:par>
                                <p:cTn id="427" presetID="10" presetClass="entr" presetSubtype="0" fill="hold" nodeType="withEffect">
                                  <p:stCondLst>
                                    <p:cond delay="6150"/>
                                  </p:stCondLst>
                                  <p:childTnLst>
                                    <p:set>
                                      <p:cBhvr>
                                        <p:cTn id="428" dur="1" fill="hold">
                                          <p:stCondLst>
                                            <p:cond delay="0"/>
                                          </p:stCondLst>
                                        </p:cTn>
                                        <p:tgtEl>
                                          <p:spTgt spid="2629"/>
                                        </p:tgtEl>
                                        <p:attrNameLst>
                                          <p:attrName>style.visibility</p:attrName>
                                        </p:attrNameLst>
                                      </p:cBhvr>
                                      <p:to>
                                        <p:strVal val="visible"/>
                                      </p:to>
                                    </p:set>
                                    <p:animEffect transition="in" filter="fade">
                                      <p:cBhvr>
                                        <p:cTn id="429" dur="1"/>
                                        <p:tgtEl>
                                          <p:spTgt spid="2629"/>
                                        </p:tgtEl>
                                      </p:cBhvr>
                                    </p:animEffect>
                                  </p:childTnLst>
                                </p:cTn>
                              </p:par>
                              <p:par>
                                <p:cTn id="430" presetID="10" presetClass="exit" presetSubtype="0" fill="hold" nodeType="withEffect">
                                  <p:stCondLst>
                                    <p:cond delay="6233"/>
                                  </p:stCondLst>
                                  <p:childTnLst>
                                    <p:animEffect transition="out" filter="fade">
                                      <p:cBhvr>
                                        <p:cTn id="431" dur="1"/>
                                        <p:tgtEl>
                                          <p:spTgt spid="2629"/>
                                        </p:tgtEl>
                                      </p:cBhvr>
                                    </p:animEffect>
                                    <p:set>
                                      <p:cBhvr>
                                        <p:cTn id="432" dur="1" fill="hold">
                                          <p:stCondLst>
                                            <p:cond delay="0"/>
                                          </p:stCondLst>
                                        </p:cTn>
                                        <p:tgtEl>
                                          <p:spTgt spid="2629"/>
                                        </p:tgtEl>
                                        <p:attrNameLst>
                                          <p:attrName>style.visibility</p:attrName>
                                        </p:attrNameLst>
                                      </p:cBhvr>
                                      <p:to>
                                        <p:strVal val="hidden"/>
                                      </p:to>
                                    </p:set>
                                  </p:childTnLst>
                                </p:cTn>
                              </p:par>
                              <p:par>
                                <p:cTn id="433" presetID="10" presetClass="entr" presetSubtype="0" fill="hold" nodeType="withEffect">
                                  <p:stCondLst>
                                    <p:cond delay="6233"/>
                                  </p:stCondLst>
                                  <p:childTnLst>
                                    <p:set>
                                      <p:cBhvr>
                                        <p:cTn id="434" dur="1" fill="hold">
                                          <p:stCondLst>
                                            <p:cond delay="0"/>
                                          </p:stCondLst>
                                        </p:cTn>
                                        <p:tgtEl>
                                          <p:spTgt spid="2635"/>
                                        </p:tgtEl>
                                        <p:attrNameLst>
                                          <p:attrName>style.visibility</p:attrName>
                                        </p:attrNameLst>
                                      </p:cBhvr>
                                      <p:to>
                                        <p:strVal val="visible"/>
                                      </p:to>
                                    </p:set>
                                    <p:animEffect transition="in" filter="fade">
                                      <p:cBhvr>
                                        <p:cTn id="435" dur="1"/>
                                        <p:tgtEl>
                                          <p:spTgt spid="2635"/>
                                        </p:tgtEl>
                                      </p:cBhvr>
                                    </p:animEffect>
                                  </p:childTnLst>
                                </p:cTn>
                              </p:par>
                              <p:par>
                                <p:cTn id="436" presetID="10" presetClass="exit" presetSubtype="0" fill="hold" nodeType="withEffect">
                                  <p:stCondLst>
                                    <p:cond delay="6317"/>
                                  </p:stCondLst>
                                  <p:childTnLst>
                                    <p:animEffect transition="out" filter="fade">
                                      <p:cBhvr>
                                        <p:cTn id="437" dur="1"/>
                                        <p:tgtEl>
                                          <p:spTgt spid="2635"/>
                                        </p:tgtEl>
                                      </p:cBhvr>
                                    </p:animEffect>
                                    <p:set>
                                      <p:cBhvr>
                                        <p:cTn id="438" dur="1" fill="hold">
                                          <p:stCondLst>
                                            <p:cond delay="0"/>
                                          </p:stCondLst>
                                        </p:cTn>
                                        <p:tgtEl>
                                          <p:spTgt spid="2635"/>
                                        </p:tgtEl>
                                        <p:attrNameLst>
                                          <p:attrName>style.visibility</p:attrName>
                                        </p:attrNameLst>
                                      </p:cBhvr>
                                      <p:to>
                                        <p:strVal val="hidden"/>
                                      </p:to>
                                    </p:set>
                                  </p:childTnLst>
                                </p:cTn>
                              </p:par>
                              <p:par>
                                <p:cTn id="439" presetID="10" presetClass="entr" presetSubtype="0" fill="hold" nodeType="withEffect">
                                  <p:stCondLst>
                                    <p:cond delay="6317"/>
                                  </p:stCondLst>
                                  <p:childTnLst>
                                    <p:set>
                                      <p:cBhvr>
                                        <p:cTn id="440" dur="1" fill="hold">
                                          <p:stCondLst>
                                            <p:cond delay="0"/>
                                          </p:stCondLst>
                                        </p:cTn>
                                        <p:tgtEl>
                                          <p:spTgt spid="2641"/>
                                        </p:tgtEl>
                                        <p:attrNameLst>
                                          <p:attrName>style.visibility</p:attrName>
                                        </p:attrNameLst>
                                      </p:cBhvr>
                                      <p:to>
                                        <p:strVal val="visible"/>
                                      </p:to>
                                    </p:set>
                                    <p:animEffect transition="in" filter="fade">
                                      <p:cBhvr>
                                        <p:cTn id="441" dur="1"/>
                                        <p:tgtEl>
                                          <p:spTgt spid="2641"/>
                                        </p:tgtEl>
                                      </p:cBhvr>
                                    </p:animEffect>
                                  </p:childTnLst>
                                </p:cTn>
                              </p:par>
                              <p:par>
                                <p:cTn id="442" presetID="10" presetClass="exit" presetSubtype="0" fill="hold" nodeType="withEffect">
                                  <p:stCondLst>
                                    <p:cond delay="6400"/>
                                  </p:stCondLst>
                                  <p:childTnLst>
                                    <p:animEffect transition="out" filter="fade">
                                      <p:cBhvr>
                                        <p:cTn id="443" dur="1"/>
                                        <p:tgtEl>
                                          <p:spTgt spid="2641"/>
                                        </p:tgtEl>
                                      </p:cBhvr>
                                    </p:animEffect>
                                    <p:set>
                                      <p:cBhvr>
                                        <p:cTn id="444" dur="1" fill="hold">
                                          <p:stCondLst>
                                            <p:cond delay="0"/>
                                          </p:stCondLst>
                                        </p:cTn>
                                        <p:tgtEl>
                                          <p:spTgt spid="2641"/>
                                        </p:tgtEl>
                                        <p:attrNameLst>
                                          <p:attrName>style.visibility</p:attrName>
                                        </p:attrNameLst>
                                      </p:cBhvr>
                                      <p:to>
                                        <p:strVal val="hidden"/>
                                      </p:to>
                                    </p:set>
                                  </p:childTnLst>
                                </p:cTn>
                              </p:par>
                              <p:par>
                                <p:cTn id="445" presetID="10" presetClass="entr" presetSubtype="0" fill="hold" nodeType="withEffect">
                                  <p:stCondLst>
                                    <p:cond delay="6400"/>
                                  </p:stCondLst>
                                  <p:childTnLst>
                                    <p:set>
                                      <p:cBhvr>
                                        <p:cTn id="446" dur="1" fill="hold">
                                          <p:stCondLst>
                                            <p:cond delay="0"/>
                                          </p:stCondLst>
                                        </p:cTn>
                                        <p:tgtEl>
                                          <p:spTgt spid="2647"/>
                                        </p:tgtEl>
                                        <p:attrNameLst>
                                          <p:attrName>style.visibility</p:attrName>
                                        </p:attrNameLst>
                                      </p:cBhvr>
                                      <p:to>
                                        <p:strVal val="visible"/>
                                      </p:to>
                                    </p:set>
                                    <p:animEffect transition="in" filter="fade">
                                      <p:cBhvr>
                                        <p:cTn id="447" dur="1"/>
                                        <p:tgtEl>
                                          <p:spTgt spid="2647"/>
                                        </p:tgtEl>
                                      </p:cBhvr>
                                    </p:animEffect>
                                  </p:childTnLst>
                                </p:cTn>
                              </p:par>
                              <p:par>
                                <p:cTn id="448" presetID="10" presetClass="exit" presetSubtype="0" fill="hold" nodeType="withEffect">
                                  <p:stCondLst>
                                    <p:cond delay="6483"/>
                                  </p:stCondLst>
                                  <p:childTnLst>
                                    <p:animEffect transition="out" filter="fade">
                                      <p:cBhvr>
                                        <p:cTn id="449" dur="1"/>
                                        <p:tgtEl>
                                          <p:spTgt spid="2647"/>
                                        </p:tgtEl>
                                      </p:cBhvr>
                                    </p:animEffect>
                                    <p:set>
                                      <p:cBhvr>
                                        <p:cTn id="450" dur="1" fill="hold">
                                          <p:stCondLst>
                                            <p:cond delay="0"/>
                                          </p:stCondLst>
                                        </p:cTn>
                                        <p:tgtEl>
                                          <p:spTgt spid="2647"/>
                                        </p:tgtEl>
                                        <p:attrNameLst>
                                          <p:attrName>style.visibility</p:attrName>
                                        </p:attrNameLst>
                                      </p:cBhvr>
                                      <p:to>
                                        <p:strVal val="hidden"/>
                                      </p:to>
                                    </p:set>
                                  </p:childTnLst>
                                </p:cTn>
                              </p:par>
                              <p:par>
                                <p:cTn id="451" presetID="10" presetClass="entr" presetSubtype="0" fill="hold" nodeType="withEffect">
                                  <p:stCondLst>
                                    <p:cond delay="6483"/>
                                  </p:stCondLst>
                                  <p:childTnLst>
                                    <p:set>
                                      <p:cBhvr>
                                        <p:cTn id="452" dur="1" fill="hold">
                                          <p:stCondLst>
                                            <p:cond delay="0"/>
                                          </p:stCondLst>
                                        </p:cTn>
                                        <p:tgtEl>
                                          <p:spTgt spid="2653"/>
                                        </p:tgtEl>
                                        <p:attrNameLst>
                                          <p:attrName>style.visibility</p:attrName>
                                        </p:attrNameLst>
                                      </p:cBhvr>
                                      <p:to>
                                        <p:strVal val="visible"/>
                                      </p:to>
                                    </p:set>
                                    <p:animEffect transition="in" filter="fade">
                                      <p:cBhvr>
                                        <p:cTn id="453" dur="1"/>
                                        <p:tgtEl>
                                          <p:spTgt spid="2653"/>
                                        </p:tgtEl>
                                      </p:cBhvr>
                                    </p:animEffect>
                                  </p:childTnLst>
                                </p:cTn>
                              </p:par>
                              <p:par>
                                <p:cTn id="454" presetID="10" presetClass="exit" presetSubtype="0" fill="hold" nodeType="withEffect">
                                  <p:stCondLst>
                                    <p:cond delay="6567"/>
                                  </p:stCondLst>
                                  <p:childTnLst>
                                    <p:animEffect transition="out" filter="fade">
                                      <p:cBhvr>
                                        <p:cTn id="455" dur="1"/>
                                        <p:tgtEl>
                                          <p:spTgt spid="2653"/>
                                        </p:tgtEl>
                                      </p:cBhvr>
                                    </p:animEffect>
                                    <p:set>
                                      <p:cBhvr>
                                        <p:cTn id="456" dur="1" fill="hold">
                                          <p:stCondLst>
                                            <p:cond delay="0"/>
                                          </p:stCondLst>
                                        </p:cTn>
                                        <p:tgtEl>
                                          <p:spTgt spid="2653"/>
                                        </p:tgtEl>
                                        <p:attrNameLst>
                                          <p:attrName>style.visibility</p:attrName>
                                        </p:attrNameLst>
                                      </p:cBhvr>
                                      <p:to>
                                        <p:strVal val="hidden"/>
                                      </p:to>
                                    </p:set>
                                  </p:childTnLst>
                                </p:cTn>
                              </p:par>
                              <p:par>
                                <p:cTn id="457" presetID="10" presetClass="entr" presetSubtype="0" fill="hold" nodeType="withEffect">
                                  <p:stCondLst>
                                    <p:cond delay="6567"/>
                                  </p:stCondLst>
                                  <p:childTnLst>
                                    <p:set>
                                      <p:cBhvr>
                                        <p:cTn id="458" dur="1" fill="hold">
                                          <p:stCondLst>
                                            <p:cond delay="0"/>
                                          </p:stCondLst>
                                        </p:cTn>
                                        <p:tgtEl>
                                          <p:spTgt spid="2659"/>
                                        </p:tgtEl>
                                        <p:attrNameLst>
                                          <p:attrName>style.visibility</p:attrName>
                                        </p:attrNameLst>
                                      </p:cBhvr>
                                      <p:to>
                                        <p:strVal val="visible"/>
                                      </p:to>
                                    </p:set>
                                    <p:animEffect transition="in" filter="fade">
                                      <p:cBhvr>
                                        <p:cTn id="459" dur="1"/>
                                        <p:tgtEl>
                                          <p:spTgt spid="2659"/>
                                        </p:tgtEl>
                                      </p:cBhvr>
                                    </p:animEffect>
                                  </p:childTnLst>
                                </p:cTn>
                              </p:par>
                              <p:par>
                                <p:cTn id="460" presetID="10" presetClass="exit" presetSubtype="0" fill="hold" nodeType="withEffect">
                                  <p:stCondLst>
                                    <p:cond delay="6650"/>
                                  </p:stCondLst>
                                  <p:childTnLst>
                                    <p:animEffect transition="out" filter="fade">
                                      <p:cBhvr>
                                        <p:cTn id="461" dur="1"/>
                                        <p:tgtEl>
                                          <p:spTgt spid="2659"/>
                                        </p:tgtEl>
                                      </p:cBhvr>
                                    </p:animEffect>
                                    <p:set>
                                      <p:cBhvr>
                                        <p:cTn id="462" dur="1" fill="hold">
                                          <p:stCondLst>
                                            <p:cond delay="0"/>
                                          </p:stCondLst>
                                        </p:cTn>
                                        <p:tgtEl>
                                          <p:spTgt spid="2659"/>
                                        </p:tgtEl>
                                        <p:attrNameLst>
                                          <p:attrName>style.visibility</p:attrName>
                                        </p:attrNameLst>
                                      </p:cBhvr>
                                      <p:to>
                                        <p:strVal val="hidden"/>
                                      </p:to>
                                    </p:set>
                                  </p:childTnLst>
                                </p:cTn>
                              </p:par>
                              <p:par>
                                <p:cTn id="463" presetID="10" presetClass="entr" presetSubtype="0" fill="hold" nodeType="withEffect">
                                  <p:stCondLst>
                                    <p:cond delay="6650"/>
                                  </p:stCondLst>
                                  <p:childTnLst>
                                    <p:set>
                                      <p:cBhvr>
                                        <p:cTn id="464" dur="1" fill="hold">
                                          <p:stCondLst>
                                            <p:cond delay="0"/>
                                          </p:stCondLst>
                                        </p:cTn>
                                        <p:tgtEl>
                                          <p:spTgt spid="2665"/>
                                        </p:tgtEl>
                                        <p:attrNameLst>
                                          <p:attrName>style.visibility</p:attrName>
                                        </p:attrNameLst>
                                      </p:cBhvr>
                                      <p:to>
                                        <p:strVal val="visible"/>
                                      </p:to>
                                    </p:set>
                                    <p:animEffect transition="in" filter="fade">
                                      <p:cBhvr>
                                        <p:cTn id="465" dur="1"/>
                                        <p:tgtEl>
                                          <p:spTgt spid="2665"/>
                                        </p:tgtEl>
                                      </p:cBhvr>
                                    </p:animEffect>
                                  </p:childTnLst>
                                </p:cTn>
                              </p:par>
                              <p:par>
                                <p:cTn id="466" presetID="10" presetClass="exit" presetSubtype="0" fill="hold" nodeType="withEffect">
                                  <p:stCondLst>
                                    <p:cond delay="6733"/>
                                  </p:stCondLst>
                                  <p:childTnLst>
                                    <p:animEffect transition="out" filter="fade">
                                      <p:cBhvr>
                                        <p:cTn id="467" dur="1"/>
                                        <p:tgtEl>
                                          <p:spTgt spid="2665"/>
                                        </p:tgtEl>
                                      </p:cBhvr>
                                    </p:animEffect>
                                    <p:set>
                                      <p:cBhvr>
                                        <p:cTn id="468" dur="1" fill="hold">
                                          <p:stCondLst>
                                            <p:cond delay="0"/>
                                          </p:stCondLst>
                                        </p:cTn>
                                        <p:tgtEl>
                                          <p:spTgt spid="2665"/>
                                        </p:tgtEl>
                                        <p:attrNameLst>
                                          <p:attrName>style.visibility</p:attrName>
                                        </p:attrNameLst>
                                      </p:cBhvr>
                                      <p:to>
                                        <p:strVal val="hidden"/>
                                      </p:to>
                                    </p:set>
                                  </p:childTnLst>
                                </p:cTn>
                              </p:par>
                              <p:par>
                                <p:cTn id="469" presetID="10" presetClass="entr" presetSubtype="0" fill="hold" nodeType="withEffect">
                                  <p:stCondLst>
                                    <p:cond delay="6733"/>
                                  </p:stCondLst>
                                  <p:childTnLst>
                                    <p:set>
                                      <p:cBhvr>
                                        <p:cTn id="470" dur="1" fill="hold">
                                          <p:stCondLst>
                                            <p:cond delay="0"/>
                                          </p:stCondLst>
                                        </p:cTn>
                                        <p:tgtEl>
                                          <p:spTgt spid="2671"/>
                                        </p:tgtEl>
                                        <p:attrNameLst>
                                          <p:attrName>style.visibility</p:attrName>
                                        </p:attrNameLst>
                                      </p:cBhvr>
                                      <p:to>
                                        <p:strVal val="visible"/>
                                      </p:to>
                                    </p:set>
                                    <p:animEffect transition="in" filter="fade">
                                      <p:cBhvr>
                                        <p:cTn id="471" dur="1"/>
                                        <p:tgtEl>
                                          <p:spTgt spid="2671"/>
                                        </p:tgtEl>
                                      </p:cBhvr>
                                    </p:animEffect>
                                  </p:childTnLst>
                                </p:cTn>
                              </p:par>
                              <p:par>
                                <p:cTn id="472" presetID="10" presetClass="exit" presetSubtype="0" fill="hold" nodeType="withEffect">
                                  <p:stCondLst>
                                    <p:cond delay="6817"/>
                                  </p:stCondLst>
                                  <p:childTnLst>
                                    <p:animEffect transition="out" filter="fade">
                                      <p:cBhvr>
                                        <p:cTn id="473" dur="1"/>
                                        <p:tgtEl>
                                          <p:spTgt spid="2671"/>
                                        </p:tgtEl>
                                      </p:cBhvr>
                                    </p:animEffect>
                                    <p:set>
                                      <p:cBhvr>
                                        <p:cTn id="474" dur="1" fill="hold">
                                          <p:stCondLst>
                                            <p:cond delay="0"/>
                                          </p:stCondLst>
                                        </p:cTn>
                                        <p:tgtEl>
                                          <p:spTgt spid="2671"/>
                                        </p:tgtEl>
                                        <p:attrNameLst>
                                          <p:attrName>style.visibility</p:attrName>
                                        </p:attrNameLst>
                                      </p:cBhvr>
                                      <p:to>
                                        <p:strVal val="hidden"/>
                                      </p:to>
                                    </p:set>
                                  </p:childTnLst>
                                </p:cTn>
                              </p:par>
                              <p:par>
                                <p:cTn id="475" presetID="10" presetClass="entr" presetSubtype="0" fill="hold" nodeType="withEffect">
                                  <p:stCondLst>
                                    <p:cond delay="6817"/>
                                  </p:stCondLst>
                                  <p:childTnLst>
                                    <p:set>
                                      <p:cBhvr>
                                        <p:cTn id="476" dur="1" fill="hold">
                                          <p:stCondLst>
                                            <p:cond delay="0"/>
                                          </p:stCondLst>
                                        </p:cTn>
                                        <p:tgtEl>
                                          <p:spTgt spid="2677"/>
                                        </p:tgtEl>
                                        <p:attrNameLst>
                                          <p:attrName>style.visibility</p:attrName>
                                        </p:attrNameLst>
                                      </p:cBhvr>
                                      <p:to>
                                        <p:strVal val="visible"/>
                                      </p:to>
                                    </p:set>
                                    <p:animEffect transition="in" filter="fade">
                                      <p:cBhvr>
                                        <p:cTn id="477" dur="1"/>
                                        <p:tgtEl>
                                          <p:spTgt spid="2677"/>
                                        </p:tgtEl>
                                      </p:cBhvr>
                                    </p:animEffect>
                                  </p:childTnLst>
                                </p:cTn>
                              </p:par>
                              <p:par>
                                <p:cTn id="478" presetID="10" presetClass="exit" presetSubtype="0" fill="hold" nodeType="withEffect">
                                  <p:stCondLst>
                                    <p:cond delay="6900"/>
                                  </p:stCondLst>
                                  <p:childTnLst>
                                    <p:animEffect transition="out" filter="fade">
                                      <p:cBhvr>
                                        <p:cTn id="479" dur="1"/>
                                        <p:tgtEl>
                                          <p:spTgt spid="2677"/>
                                        </p:tgtEl>
                                      </p:cBhvr>
                                    </p:animEffect>
                                    <p:set>
                                      <p:cBhvr>
                                        <p:cTn id="480" dur="1" fill="hold">
                                          <p:stCondLst>
                                            <p:cond delay="0"/>
                                          </p:stCondLst>
                                        </p:cTn>
                                        <p:tgtEl>
                                          <p:spTgt spid="2677"/>
                                        </p:tgtEl>
                                        <p:attrNameLst>
                                          <p:attrName>style.visibility</p:attrName>
                                        </p:attrNameLst>
                                      </p:cBhvr>
                                      <p:to>
                                        <p:strVal val="hidden"/>
                                      </p:to>
                                    </p:set>
                                  </p:childTnLst>
                                </p:cTn>
                              </p:par>
                              <p:par>
                                <p:cTn id="481" presetID="10" presetClass="entr" presetSubtype="0" fill="hold" nodeType="withEffect">
                                  <p:stCondLst>
                                    <p:cond delay="6900"/>
                                  </p:stCondLst>
                                  <p:childTnLst>
                                    <p:set>
                                      <p:cBhvr>
                                        <p:cTn id="482" dur="1" fill="hold">
                                          <p:stCondLst>
                                            <p:cond delay="0"/>
                                          </p:stCondLst>
                                        </p:cTn>
                                        <p:tgtEl>
                                          <p:spTgt spid="2683"/>
                                        </p:tgtEl>
                                        <p:attrNameLst>
                                          <p:attrName>style.visibility</p:attrName>
                                        </p:attrNameLst>
                                      </p:cBhvr>
                                      <p:to>
                                        <p:strVal val="visible"/>
                                      </p:to>
                                    </p:set>
                                    <p:animEffect transition="in" filter="fade">
                                      <p:cBhvr>
                                        <p:cTn id="483" dur="1"/>
                                        <p:tgtEl>
                                          <p:spTgt spid="2683"/>
                                        </p:tgtEl>
                                      </p:cBhvr>
                                    </p:animEffect>
                                  </p:childTnLst>
                                </p:cTn>
                              </p:par>
                              <p:par>
                                <p:cTn id="484" presetID="10" presetClass="exit" presetSubtype="0" fill="hold" nodeType="withEffect">
                                  <p:stCondLst>
                                    <p:cond delay="6983"/>
                                  </p:stCondLst>
                                  <p:childTnLst>
                                    <p:animEffect transition="out" filter="fade">
                                      <p:cBhvr>
                                        <p:cTn id="485" dur="1"/>
                                        <p:tgtEl>
                                          <p:spTgt spid="2683"/>
                                        </p:tgtEl>
                                      </p:cBhvr>
                                    </p:animEffect>
                                    <p:set>
                                      <p:cBhvr>
                                        <p:cTn id="486" dur="1" fill="hold">
                                          <p:stCondLst>
                                            <p:cond delay="0"/>
                                          </p:stCondLst>
                                        </p:cTn>
                                        <p:tgtEl>
                                          <p:spTgt spid="2683"/>
                                        </p:tgtEl>
                                        <p:attrNameLst>
                                          <p:attrName>style.visibility</p:attrName>
                                        </p:attrNameLst>
                                      </p:cBhvr>
                                      <p:to>
                                        <p:strVal val="hidden"/>
                                      </p:to>
                                    </p:set>
                                  </p:childTnLst>
                                </p:cTn>
                              </p:par>
                              <p:par>
                                <p:cTn id="487" presetID="10" presetClass="entr" presetSubtype="0" fill="hold" nodeType="withEffect">
                                  <p:stCondLst>
                                    <p:cond delay="6983"/>
                                  </p:stCondLst>
                                  <p:childTnLst>
                                    <p:set>
                                      <p:cBhvr>
                                        <p:cTn id="488" dur="1" fill="hold">
                                          <p:stCondLst>
                                            <p:cond delay="0"/>
                                          </p:stCondLst>
                                        </p:cTn>
                                        <p:tgtEl>
                                          <p:spTgt spid="2689"/>
                                        </p:tgtEl>
                                        <p:attrNameLst>
                                          <p:attrName>style.visibility</p:attrName>
                                        </p:attrNameLst>
                                      </p:cBhvr>
                                      <p:to>
                                        <p:strVal val="visible"/>
                                      </p:to>
                                    </p:set>
                                    <p:animEffect transition="in" filter="fade">
                                      <p:cBhvr>
                                        <p:cTn id="489" dur="1"/>
                                        <p:tgtEl>
                                          <p:spTgt spid="2689"/>
                                        </p:tgtEl>
                                      </p:cBhvr>
                                    </p:animEffect>
                                  </p:childTnLst>
                                </p:cTn>
                              </p:par>
                              <p:par>
                                <p:cTn id="490" presetID="10" presetClass="exit" presetSubtype="0" fill="hold" nodeType="withEffect">
                                  <p:stCondLst>
                                    <p:cond delay="7067"/>
                                  </p:stCondLst>
                                  <p:childTnLst>
                                    <p:animEffect transition="out" filter="fade">
                                      <p:cBhvr>
                                        <p:cTn id="491" dur="1"/>
                                        <p:tgtEl>
                                          <p:spTgt spid="2689"/>
                                        </p:tgtEl>
                                      </p:cBhvr>
                                    </p:animEffect>
                                    <p:set>
                                      <p:cBhvr>
                                        <p:cTn id="492" dur="1" fill="hold">
                                          <p:stCondLst>
                                            <p:cond delay="0"/>
                                          </p:stCondLst>
                                        </p:cTn>
                                        <p:tgtEl>
                                          <p:spTgt spid="2689"/>
                                        </p:tgtEl>
                                        <p:attrNameLst>
                                          <p:attrName>style.visibility</p:attrName>
                                        </p:attrNameLst>
                                      </p:cBhvr>
                                      <p:to>
                                        <p:strVal val="hidden"/>
                                      </p:to>
                                    </p:set>
                                  </p:childTnLst>
                                </p:cTn>
                              </p:par>
                              <p:par>
                                <p:cTn id="493" presetID="10" presetClass="entr" presetSubtype="0" fill="hold" nodeType="withEffect">
                                  <p:stCondLst>
                                    <p:cond delay="7067"/>
                                  </p:stCondLst>
                                  <p:childTnLst>
                                    <p:set>
                                      <p:cBhvr>
                                        <p:cTn id="494" dur="1" fill="hold">
                                          <p:stCondLst>
                                            <p:cond delay="0"/>
                                          </p:stCondLst>
                                        </p:cTn>
                                        <p:tgtEl>
                                          <p:spTgt spid="2695"/>
                                        </p:tgtEl>
                                        <p:attrNameLst>
                                          <p:attrName>style.visibility</p:attrName>
                                        </p:attrNameLst>
                                      </p:cBhvr>
                                      <p:to>
                                        <p:strVal val="visible"/>
                                      </p:to>
                                    </p:set>
                                    <p:animEffect transition="in" filter="fade">
                                      <p:cBhvr>
                                        <p:cTn id="495" dur="1"/>
                                        <p:tgtEl>
                                          <p:spTgt spid="2695"/>
                                        </p:tgtEl>
                                      </p:cBhvr>
                                    </p:animEffect>
                                  </p:childTnLst>
                                </p:cTn>
                              </p:par>
                              <p:par>
                                <p:cTn id="496" presetID="10" presetClass="exit" presetSubtype="0" fill="hold" nodeType="withEffect">
                                  <p:stCondLst>
                                    <p:cond delay="7150"/>
                                  </p:stCondLst>
                                  <p:childTnLst>
                                    <p:animEffect transition="out" filter="fade">
                                      <p:cBhvr>
                                        <p:cTn id="497" dur="1"/>
                                        <p:tgtEl>
                                          <p:spTgt spid="2695"/>
                                        </p:tgtEl>
                                      </p:cBhvr>
                                    </p:animEffect>
                                    <p:set>
                                      <p:cBhvr>
                                        <p:cTn id="498" dur="1" fill="hold">
                                          <p:stCondLst>
                                            <p:cond delay="0"/>
                                          </p:stCondLst>
                                        </p:cTn>
                                        <p:tgtEl>
                                          <p:spTgt spid="2695"/>
                                        </p:tgtEl>
                                        <p:attrNameLst>
                                          <p:attrName>style.visibility</p:attrName>
                                        </p:attrNameLst>
                                      </p:cBhvr>
                                      <p:to>
                                        <p:strVal val="hidden"/>
                                      </p:to>
                                    </p:set>
                                  </p:childTnLst>
                                </p:cTn>
                              </p:par>
                              <p:par>
                                <p:cTn id="499" presetID="10" presetClass="entr" presetSubtype="0" fill="hold" nodeType="withEffect">
                                  <p:stCondLst>
                                    <p:cond delay="7150"/>
                                  </p:stCondLst>
                                  <p:childTnLst>
                                    <p:set>
                                      <p:cBhvr>
                                        <p:cTn id="500" dur="1" fill="hold">
                                          <p:stCondLst>
                                            <p:cond delay="0"/>
                                          </p:stCondLst>
                                        </p:cTn>
                                        <p:tgtEl>
                                          <p:spTgt spid="2701"/>
                                        </p:tgtEl>
                                        <p:attrNameLst>
                                          <p:attrName>style.visibility</p:attrName>
                                        </p:attrNameLst>
                                      </p:cBhvr>
                                      <p:to>
                                        <p:strVal val="visible"/>
                                      </p:to>
                                    </p:set>
                                    <p:animEffect transition="in" filter="fade">
                                      <p:cBhvr>
                                        <p:cTn id="501" dur="1"/>
                                        <p:tgtEl>
                                          <p:spTgt spid="2701"/>
                                        </p:tgtEl>
                                      </p:cBhvr>
                                    </p:animEffect>
                                  </p:childTnLst>
                                </p:cTn>
                              </p:par>
                              <p:par>
                                <p:cTn id="502" presetID="10" presetClass="exit" presetSubtype="0" fill="hold" nodeType="withEffect">
                                  <p:stCondLst>
                                    <p:cond delay="7233"/>
                                  </p:stCondLst>
                                  <p:childTnLst>
                                    <p:animEffect transition="out" filter="fade">
                                      <p:cBhvr>
                                        <p:cTn id="503" dur="1"/>
                                        <p:tgtEl>
                                          <p:spTgt spid="2701"/>
                                        </p:tgtEl>
                                      </p:cBhvr>
                                    </p:animEffect>
                                    <p:set>
                                      <p:cBhvr>
                                        <p:cTn id="504" dur="1" fill="hold">
                                          <p:stCondLst>
                                            <p:cond delay="0"/>
                                          </p:stCondLst>
                                        </p:cTn>
                                        <p:tgtEl>
                                          <p:spTgt spid="2701"/>
                                        </p:tgtEl>
                                        <p:attrNameLst>
                                          <p:attrName>style.visibility</p:attrName>
                                        </p:attrNameLst>
                                      </p:cBhvr>
                                      <p:to>
                                        <p:strVal val="hidden"/>
                                      </p:to>
                                    </p:set>
                                  </p:childTnLst>
                                </p:cTn>
                              </p:par>
                              <p:par>
                                <p:cTn id="505" presetID="10" presetClass="entr" presetSubtype="0" fill="hold" nodeType="withEffect">
                                  <p:stCondLst>
                                    <p:cond delay="7233"/>
                                  </p:stCondLst>
                                  <p:childTnLst>
                                    <p:set>
                                      <p:cBhvr>
                                        <p:cTn id="506" dur="1" fill="hold">
                                          <p:stCondLst>
                                            <p:cond delay="0"/>
                                          </p:stCondLst>
                                        </p:cTn>
                                        <p:tgtEl>
                                          <p:spTgt spid="2707"/>
                                        </p:tgtEl>
                                        <p:attrNameLst>
                                          <p:attrName>style.visibility</p:attrName>
                                        </p:attrNameLst>
                                      </p:cBhvr>
                                      <p:to>
                                        <p:strVal val="visible"/>
                                      </p:to>
                                    </p:set>
                                    <p:animEffect transition="in" filter="fade">
                                      <p:cBhvr>
                                        <p:cTn id="507" dur="1"/>
                                        <p:tgtEl>
                                          <p:spTgt spid="2707"/>
                                        </p:tgtEl>
                                      </p:cBhvr>
                                    </p:animEffect>
                                  </p:childTnLst>
                                </p:cTn>
                              </p:par>
                              <p:par>
                                <p:cTn id="508" presetID="10" presetClass="exit" presetSubtype="0" fill="hold" nodeType="withEffect">
                                  <p:stCondLst>
                                    <p:cond delay="7317"/>
                                  </p:stCondLst>
                                  <p:childTnLst>
                                    <p:animEffect transition="out" filter="fade">
                                      <p:cBhvr>
                                        <p:cTn id="509" dur="1"/>
                                        <p:tgtEl>
                                          <p:spTgt spid="2707"/>
                                        </p:tgtEl>
                                      </p:cBhvr>
                                    </p:animEffect>
                                    <p:set>
                                      <p:cBhvr>
                                        <p:cTn id="510" dur="1" fill="hold">
                                          <p:stCondLst>
                                            <p:cond delay="0"/>
                                          </p:stCondLst>
                                        </p:cTn>
                                        <p:tgtEl>
                                          <p:spTgt spid="2707"/>
                                        </p:tgtEl>
                                        <p:attrNameLst>
                                          <p:attrName>style.visibility</p:attrName>
                                        </p:attrNameLst>
                                      </p:cBhvr>
                                      <p:to>
                                        <p:strVal val="hidden"/>
                                      </p:to>
                                    </p:set>
                                  </p:childTnLst>
                                </p:cTn>
                              </p:par>
                              <p:par>
                                <p:cTn id="511" presetID="10" presetClass="entr" presetSubtype="0" fill="hold" nodeType="withEffect">
                                  <p:stCondLst>
                                    <p:cond delay="7317"/>
                                  </p:stCondLst>
                                  <p:childTnLst>
                                    <p:set>
                                      <p:cBhvr>
                                        <p:cTn id="512" dur="1" fill="hold">
                                          <p:stCondLst>
                                            <p:cond delay="0"/>
                                          </p:stCondLst>
                                        </p:cTn>
                                        <p:tgtEl>
                                          <p:spTgt spid="2713"/>
                                        </p:tgtEl>
                                        <p:attrNameLst>
                                          <p:attrName>style.visibility</p:attrName>
                                        </p:attrNameLst>
                                      </p:cBhvr>
                                      <p:to>
                                        <p:strVal val="visible"/>
                                      </p:to>
                                    </p:set>
                                    <p:animEffect transition="in" filter="fade">
                                      <p:cBhvr>
                                        <p:cTn id="513" dur="1"/>
                                        <p:tgtEl>
                                          <p:spTgt spid="2713"/>
                                        </p:tgtEl>
                                      </p:cBhvr>
                                    </p:animEffect>
                                  </p:childTnLst>
                                </p:cTn>
                              </p:par>
                              <p:par>
                                <p:cTn id="514" presetID="10" presetClass="exit" presetSubtype="0" fill="hold" nodeType="withEffect">
                                  <p:stCondLst>
                                    <p:cond delay="7400"/>
                                  </p:stCondLst>
                                  <p:childTnLst>
                                    <p:animEffect transition="out" filter="fade">
                                      <p:cBhvr>
                                        <p:cTn id="515" dur="1"/>
                                        <p:tgtEl>
                                          <p:spTgt spid="2713"/>
                                        </p:tgtEl>
                                      </p:cBhvr>
                                    </p:animEffect>
                                    <p:set>
                                      <p:cBhvr>
                                        <p:cTn id="516" dur="1" fill="hold">
                                          <p:stCondLst>
                                            <p:cond delay="0"/>
                                          </p:stCondLst>
                                        </p:cTn>
                                        <p:tgtEl>
                                          <p:spTgt spid="2713"/>
                                        </p:tgtEl>
                                        <p:attrNameLst>
                                          <p:attrName>style.visibility</p:attrName>
                                        </p:attrNameLst>
                                      </p:cBhvr>
                                      <p:to>
                                        <p:strVal val="hidden"/>
                                      </p:to>
                                    </p:set>
                                  </p:childTnLst>
                                </p:cTn>
                              </p:par>
                              <p:par>
                                <p:cTn id="517" presetID="10" presetClass="entr" presetSubtype="0" fill="hold" nodeType="withEffect">
                                  <p:stCondLst>
                                    <p:cond delay="7400"/>
                                  </p:stCondLst>
                                  <p:childTnLst>
                                    <p:set>
                                      <p:cBhvr>
                                        <p:cTn id="518" dur="1" fill="hold">
                                          <p:stCondLst>
                                            <p:cond delay="0"/>
                                          </p:stCondLst>
                                        </p:cTn>
                                        <p:tgtEl>
                                          <p:spTgt spid="2719"/>
                                        </p:tgtEl>
                                        <p:attrNameLst>
                                          <p:attrName>style.visibility</p:attrName>
                                        </p:attrNameLst>
                                      </p:cBhvr>
                                      <p:to>
                                        <p:strVal val="visible"/>
                                      </p:to>
                                    </p:set>
                                    <p:animEffect transition="in" filter="fade">
                                      <p:cBhvr>
                                        <p:cTn id="519" dur="1"/>
                                        <p:tgtEl>
                                          <p:spTgt spid="2719"/>
                                        </p:tgtEl>
                                      </p:cBhvr>
                                    </p:animEffect>
                                  </p:childTnLst>
                                </p:cTn>
                              </p:par>
                              <p:par>
                                <p:cTn id="520" presetID="10" presetClass="exit" presetSubtype="0" fill="hold" nodeType="withEffect">
                                  <p:stCondLst>
                                    <p:cond delay="7483"/>
                                  </p:stCondLst>
                                  <p:childTnLst>
                                    <p:animEffect transition="out" filter="fade">
                                      <p:cBhvr>
                                        <p:cTn id="521" dur="1"/>
                                        <p:tgtEl>
                                          <p:spTgt spid="2719"/>
                                        </p:tgtEl>
                                      </p:cBhvr>
                                    </p:animEffect>
                                    <p:set>
                                      <p:cBhvr>
                                        <p:cTn id="522" dur="1" fill="hold">
                                          <p:stCondLst>
                                            <p:cond delay="0"/>
                                          </p:stCondLst>
                                        </p:cTn>
                                        <p:tgtEl>
                                          <p:spTgt spid="2719"/>
                                        </p:tgtEl>
                                        <p:attrNameLst>
                                          <p:attrName>style.visibility</p:attrName>
                                        </p:attrNameLst>
                                      </p:cBhvr>
                                      <p:to>
                                        <p:strVal val="hidden"/>
                                      </p:to>
                                    </p:set>
                                  </p:childTnLst>
                                </p:cTn>
                              </p:par>
                              <p:par>
                                <p:cTn id="523" presetID="10" presetClass="entr" presetSubtype="0" fill="hold" nodeType="withEffect">
                                  <p:stCondLst>
                                    <p:cond delay="7483"/>
                                  </p:stCondLst>
                                  <p:childTnLst>
                                    <p:set>
                                      <p:cBhvr>
                                        <p:cTn id="524" dur="1" fill="hold">
                                          <p:stCondLst>
                                            <p:cond delay="0"/>
                                          </p:stCondLst>
                                        </p:cTn>
                                        <p:tgtEl>
                                          <p:spTgt spid="2725"/>
                                        </p:tgtEl>
                                        <p:attrNameLst>
                                          <p:attrName>style.visibility</p:attrName>
                                        </p:attrNameLst>
                                      </p:cBhvr>
                                      <p:to>
                                        <p:strVal val="visible"/>
                                      </p:to>
                                    </p:set>
                                    <p:animEffect transition="in" filter="fade">
                                      <p:cBhvr>
                                        <p:cTn id="525" dur="1"/>
                                        <p:tgtEl>
                                          <p:spTgt spid="2725"/>
                                        </p:tgtEl>
                                      </p:cBhvr>
                                    </p:animEffect>
                                  </p:childTnLst>
                                </p:cTn>
                              </p:par>
                              <p:par>
                                <p:cTn id="526" presetID="10" presetClass="exit" presetSubtype="0" fill="hold" nodeType="withEffect">
                                  <p:stCondLst>
                                    <p:cond delay="7567"/>
                                  </p:stCondLst>
                                  <p:childTnLst>
                                    <p:animEffect transition="out" filter="fade">
                                      <p:cBhvr>
                                        <p:cTn id="527" dur="1"/>
                                        <p:tgtEl>
                                          <p:spTgt spid="2725"/>
                                        </p:tgtEl>
                                      </p:cBhvr>
                                    </p:animEffect>
                                    <p:set>
                                      <p:cBhvr>
                                        <p:cTn id="528" dur="1" fill="hold">
                                          <p:stCondLst>
                                            <p:cond delay="0"/>
                                          </p:stCondLst>
                                        </p:cTn>
                                        <p:tgtEl>
                                          <p:spTgt spid="2725"/>
                                        </p:tgtEl>
                                        <p:attrNameLst>
                                          <p:attrName>style.visibility</p:attrName>
                                        </p:attrNameLst>
                                      </p:cBhvr>
                                      <p:to>
                                        <p:strVal val="hidden"/>
                                      </p:to>
                                    </p:set>
                                  </p:childTnLst>
                                </p:cTn>
                              </p:par>
                              <p:par>
                                <p:cTn id="529" presetID="10" presetClass="entr" presetSubtype="0" fill="hold" nodeType="withEffect">
                                  <p:stCondLst>
                                    <p:cond delay="7567"/>
                                  </p:stCondLst>
                                  <p:childTnLst>
                                    <p:set>
                                      <p:cBhvr>
                                        <p:cTn id="530" dur="1" fill="hold">
                                          <p:stCondLst>
                                            <p:cond delay="0"/>
                                          </p:stCondLst>
                                        </p:cTn>
                                        <p:tgtEl>
                                          <p:spTgt spid="2731"/>
                                        </p:tgtEl>
                                        <p:attrNameLst>
                                          <p:attrName>style.visibility</p:attrName>
                                        </p:attrNameLst>
                                      </p:cBhvr>
                                      <p:to>
                                        <p:strVal val="visible"/>
                                      </p:to>
                                    </p:set>
                                    <p:animEffect transition="in" filter="fade">
                                      <p:cBhvr>
                                        <p:cTn id="531" dur="1"/>
                                        <p:tgtEl>
                                          <p:spTgt spid="2731"/>
                                        </p:tgtEl>
                                      </p:cBhvr>
                                    </p:animEffect>
                                  </p:childTnLst>
                                </p:cTn>
                              </p:par>
                              <p:par>
                                <p:cTn id="532" presetID="10" presetClass="exit" presetSubtype="0" fill="hold" nodeType="withEffect">
                                  <p:stCondLst>
                                    <p:cond delay="7650"/>
                                  </p:stCondLst>
                                  <p:childTnLst>
                                    <p:animEffect transition="out" filter="fade">
                                      <p:cBhvr>
                                        <p:cTn id="533" dur="1"/>
                                        <p:tgtEl>
                                          <p:spTgt spid="2731"/>
                                        </p:tgtEl>
                                      </p:cBhvr>
                                    </p:animEffect>
                                    <p:set>
                                      <p:cBhvr>
                                        <p:cTn id="534" dur="1" fill="hold">
                                          <p:stCondLst>
                                            <p:cond delay="0"/>
                                          </p:stCondLst>
                                        </p:cTn>
                                        <p:tgtEl>
                                          <p:spTgt spid="2731"/>
                                        </p:tgtEl>
                                        <p:attrNameLst>
                                          <p:attrName>style.visibility</p:attrName>
                                        </p:attrNameLst>
                                      </p:cBhvr>
                                      <p:to>
                                        <p:strVal val="hidden"/>
                                      </p:to>
                                    </p:set>
                                  </p:childTnLst>
                                </p:cTn>
                              </p:par>
                              <p:par>
                                <p:cTn id="535" presetID="10" presetClass="entr" presetSubtype="0" fill="hold" nodeType="withEffect">
                                  <p:stCondLst>
                                    <p:cond delay="7650"/>
                                  </p:stCondLst>
                                  <p:childTnLst>
                                    <p:set>
                                      <p:cBhvr>
                                        <p:cTn id="536" dur="1" fill="hold">
                                          <p:stCondLst>
                                            <p:cond delay="0"/>
                                          </p:stCondLst>
                                        </p:cTn>
                                        <p:tgtEl>
                                          <p:spTgt spid="2737"/>
                                        </p:tgtEl>
                                        <p:attrNameLst>
                                          <p:attrName>style.visibility</p:attrName>
                                        </p:attrNameLst>
                                      </p:cBhvr>
                                      <p:to>
                                        <p:strVal val="visible"/>
                                      </p:to>
                                    </p:set>
                                    <p:animEffect transition="in" filter="fade">
                                      <p:cBhvr>
                                        <p:cTn id="537" dur="1"/>
                                        <p:tgtEl>
                                          <p:spTgt spid="2737"/>
                                        </p:tgtEl>
                                      </p:cBhvr>
                                    </p:animEffect>
                                  </p:childTnLst>
                                </p:cTn>
                              </p:par>
                              <p:par>
                                <p:cTn id="538" presetID="10" presetClass="exit" presetSubtype="0" fill="hold" nodeType="withEffect">
                                  <p:stCondLst>
                                    <p:cond delay="7733"/>
                                  </p:stCondLst>
                                  <p:childTnLst>
                                    <p:animEffect transition="out" filter="fade">
                                      <p:cBhvr>
                                        <p:cTn id="539" dur="1"/>
                                        <p:tgtEl>
                                          <p:spTgt spid="2737"/>
                                        </p:tgtEl>
                                      </p:cBhvr>
                                    </p:animEffect>
                                    <p:set>
                                      <p:cBhvr>
                                        <p:cTn id="540" dur="1" fill="hold">
                                          <p:stCondLst>
                                            <p:cond delay="0"/>
                                          </p:stCondLst>
                                        </p:cTn>
                                        <p:tgtEl>
                                          <p:spTgt spid="2737"/>
                                        </p:tgtEl>
                                        <p:attrNameLst>
                                          <p:attrName>style.visibility</p:attrName>
                                        </p:attrNameLst>
                                      </p:cBhvr>
                                      <p:to>
                                        <p:strVal val="hidden"/>
                                      </p:to>
                                    </p:set>
                                  </p:childTnLst>
                                </p:cTn>
                              </p:par>
                              <p:par>
                                <p:cTn id="541" presetID="10" presetClass="entr" presetSubtype="0" fill="hold" nodeType="withEffect">
                                  <p:stCondLst>
                                    <p:cond delay="7733"/>
                                  </p:stCondLst>
                                  <p:childTnLst>
                                    <p:set>
                                      <p:cBhvr>
                                        <p:cTn id="542" dur="1" fill="hold">
                                          <p:stCondLst>
                                            <p:cond delay="0"/>
                                          </p:stCondLst>
                                        </p:cTn>
                                        <p:tgtEl>
                                          <p:spTgt spid="2743"/>
                                        </p:tgtEl>
                                        <p:attrNameLst>
                                          <p:attrName>style.visibility</p:attrName>
                                        </p:attrNameLst>
                                      </p:cBhvr>
                                      <p:to>
                                        <p:strVal val="visible"/>
                                      </p:to>
                                    </p:set>
                                    <p:animEffect transition="in" filter="fade">
                                      <p:cBhvr>
                                        <p:cTn id="543" dur="1"/>
                                        <p:tgtEl>
                                          <p:spTgt spid="2743"/>
                                        </p:tgtEl>
                                      </p:cBhvr>
                                    </p:animEffect>
                                  </p:childTnLst>
                                </p:cTn>
                              </p:par>
                              <p:par>
                                <p:cTn id="544" presetID="10" presetClass="exit" presetSubtype="0" fill="hold" nodeType="withEffect">
                                  <p:stCondLst>
                                    <p:cond delay="7817"/>
                                  </p:stCondLst>
                                  <p:childTnLst>
                                    <p:animEffect transition="out" filter="fade">
                                      <p:cBhvr>
                                        <p:cTn id="545" dur="1"/>
                                        <p:tgtEl>
                                          <p:spTgt spid="2743"/>
                                        </p:tgtEl>
                                      </p:cBhvr>
                                    </p:animEffect>
                                    <p:set>
                                      <p:cBhvr>
                                        <p:cTn id="546" dur="1" fill="hold">
                                          <p:stCondLst>
                                            <p:cond delay="0"/>
                                          </p:stCondLst>
                                        </p:cTn>
                                        <p:tgtEl>
                                          <p:spTgt spid="2743"/>
                                        </p:tgtEl>
                                        <p:attrNameLst>
                                          <p:attrName>style.visibility</p:attrName>
                                        </p:attrNameLst>
                                      </p:cBhvr>
                                      <p:to>
                                        <p:strVal val="hidden"/>
                                      </p:to>
                                    </p:set>
                                  </p:childTnLst>
                                </p:cTn>
                              </p:par>
                              <p:par>
                                <p:cTn id="547" presetID="10" presetClass="entr" presetSubtype="0" fill="hold" nodeType="withEffect">
                                  <p:stCondLst>
                                    <p:cond delay="7817"/>
                                  </p:stCondLst>
                                  <p:childTnLst>
                                    <p:set>
                                      <p:cBhvr>
                                        <p:cTn id="548" dur="1" fill="hold">
                                          <p:stCondLst>
                                            <p:cond delay="0"/>
                                          </p:stCondLst>
                                        </p:cTn>
                                        <p:tgtEl>
                                          <p:spTgt spid="2749"/>
                                        </p:tgtEl>
                                        <p:attrNameLst>
                                          <p:attrName>style.visibility</p:attrName>
                                        </p:attrNameLst>
                                      </p:cBhvr>
                                      <p:to>
                                        <p:strVal val="visible"/>
                                      </p:to>
                                    </p:set>
                                    <p:animEffect transition="in" filter="fade">
                                      <p:cBhvr>
                                        <p:cTn id="549" dur="1"/>
                                        <p:tgtEl>
                                          <p:spTgt spid="2749"/>
                                        </p:tgtEl>
                                      </p:cBhvr>
                                    </p:animEffect>
                                  </p:childTnLst>
                                </p:cTn>
                              </p:par>
                              <p:par>
                                <p:cTn id="550" presetID="10" presetClass="exit" presetSubtype="0" fill="hold" nodeType="withEffect">
                                  <p:stCondLst>
                                    <p:cond delay="7900"/>
                                  </p:stCondLst>
                                  <p:childTnLst>
                                    <p:animEffect transition="out" filter="fade">
                                      <p:cBhvr>
                                        <p:cTn id="551" dur="1"/>
                                        <p:tgtEl>
                                          <p:spTgt spid="2749"/>
                                        </p:tgtEl>
                                      </p:cBhvr>
                                    </p:animEffect>
                                    <p:set>
                                      <p:cBhvr>
                                        <p:cTn id="552" dur="1" fill="hold">
                                          <p:stCondLst>
                                            <p:cond delay="0"/>
                                          </p:stCondLst>
                                        </p:cTn>
                                        <p:tgtEl>
                                          <p:spTgt spid="2749"/>
                                        </p:tgtEl>
                                        <p:attrNameLst>
                                          <p:attrName>style.visibility</p:attrName>
                                        </p:attrNameLst>
                                      </p:cBhvr>
                                      <p:to>
                                        <p:strVal val="hidden"/>
                                      </p:to>
                                    </p:set>
                                  </p:childTnLst>
                                </p:cTn>
                              </p:par>
                              <p:par>
                                <p:cTn id="553" presetID="10" presetClass="entr" presetSubtype="0" fill="hold" nodeType="withEffect">
                                  <p:stCondLst>
                                    <p:cond delay="7900"/>
                                  </p:stCondLst>
                                  <p:childTnLst>
                                    <p:set>
                                      <p:cBhvr>
                                        <p:cTn id="554" dur="1" fill="hold">
                                          <p:stCondLst>
                                            <p:cond delay="0"/>
                                          </p:stCondLst>
                                        </p:cTn>
                                        <p:tgtEl>
                                          <p:spTgt spid="2755"/>
                                        </p:tgtEl>
                                        <p:attrNameLst>
                                          <p:attrName>style.visibility</p:attrName>
                                        </p:attrNameLst>
                                      </p:cBhvr>
                                      <p:to>
                                        <p:strVal val="visible"/>
                                      </p:to>
                                    </p:set>
                                    <p:animEffect transition="in" filter="fade">
                                      <p:cBhvr>
                                        <p:cTn id="555" dur="1"/>
                                        <p:tgtEl>
                                          <p:spTgt spid="2755"/>
                                        </p:tgtEl>
                                      </p:cBhvr>
                                    </p:animEffect>
                                  </p:childTnLst>
                                </p:cTn>
                              </p:par>
                              <p:par>
                                <p:cTn id="556" presetID="10" presetClass="exit" presetSubtype="0" fill="hold" nodeType="withEffect">
                                  <p:stCondLst>
                                    <p:cond delay="7983"/>
                                  </p:stCondLst>
                                  <p:childTnLst>
                                    <p:animEffect transition="out" filter="fade">
                                      <p:cBhvr>
                                        <p:cTn id="557" dur="1"/>
                                        <p:tgtEl>
                                          <p:spTgt spid="2755"/>
                                        </p:tgtEl>
                                      </p:cBhvr>
                                    </p:animEffect>
                                    <p:set>
                                      <p:cBhvr>
                                        <p:cTn id="558" dur="1" fill="hold">
                                          <p:stCondLst>
                                            <p:cond delay="0"/>
                                          </p:stCondLst>
                                        </p:cTn>
                                        <p:tgtEl>
                                          <p:spTgt spid="2755"/>
                                        </p:tgtEl>
                                        <p:attrNameLst>
                                          <p:attrName>style.visibility</p:attrName>
                                        </p:attrNameLst>
                                      </p:cBhvr>
                                      <p:to>
                                        <p:strVal val="hidden"/>
                                      </p:to>
                                    </p:set>
                                  </p:childTnLst>
                                </p:cTn>
                              </p:par>
                              <p:par>
                                <p:cTn id="559" presetID="10" presetClass="entr" presetSubtype="0" fill="hold" nodeType="withEffect">
                                  <p:stCondLst>
                                    <p:cond delay="7983"/>
                                  </p:stCondLst>
                                  <p:childTnLst>
                                    <p:set>
                                      <p:cBhvr>
                                        <p:cTn id="560" dur="1" fill="hold">
                                          <p:stCondLst>
                                            <p:cond delay="0"/>
                                          </p:stCondLst>
                                        </p:cTn>
                                        <p:tgtEl>
                                          <p:spTgt spid="2761"/>
                                        </p:tgtEl>
                                        <p:attrNameLst>
                                          <p:attrName>style.visibility</p:attrName>
                                        </p:attrNameLst>
                                      </p:cBhvr>
                                      <p:to>
                                        <p:strVal val="visible"/>
                                      </p:to>
                                    </p:set>
                                    <p:animEffect transition="in" filter="fade">
                                      <p:cBhvr>
                                        <p:cTn id="561" dur="1"/>
                                        <p:tgtEl>
                                          <p:spTgt spid="2761"/>
                                        </p:tgtEl>
                                      </p:cBhvr>
                                    </p:animEffect>
                                  </p:childTnLst>
                                </p:cTn>
                              </p:par>
                              <p:par>
                                <p:cTn id="562" presetID="10" presetClass="exit" presetSubtype="0" fill="hold" nodeType="withEffect">
                                  <p:stCondLst>
                                    <p:cond delay="8067"/>
                                  </p:stCondLst>
                                  <p:childTnLst>
                                    <p:animEffect transition="out" filter="fade">
                                      <p:cBhvr>
                                        <p:cTn id="563" dur="1"/>
                                        <p:tgtEl>
                                          <p:spTgt spid="2761"/>
                                        </p:tgtEl>
                                      </p:cBhvr>
                                    </p:animEffect>
                                    <p:set>
                                      <p:cBhvr>
                                        <p:cTn id="564" dur="1" fill="hold">
                                          <p:stCondLst>
                                            <p:cond delay="0"/>
                                          </p:stCondLst>
                                        </p:cTn>
                                        <p:tgtEl>
                                          <p:spTgt spid="2761"/>
                                        </p:tgtEl>
                                        <p:attrNameLst>
                                          <p:attrName>style.visibility</p:attrName>
                                        </p:attrNameLst>
                                      </p:cBhvr>
                                      <p:to>
                                        <p:strVal val="hidden"/>
                                      </p:to>
                                    </p:set>
                                  </p:childTnLst>
                                </p:cTn>
                              </p:par>
                              <p:par>
                                <p:cTn id="565" presetID="10" presetClass="entr" presetSubtype="0" fill="hold" nodeType="withEffect">
                                  <p:stCondLst>
                                    <p:cond delay="8067"/>
                                  </p:stCondLst>
                                  <p:childTnLst>
                                    <p:set>
                                      <p:cBhvr>
                                        <p:cTn id="566" dur="1" fill="hold">
                                          <p:stCondLst>
                                            <p:cond delay="0"/>
                                          </p:stCondLst>
                                        </p:cTn>
                                        <p:tgtEl>
                                          <p:spTgt spid="2767"/>
                                        </p:tgtEl>
                                        <p:attrNameLst>
                                          <p:attrName>style.visibility</p:attrName>
                                        </p:attrNameLst>
                                      </p:cBhvr>
                                      <p:to>
                                        <p:strVal val="visible"/>
                                      </p:to>
                                    </p:set>
                                    <p:animEffect transition="in" filter="fade">
                                      <p:cBhvr>
                                        <p:cTn id="567" dur="1"/>
                                        <p:tgtEl>
                                          <p:spTgt spid="2767"/>
                                        </p:tgtEl>
                                      </p:cBhvr>
                                    </p:animEffect>
                                  </p:childTnLst>
                                </p:cTn>
                              </p:par>
                              <p:par>
                                <p:cTn id="568" presetID="10" presetClass="exit" presetSubtype="0" fill="hold" nodeType="withEffect">
                                  <p:stCondLst>
                                    <p:cond delay="8150"/>
                                  </p:stCondLst>
                                  <p:childTnLst>
                                    <p:animEffect transition="out" filter="fade">
                                      <p:cBhvr>
                                        <p:cTn id="569" dur="1"/>
                                        <p:tgtEl>
                                          <p:spTgt spid="2767"/>
                                        </p:tgtEl>
                                      </p:cBhvr>
                                    </p:animEffect>
                                    <p:set>
                                      <p:cBhvr>
                                        <p:cTn id="570" dur="1" fill="hold">
                                          <p:stCondLst>
                                            <p:cond delay="0"/>
                                          </p:stCondLst>
                                        </p:cTn>
                                        <p:tgtEl>
                                          <p:spTgt spid="2767"/>
                                        </p:tgtEl>
                                        <p:attrNameLst>
                                          <p:attrName>style.visibility</p:attrName>
                                        </p:attrNameLst>
                                      </p:cBhvr>
                                      <p:to>
                                        <p:strVal val="hidden"/>
                                      </p:to>
                                    </p:set>
                                  </p:childTnLst>
                                </p:cTn>
                              </p:par>
                              <p:par>
                                <p:cTn id="571" presetID="10" presetClass="entr" presetSubtype="0" fill="hold" nodeType="withEffect">
                                  <p:stCondLst>
                                    <p:cond delay="8150"/>
                                  </p:stCondLst>
                                  <p:childTnLst>
                                    <p:set>
                                      <p:cBhvr>
                                        <p:cTn id="572" dur="1" fill="hold">
                                          <p:stCondLst>
                                            <p:cond delay="0"/>
                                          </p:stCondLst>
                                        </p:cTn>
                                        <p:tgtEl>
                                          <p:spTgt spid="2773"/>
                                        </p:tgtEl>
                                        <p:attrNameLst>
                                          <p:attrName>style.visibility</p:attrName>
                                        </p:attrNameLst>
                                      </p:cBhvr>
                                      <p:to>
                                        <p:strVal val="visible"/>
                                      </p:to>
                                    </p:set>
                                    <p:animEffect transition="in" filter="fade">
                                      <p:cBhvr>
                                        <p:cTn id="573" dur="1"/>
                                        <p:tgtEl>
                                          <p:spTgt spid="2773"/>
                                        </p:tgtEl>
                                      </p:cBhvr>
                                    </p:animEffect>
                                  </p:childTnLst>
                                </p:cTn>
                              </p:par>
                              <p:par>
                                <p:cTn id="574" presetID="10" presetClass="exit" presetSubtype="0" fill="hold" nodeType="withEffect">
                                  <p:stCondLst>
                                    <p:cond delay="8233"/>
                                  </p:stCondLst>
                                  <p:childTnLst>
                                    <p:animEffect transition="out" filter="fade">
                                      <p:cBhvr>
                                        <p:cTn id="575" dur="1"/>
                                        <p:tgtEl>
                                          <p:spTgt spid="2773"/>
                                        </p:tgtEl>
                                      </p:cBhvr>
                                    </p:animEffect>
                                    <p:set>
                                      <p:cBhvr>
                                        <p:cTn id="576" dur="1" fill="hold">
                                          <p:stCondLst>
                                            <p:cond delay="0"/>
                                          </p:stCondLst>
                                        </p:cTn>
                                        <p:tgtEl>
                                          <p:spTgt spid="2773"/>
                                        </p:tgtEl>
                                        <p:attrNameLst>
                                          <p:attrName>style.visibility</p:attrName>
                                        </p:attrNameLst>
                                      </p:cBhvr>
                                      <p:to>
                                        <p:strVal val="hidden"/>
                                      </p:to>
                                    </p:set>
                                  </p:childTnLst>
                                </p:cTn>
                              </p:par>
                              <p:par>
                                <p:cTn id="577" presetID="10" presetClass="entr" presetSubtype="0" fill="hold" nodeType="withEffect">
                                  <p:stCondLst>
                                    <p:cond delay="8233"/>
                                  </p:stCondLst>
                                  <p:childTnLst>
                                    <p:set>
                                      <p:cBhvr>
                                        <p:cTn id="578" dur="1" fill="hold">
                                          <p:stCondLst>
                                            <p:cond delay="0"/>
                                          </p:stCondLst>
                                        </p:cTn>
                                        <p:tgtEl>
                                          <p:spTgt spid="2779"/>
                                        </p:tgtEl>
                                        <p:attrNameLst>
                                          <p:attrName>style.visibility</p:attrName>
                                        </p:attrNameLst>
                                      </p:cBhvr>
                                      <p:to>
                                        <p:strVal val="visible"/>
                                      </p:to>
                                    </p:set>
                                    <p:animEffect transition="in" filter="fade">
                                      <p:cBhvr>
                                        <p:cTn id="579" dur="1"/>
                                        <p:tgtEl>
                                          <p:spTgt spid="2779"/>
                                        </p:tgtEl>
                                      </p:cBhvr>
                                    </p:animEffect>
                                  </p:childTnLst>
                                </p:cTn>
                              </p:par>
                              <p:par>
                                <p:cTn id="580" presetID="10" presetClass="exit" presetSubtype="0" fill="hold" nodeType="withEffect">
                                  <p:stCondLst>
                                    <p:cond delay="8317"/>
                                  </p:stCondLst>
                                  <p:childTnLst>
                                    <p:animEffect transition="out" filter="fade">
                                      <p:cBhvr>
                                        <p:cTn id="581" dur="1"/>
                                        <p:tgtEl>
                                          <p:spTgt spid="2779"/>
                                        </p:tgtEl>
                                      </p:cBhvr>
                                    </p:animEffect>
                                    <p:set>
                                      <p:cBhvr>
                                        <p:cTn id="582" dur="1" fill="hold">
                                          <p:stCondLst>
                                            <p:cond delay="0"/>
                                          </p:stCondLst>
                                        </p:cTn>
                                        <p:tgtEl>
                                          <p:spTgt spid="2779"/>
                                        </p:tgtEl>
                                        <p:attrNameLst>
                                          <p:attrName>style.visibility</p:attrName>
                                        </p:attrNameLst>
                                      </p:cBhvr>
                                      <p:to>
                                        <p:strVal val="hidden"/>
                                      </p:to>
                                    </p:set>
                                  </p:childTnLst>
                                </p:cTn>
                              </p:par>
                              <p:par>
                                <p:cTn id="583" presetID="10" presetClass="entr" presetSubtype="0" fill="hold" nodeType="withEffect">
                                  <p:stCondLst>
                                    <p:cond delay="8317"/>
                                  </p:stCondLst>
                                  <p:childTnLst>
                                    <p:set>
                                      <p:cBhvr>
                                        <p:cTn id="584" dur="1" fill="hold">
                                          <p:stCondLst>
                                            <p:cond delay="0"/>
                                          </p:stCondLst>
                                        </p:cTn>
                                        <p:tgtEl>
                                          <p:spTgt spid="2785"/>
                                        </p:tgtEl>
                                        <p:attrNameLst>
                                          <p:attrName>style.visibility</p:attrName>
                                        </p:attrNameLst>
                                      </p:cBhvr>
                                      <p:to>
                                        <p:strVal val="visible"/>
                                      </p:to>
                                    </p:set>
                                    <p:animEffect transition="in" filter="fade">
                                      <p:cBhvr>
                                        <p:cTn id="585" dur="1"/>
                                        <p:tgtEl>
                                          <p:spTgt spid="2785"/>
                                        </p:tgtEl>
                                      </p:cBhvr>
                                    </p:animEffect>
                                  </p:childTnLst>
                                </p:cTn>
                              </p:par>
                              <p:par>
                                <p:cTn id="586" presetID="10" presetClass="exit" presetSubtype="0" fill="hold" nodeType="withEffect">
                                  <p:stCondLst>
                                    <p:cond delay="8400"/>
                                  </p:stCondLst>
                                  <p:childTnLst>
                                    <p:animEffect transition="out" filter="fade">
                                      <p:cBhvr>
                                        <p:cTn id="587" dur="1"/>
                                        <p:tgtEl>
                                          <p:spTgt spid="2785"/>
                                        </p:tgtEl>
                                      </p:cBhvr>
                                    </p:animEffect>
                                    <p:set>
                                      <p:cBhvr>
                                        <p:cTn id="588" dur="1" fill="hold">
                                          <p:stCondLst>
                                            <p:cond delay="0"/>
                                          </p:stCondLst>
                                        </p:cTn>
                                        <p:tgtEl>
                                          <p:spTgt spid="2785"/>
                                        </p:tgtEl>
                                        <p:attrNameLst>
                                          <p:attrName>style.visibility</p:attrName>
                                        </p:attrNameLst>
                                      </p:cBhvr>
                                      <p:to>
                                        <p:strVal val="hidden"/>
                                      </p:to>
                                    </p:set>
                                  </p:childTnLst>
                                </p:cTn>
                              </p:par>
                              <p:par>
                                <p:cTn id="589" presetID="10" presetClass="entr" presetSubtype="0" fill="hold" nodeType="withEffect">
                                  <p:stCondLst>
                                    <p:cond delay="8400"/>
                                  </p:stCondLst>
                                  <p:childTnLst>
                                    <p:set>
                                      <p:cBhvr>
                                        <p:cTn id="590" dur="1" fill="hold">
                                          <p:stCondLst>
                                            <p:cond delay="0"/>
                                          </p:stCondLst>
                                        </p:cTn>
                                        <p:tgtEl>
                                          <p:spTgt spid="2791"/>
                                        </p:tgtEl>
                                        <p:attrNameLst>
                                          <p:attrName>style.visibility</p:attrName>
                                        </p:attrNameLst>
                                      </p:cBhvr>
                                      <p:to>
                                        <p:strVal val="visible"/>
                                      </p:to>
                                    </p:set>
                                    <p:animEffect transition="in" filter="fade">
                                      <p:cBhvr>
                                        <p:cTn id="591" dur="1"/>
                                        <p:tgtEl>
                                          <p:spTgt spid="2791"/>
                                        </p:tgtEl>
                                      </p:cBhvr>
                                    </p:animEffect>
                                  </p:childTnLst>
                                </p:cTn>
                              </p:par>
                              <p:par>
                                <p:cTn id="592" presetID="10" presetClass="exit" presetSubtype="0" fill="hold" nodeType="withEffect">
                                  <p:stCondLst>
                                    <p:cond delay="8483"/>
                                  </p:stCondLst>
                                  <p:childTnLst>
                                    <p:animEffect transition="out" filter="fade">
                                      <p:cBhvr>
                                        <p:cTn id="593" dur="1"/>
                                        <p:tgtEl>
                                          <p:spTgt spid="2791"/>
                                        </p:tgtEl>
                                      </p:cBhvr>
                                    </p:animEffect>
                                    <p:set>
                                      <p:cBhvr>
                                        <p:cTn id="594" dur="1" fill="hold">
                                          <p:stCondLst>
                                            <p:cond delay="0"/>
                                          </p:stCondLst>
                                        </p:cTn>
                                        <p:tgtEl>
                                          <p:spTgt spid="2791"/>
                                        </p:tgtEl>
                                        <p:attrNameLst>
                                          <p:attrName>style.visibility</p:attrName>
                                        </p:attrNameLst>
                                      </p:cBhvr>
                                      <p:to>
                                        <p:strVal val="hidden"/>
                                      </p:to>
                                    </p:set>
                                  </p:childTnLst>
                                </p:cTn>
                              </p:par>
                              <p:par>
                                <p:cTn id="595" presetID="10" presetClass="entr" presetSubtype="0" fill="hold" nodeType="withEffect">
                                  <p:stCondLst>
                                    <p:cond delay="8483"/>
                                  </p:stCondLst>
                                  <p:childTnLst>
                                    <p:set>
                                      <p:cBhvr>
                                        <p:cTn id="596" dur="1" fill="hold">
                                          <p:stCondLst>
                                            <p:cond delay="0"/>
                                          </p:stCondLst>
                                        </p:cTn>
                                        <p:tgtEl>
                                          <p:spTgt spid="2797"/>
                                        </p:tgtEl>
                                        <p:attrNameLst>
                                          <p:attrName>style.visibility</p:attrName>
                                        </p:attrNameLst>
                                      </p:cBhvr>
                                      <p:to>
                                        <p:strVal val="visible"/>
                                      </p:to>
                                    </p:set>
                                    <p:animEffect transition="in" filter="fade">
                                      <p:cBhvr>
                                        <p:cTn id="597" dur="1"/>
                                        <p:tgtEl>
                                          <p:spTgt spid="2797"/>
                                        </p:tgtEl>
                                      </p:cBhvr>
                                    </p:animEffect>
                                  </p:childTnLst>
                                </p:cTn>
                              </p:par>
                              <p:par>
                                <p:cTn id="598" presetID="10" presetClass="exit" presetSubtype="0" fill="hold" nodeType="withEffect">
                                  <p:stCondLst>
                                    <p:cond delay="8567"/>
                                  </p:stCondLst>
                                  <p:childTnLst>
                                    <p:animEffect transition="out" filter="fade">
                                      <p:cBhvr>
                                        <p:cTn id="599" dur="1"/>
                                        <p:tgtEl>
                                          <p:spTgt spid="2797"/>
                                        </p:tgtEl>
                                      </p:cBhvr>
                                    </p:animEffect>
                                    <p:set>
                                      <p:cBhvr>
                                        <p:cTn id="600" dur="1" fill="hold">
                                          <p:stCondLst>
                                            <p:cond delay="0"/>
                                          </p:stCondLst>
                                        </p:cTn>
                                        <p:tgtEl>
                                          <p:spTgt spid="2797"/>
                                        </p:tgtEl>
                                        <p:attrNameLst>
                                          <p:attrName>style.visibility</p:attrName>
                                        </p:attrNameLst>
                                      </p:cBhvr>
                                      <p:to>
                                        <p:strVal val="hidden"/>
                                      </p:to>
                                    </p:set>
                                  </p:childTnLst>
                                </p:cTn>
                              </p:par>
                              <p:par>
                                <p:cTn id="601" presetID="10" presetClass="entr" presetSubtype="0" fill="hold" nodeType="withEffect">
                                  <p:stCondLst>
                                    <p:cond delay="8567"/>
                                  </p:stCondLst>
                                  <p:childTnLst>
                                    <p:set>
                                      <p:cBhvr>
                                        <p:cTn id="602" dur="1" fill="hold">
                                          <p:stCondLst>
                                            <p:cond delay="0"/>
                                          </p:stCondLst>
                                        </p:cTn>
                                        <p:tgtEl>
                                          <p:spTgt spid="2803"/>
                                        </p:tgtEl>
                                        <p:attrNameLst>
                                          <p:attrName>style.visibility</p:attrName>
                                        </p:attrNameLst>
                                      </p:cBhvr>
                                      <p:to>
                                        <p:strVal val="visible"/>
                                      </p:to>
                                    </p:set>
                                    <p:animEffect transition="in" filter="fade">
                                      <p:cBhvr>
                                        <p:cTn id="603" dur="1"/>
                                        <p:tgtEl>
                                          <p:spTgt spid="2803"/>
                                        </p:tgtEl>
                                      </p:cBhvr>
                                    </p:animEffect>
                                  </p:childTnLst>
                                </p:cTn>
                              </p:par>
                              <p:par>
                                <p:cTn id="604" presetID="10" presetClass="exit" presetSubtype="0" fill="hold" nodeType="withEffect">
                                  <p:stCondLst>
                                    <p:cond delay="8650"/>
                                  </p:stCondLst>
                                  <p:childTnLst>
                                    <p:animEffect transition="out" filter="fade">
                                      <p:cBhvr>
                                        <p:cTn id="605" dur="1"/>
                                        <p:tgtEl>
                                          <p:spTgt spid="2803"/>
                                        </p:tgtEl>
                                      </p:cBhvr>
                                    </p:animEffect>
                                    <p:set>
                                      <p:cBhvr>
                                        <p:cTn id="606" dur="1" fill="hold">
                                          <p:stCondLst>
                                            <p:cond delay="0"/>
                                          </p:stCondLst>
                                        </p:cTn>
                                        <p:tgtEl>
                                          <p:spTgt spid="2803"/>
                                        </p:tgtEl>
                                        <p:attrNameLst>
                                          <p:attrName>style.visibility</p:attrName>
                                        </p:attrNameLst>
                                      </p:cBhvr>
                                      <p:to>
                                        <p:strVal val="hidden"/>
                                      </p:to>
                                    </p:set>
                                  </p:childTnLst>
                                </p:cTn>
                              </p:par>
                              <p:par>
                                <p:cTn id="607" presetID="10" presetClass="entr" presetSubtype="0" fill="hold" nodeType="withEffect">
                                  <p:stCondLst>
                                    <p:cond delay="8650"/>
                                  </p:stCondLst>
                                  <p:childTnLst>
                                    <p:set>
                                      <p:cBhvr>
                                        <p:cTn id="608" dur="1" fill="hold">
                                          <p:stCondLst>
                                            <p:cond delay="0"/>
                                          </p:stCondLst>
                                        </p:cTn>
                                        <p:tgtEl>
                                          <p:spTgt spid="2809"/>
                                        </p:tgtEl>
                                        <p:attrNameLst>
                                          <p:attrName>style.visibility</p:attrName>
                                        </p:attrNameLst>
                                      </p:cBhvr>
                                      <p:to>
                                        <p:strVal val="visible"/>
                                      </p:to>
                                    </p:set>
                                    <p:animEffect transition="in" filter="fade">
                                      <p:cBhvr>
                                        <p:cTn id="609" dur="1"/>
                                        <p:tgtEl>
                                          <p:spTgt spid="2809"/>
                                        </p:tgtEl>
                                      </p:cBhvr>
                                    </p:animEffect>
                                  </p:childTnLst>
                                </p:cTn>
                              </p:par>
                              <p:par>
                                <p:cTn id="610" presetID="10" presetClass="exit" presetSubtype="0" fill="hold" nodeType="withEffect">
                                  <p:stCondLst>
                                    <p:cond delay="8733"/>
                                  </p:stCondLst>
                                  <p:childTnLst>
                                    <p:animEffect transition="out" filter="fade">
                                      <p:cBhvr>
                                        <p:cTn id="611" dur="1"/>
                                        <p:tgtEl>
                                          <p:spTgt spid="2809"/>
                                        </p:tgtEl>
                                      </p:cBhvr>
                                    </p:animEffect>
                                    <p:set>
                                      <p:cBhvr>
                                        <p:cTn id="612" dur="1" fill="hold">
                                          <p:stCondLst>
                                            <p:cond delay="0"/>
                                          </p:stCondLst>
                                        </p:cTn>
                                        <p:tgtEl>
                                          <p:spTgt spid="2809"/>
                                        </p:tgtEl>
                                        <p:attrNameLst>
                                          <p:attrName>style.visibility</p:attrName>
                                        </p:attrNameLst>
                                      </p:cBhvr>
                                      <p:to>
                                        <p:strVal val="hidden"/>
                                      </p:to>
                                    </p:set>
                                  </p:childTnLst>
                                </p:cTn>
                              </p:par>
                              <p:par>
                                <p:cTn id="613" presetID="10" presetClass="entr" presetSubtype="0" fill="hold" nodeType="withEffect">
                                  <p:stCondLst>
                                    <p:cond delay="8733"/>
                                  </p:stCondLst>
                                  <p:childTnLst>
                                    <p:set>
                                      <p:cBhvr>
                                        <p:cTn id="614" dur="1" fill="hold">
                                          <p:stCondLst>
                                            <p:cond delay="0"/>
                                          </p:stCondLst>
                                        </p:cTn>
                                        <p:tgtEl>
                                          <p:spTgt spid="2815"/>
                                        </p:tgtEl>
                                        <p:attrNameLst>
                                          <p:attrName>style.visibility</p:attrName>
                                        </p:attrNameLst>
                                      </p:cBhvr>
                                      <p:to>
                                        <p:strVal val="visible"/>
                                      </p:to>
                                    </p:set>
                                    <p:animEffect transition="in" filter="fade">
                                      <p:cBhvr>
                                        <p:cTn id="615" dur="1"/>
                                        <p:tgtEl>
                                          <p:spTgt spid="2815"/>
                                        </p:tgtEl>
                                      </p:cBhvr>
                                    </p:animEffect>
                                  </p:childTnLst>
                                </p:cTn>
                              </p:par>
                              <p:par>
                                <p:cTn id="616" presetID="10" presetClass="exit" presetSubtype="0" fill="hold" nodeType="withEffect">
                                  <p:stCondLst>
                                    <p:cond delay="8817"/>
                                  </p:stCondLst>
                                  <p:childTnLst>
                                    <p:animEffect transition="out" filter="fade">
                                      <p:cBhvr>
                                        <p:cTn id="617" dur="1"/>
                                        <p:tgtEl>
                                          <p:spTgt spid="2815"/>
                                        </p:tgtEl>
                                      </p:cBhvr>
                                    </p:animEffect>
                                    <p:set>
                                      <p:cBhvr>
                                        <p:cTn id="618" dur="1" fill="hold">
                                          <p:stCondLst>
                                            <p:cond delay="0"/>
                                          </p:stCondLst>
                                        </p:cTn>
                                        <p:tgtEl>
                                          <p:spTgt spid="2815"/>
                                        </p:tgtEl>
                                        <p:attrNameLst>
                                          <p:attrName>style.visibility</p:attrName>
                                        </p:attrNameLst>
                                      </p:cBhvr>
                                      <p:to>
                                        <p:strVal val="hidden"/>
                                      </p:to>
                                    </p:set>
                                  </p:childTnLst>
                                </p:cTn>
                              </p:par>
                              <p:par>
                                <p:cTn id="619" presetID="10" presetClass="entr" presetSubtype="0" fill="hold" nodeType="withEffect">
                                  <p:stCondLst>
                                    <p:cond delay="8817"/>
                                  </p:stCondLst>
                                  <p:childTnLst>
                                    <p:set>
                                      <p:cBhvr>
                                        <p:cTn id="620" dur="1" fill="hold">
                                          <p:stCondLst>
                                            <p:cond delay="0"/>
                                          </p:stCondLst>
                                        </p:cTn>
                                        <p:tgtEl>
                                          <p:spTgt spid="2821"/>
                                        </p:tgtEl>
                                        <p:attrNameLst>
                                          <p:attrName>style.visibility</p:attrName>
                                        </p:attrNameLst>
                                      </p:cBhvr>
                                      <p:to>
                                        <p:strVal val="visible"/>
                                      </p:to>
                                    </p:set>
                                    <p:animEffect transition="in" filter="fade">
                                      <p:cBhvr>
                                        <p:cTn id="621" dur="1"/>
                                        <p:tgtEl>
                                          <p:spTgt spid="2821"/>
                                        </p:tgtEl>
                                      </p:cBhvr>
                                    </p:animEffect>
                                  </p:childTnLst>
                                </p:cTn>
                              </p:par>
                              <p:par>
                                <p:cTn id="622" presetID="10" presetClass="exit" presetSubtype="0" fill="hold" nodeType="withEffect">
                                  <p:stCondLst>
                                    <p:cond delay="8900"/>
                                  </p:stCondLst>
                                  <p:childTnLst>
                                    <p:animEffect transition="out" filter="fade">
                                      <p:cBhvr>
                                        <p:cTn id="623" dur="1"/>
                                        <p:tgtEl>
                                          <p:spTgt spid="2821"/>
                                        </p:tgtEl>
                                      </p:cBhvr>
                                    </p:animEffect>
                                    <p:set>
                                      <p:cBhvr>
                                        <p:cTn id="624" dur="1" fill="hold">
                                          <p:stCondLst>
                                            <p:cond delay="0"/>
                                          </p:stCondLst>
                                        </p:cTn>
                                        <p:tgtEl>
                                          <p:spTgt spid="2821"/>
                                        </p:tgtEl>
                                        <p:attrNameLst>
                                          <p:attrName>style.visibility</p:attrName>
                                        </p:attrNameLst>
                                      </p:cBhvr>
                                      <p:to>
                                        <p:strVal val="hidden"/>
                                      </p:to>
                                    </p:set>
                                  </p:childTnLst>
                                </p:cTn>
                              </p:par>
                              <p:par>
                                <p:cTn id="625" presetID="10" presetClass="entr" presetSubtype="0" fill="hold" nodeType="withEffect">
                                  <p:stCondLst>
                                    <p:cond delay="8900"/>
                                  </p:stCondLst>
                                  <p:childTnLst>
                                    <p:set>
                                      <p:cBhvr>
                                        <p:cTn id="626" dur="1" fill="hold">
                                          <p:stCondLst>
                                            <p:cond delay="0"/>
                                          </p:stCondLst>
                                        </p:cTn>
                                        <p:tgtEl>
                                          <p:spTgt spid="2827"/>
                                        </p:tgtEl>
                                        <p:attrNameLst>
                                          <p:attrName>style.visibility</p:attrName>
                                        </p:attrNameLst>
                                      </p:cBhvr>
                                      <p:to>
                                        <p:strVal val="visible"/>
                                      </p:to>
                                    </p:set>
                                    <p:animEffect transition="in" filter="fade">
                                      <p:cBhvr>
                                        <p:cTn id="627" dur="1"/>
                                        <p:tgtEl>
                                          <p:spTgt spid="2827"/>
                                        </p:tgtEl>
                                      </p:cBhvr>
                                    </p:animEffect>
                                  </p:childTnLst>
                                </p:cTn>
                              </p:par>
                              <p:par>
                                <p:cTn id="628" presetID="10" presetClass="exit" presetSubtype="0" fill="hold" nodeType="withEffect">
                                  <p:stCondLst>
                                    <p:cond delay="8983"/>
                                  </p:stCondLst>
                                  <p:childTnLst>
                                    <p:animEffect transition="out" filter="fade">
                                      <p:cBhvr>
                                        <p:cTn id="629" dur="1"/>
                                        <p:tgtEl>
                                          <p:spTgt spid="2827"/>
                                        </p:tgtEl>
                                      </p:cBhvr>
                                    </p:animEffect>
                                    <p:set>
                                      <p:cBhvr>
                                        <p:cTn id="630" dur="1" fill="hold">
                                          <p:stCondLst>
                                            <p:cond delay="0"/>
                                          </p:stCondLst>
                                        </p:cTn>
                                        <p:tgtEl>
                                          <p:spTgt spid="2827"/>
                                        </p:tgtEl>
                                        <p:attrNameLst>
                                          <p:attrName>style.visibility</p:attrName>
                                        </p:attrNameLst>
                                      </p:cBhvr>
                                      <p:to>
                                        <p:strVal val="hidden"/>
                                      </p:to>
                                    </p:set>
                                  </p:childTnLst>
                                </p:cTn>
                              </p:par>
                              <p:par>
                                <p:cTn id="631" presetID="10" presetClass="entr" presetSubtype="0" fill="hold" nodeType="withEffect">
                                  <p:stCondLst>
                                    <p:cond delay="8983"/>
                                  </p:stCondLst>
                                  <p:childTnLst>
                                    <p:set>
                                      <p:cBhvr>
                                        <p:cTn id="632" dur="1" fill="hold">
                                          <p:stCondLst>
                                            <p:cond delay="0"/>
                                          </p:stCondLst>
                                        </p:cTn>
                                        <p:tgtEl>
                                          <p:spTgt spid="2833"/>
                                        </p:tgtEl>
                                        <p:attrNameLst>
                                          <p:attrName>style.visibility</p:attrName>
                                        </p:attrNameLst>
                                      </p:cBhvr>
                                      <p:to>
                                        <p:strVal val="visible"/>
                                      </p:to>
                                    </p:set>
                                    <p:animEffect transition="in" filter="fade">
                                      <p:cBhvr>
                                        <p:cTn id="633" dur="1"/>
                                        <p:tgtEl>
                                          <p:spTgt spid="2833"/>
                                        </p:tgtEl>
                                      </p:cBhvr>
                                    </p:animEffect>
                                  </p:childTnLst>
                                </p:cTn>
                              </p:par>
                              <p:par>
                                <p:cTn id="634" presetID="10" presetClass="exit" presetSubtype="0" fill="hold" nodeType="withEffect">
                                  <p:stCondLst>
                                    <p:cond delay="9067"/>
                                  </p:stCondLst>
                                  <p:childTnLst>
                                    <p:animEffect transition="out" filter="fade">
                                      <p:cBhvr>
                                        <p:cTn id="635" dur="1"/>
                                        <p:tgtEl>
                                          <p:spTgt spid="2833"/>
                                        </p:tgtEl>
                                      </p:cBhvr>
                                    </p:animEffect>
                                    <p:set>
                                      <p:cBhvr>
                                        <p:cTn id="636" dur="1" fill="hold">
                                          <p:stCondLst>
                                            <p:cond delay="0"/>
                                          </p:stCondLst>
                                        </p:cTn>
                                        <p:tgtEl>
                                          <p:spTgt spid="2833"/>
                                        </p:tgtEl>
                                        <p:attrNameLst>
                                          <p:attrName>style.visibility</p:attrName>
                                        </p:attrNameLst>
                                      </p:cBhvr>
                                      <p:to>
                                        <p:strVal val="hidden"/>
                                      </p:to>
                                    </p:set>
                                  </p:childTnLst>
                                </p:cTn>
                              </p:par>
                              <p:par>
                                <p:cTn id="637" presetID="10" presetClass="entr" presetSubtype="0" fill="hold" nodeType="withEffect">
                                  <p:stCondLst>
                                    <p:cond delay="9067"/>
                                  </p:stCondLst>
                                  <p:childTnLst>
                                    <p:set>
                                      <p:cBhvr>
                                        <p:cTn id="638" dur="1" fill="hold">
                                          <p:stCondLst>
                                            <p:cond delay="0"/>
                                          </p:stCondLst>
                                        </p:cTn>
                                        <p:tgtEl>
                                          <p:spTgt spid="2839"/>
                                        </p:tgtEl>
                                        <p:attrNameLst>
                                          <p:attrName>style.visibility</p:attrName>
                                        </p:attrNameLst>
                                      </p:cBhvr>
                                      <p:to>
                                        <p:strVal val="visible"/>
                                      </p:to>
                                    </p:set>
                                    <p:animEffect transition="in" filter="fade">
                                      <p:cBhvr>
                                        <p:cTn id="639" dur="1"/>
                                        <p:tgtEl>
                                          <p:spTgt spid="2839"/>
                                        </p:tgtEl>
                                      </p:cBhvr>
                                    </p:animEffect>
                                  </p:childTnLst>
                                </p:cTn>
                              </p:par>
                              <p:par>
                                <p:cTn id="640" presetID="10" presetClass="exit" presetSubtype="0" fill="hold" nodeType="withEffect">
                                  <p:stCondLst>
                                    <p:cond delay="9150"/>
                                  </p:stCondLst>
                                  <p:childTnLst>
                                    <p:animEffect transition="out" filter="fade">
                                      <p:cBhvr>
                                        <p:cTn id="641" dur="1"/>
                                        <p:tgtEl>
                                          <p:spTgt spid="2839"/>
                                        </p:tgtEl>
                                      </p:cBhvr>
                                    </p:animEffect>
                                    <p:set>
                                      <p:cBhvr>
                                        <p:cTn id="642" dur="1" fill="hold">
                                          <p:stCondLst>
                                            <p:cond delay="0"/>
                                          </p:stCondLst>
                                        </p:cTn>
                                        <p:tgtEl>
                                          <p:spTgt spid="2839"/>
                                        </p:tgtEl>
                                        <p:attrNameLst>
                                          <p:attrName>style.visibility</p:attrName>
                                        </p:attrNameLst>
                                      </p:cBhvr>
                                      <p:to>
                                        <p:strVal val="hidden"/>
                                      </p:to>
                                    </p:set>
                                  </p:childTnLst>
                                </p:cTn>
                              </p:par>
                              <p:par>
                                <p:cTn id="643" presetID="10" presetClass="entr" presetSubtype="0" fill="hold" nodeType="withEffect">
                                  <p:stCondLst>
                                    <p:cond delay="9150"/>
                                  </p:stCondLst>
                                  <p:childTnLst>
                                    <p:set>
                                      <p:cBhvr>
                                        <p:cTn id="644" dur="1" fill="hold">
                                          <p:stCondLst>
                                            <p:cond delay="0"/>
                                          </p:stCondLst>
                                        </p:cTn>
                                        <p:tgtEl>
                                          <p:spTgt spid="2845"/>
                                        </p:tgtEl>
                                        <p:attrNameLst>
                                          <p:attrName>style.visibility</p:attrName>
                                        </p:attrNameLst>
                                      </p:cBhvr>
                                      <p:to>
                                        <p:strVal val="visible"/>
                                      </p:to>
                                    </p:set>
                                    <p:animEffect transition="in" filter="fade">
                                      <p:cBhvr>
                                        <p:cTn id="645" dur="1"/>
                                        <p:tgtEl>
                                          <p:spTgt spid="2845"/>
                                        </p:tgtEl>
                                      </p:cBhvr>
                                    </p:animEffect>
                                  </p:childTnLst>
                                </p:cTn>
                              </p:par>
                              <p:par>
                                <p:cTn id="646" presetID="10" presetClass="exit" presetSubtype="0" fill="hold" nodeType="withEffect">
                                  <p:stCondLst>
                                    <p:cond delay="9233"/>
                                  </p:stCondLst>
                                  <p:childTnLst>
                                    <p:animEffect transition="out" filter="fade">
                                      <p:cBhvr>
                                        <p:cTn id="647" dur="1"/>
                                        <p:tgtEl>
                                          <p:spTgt spid="2845"/>
                                        </p:tgtEl>
                                      </p:cBhvr>
                                    </p:animEffect>
                                    <p:set>
                                      <p:cBhvr>
                                        <p:cTn id="648" dur="1" fill="hold">
                                          <p:stCondLst>
                                            <p:cond delay="0"/>
                                          </p:stCondLst>
                                        </p:cTn>
                                        <p:tgtEl>
                                          <p:spTgt spid="2845"/>
                                        </p:tgtEl>
                                        <p:attrNameLst>
                                          <p:attrName>style.visibility</p:attrName>
                                        </p:attrNameLst>
                                      </p:cBhvr>
                                      <p:to>
                                        <p:strVal val="hidden"/>
                                      </p:to>
                                    </p:set>
                                  </p:childTnLst>
                                </p:cTn>
                              </p:par>
                              <p:par>
                                <p:cTn id="649" presetID="10" presetClass="entr" presetSubtype="0" fill="hold" nodeType="withEffect">
                                  <p:stCondLst>
                                    <p:cond delay="9233"/>
                                  </p:stCondLst>
                                  <p:childTnLst>
                                    <p:set>
                                      <p:cBhvr>
                                        <p:cTn id="650" dur="1" fill="hold">
                                          <p:stCondLst>
                                            <p:cond delay="0"/>
                                          </p:stCondLst>
                                        </p:cTn>
                                        <p:tgtEl>
                                          <p:spTgt spid="2851"/>
                                        </p:tgtEl>
                                        <p:attrNameLst>
                                          <p:attrName>style.visibility</p:attrName>
                                        </p:attrNameLst>
                                      </p:cBhvr>
                                      <p:to>
                                        <p:strVal val="visible"/>
                                      </p:to>
                                    </p:set>
                                    <p:animEffect transition="in" filter="fade">
                                      <p:cBhvr>
                                        <p:cTn id="651" dur="1"/>
                                        <p:tgtEl>
                                          <p:spTgt spid="2851"/>
                                        </p:tgtEl>
                                      </p:cBhvr>
                                    </p:animEffect>
                                  </p:childTnLst>
                                </p:cTn>
                              </p:par>
                              <p:par>
                                <p:cTn id="652" presetID="10" presetClass="exit" presetSubtype="0" fill="hold" nodeType="withEffect">
                                  <p:stCondLst>
                                    <p:cond delay="9317"/>
                                  </p:stCondLst>
                                  <p:childTnLst>
                                    <p:animEffect transition="out" filter="fade">
                                      <p:cBhvr>
                                        <p:cTn id="653" dur="1"/>
                                        <p:tgtEl>
                                          <p:spTgt spid="2851"/>
                                        </p:tgtEl>
                                      </p:cBhvr>
                                    </p:animEffect>
                                    <p:set>
                                      <p:cBhvr>
                                        <p:cTn id="654" dur="1" fill="hold">
                                          <p:stCondLst>
                                            <p:cond delay="0"/>
                                          </p:stCondLst>
                                        </p:cTn>
                                        <p:tgtEl>
                                          <p:spTgt spid="2851"/>
                                        </p:tgtEl>
                                        <p:attrNameLst>
                                          <p:attrName>style.visibility</p:attrName>
                                        </p:attrNameLst>
                                      </p:cBhvr>
                                      <p:to>
                                        <p:strVal val="hidden"/>
                                      </p:to>
                                    </p:set>
                                  </p:childTnLst>
                                </p:cTn>
                              </p:par>
                              <p:par>
                                <p:cTn id="655" presetID="10" presetClass="entr" presetSubtype="0" fill="hold" nodeType="withEffect">
                                  <p:stCondLst>
                                    <p:cond delay="9317"/>
                                  </p:stCondLst>
                                  <p:childTnLst>
                                    <p:set>
                                      <p:cBhvr>
                                        <p:cTn id="656" dur="1" fill="hold">
                                          <p:stCondLst>
                                            <p:cond delay="0"/>
                                          </p:stCondLst>
                                        </p:cTn>
                                        <p:tgtEl>
                                          <p:spTgt spid="2857"/>
                                        </p:tgtEl>
                                        <p:attrNameLst>
                                          <p:attrName>style.visibility</p:attrName>
                                        </p:attrNameLst>
                                      </p:cBhvr>
                                      <p:to>
                                        <p:strVal val="visible"/>
                                      </p:to>
                                    </p:set>
                                    <p:animEffect transition="in" filter="fade">
                                      <p:cBhvr>
                                        <p:cTn id="657" dur="1"/>
                                        <p:tgtEl>
                                          <p:spTgt spid="2857"/>
                                        </p:tgtEl>
                                      </p:cBhvr>
                                    </p:animEffect>
                                  </p:childTnLst>
                                </p:cTn>
                              </p:par>
                              <p:par>
                                <p:cTn id="658" presetID="10" presetClass="exit" presetSubtype="0" fill="hold" nodeType="withEffect">
                                  <p:stCondLst>
                                    <p:cond delay="9400"/>
                                  </p:stCondLst>
                                  <p:childTnLst>
                                    <p:animEffect transition="out" filter="fade">
                                      <p:cBhvr>
                                        <p:cTn id="659" dur="1"/>
                                        <p:tgtEl>
                                          <p:spTgt spid="2857"/>
                                        </p:tgtEl>
                                      </p:cBhvr>
                                    </p:animEffect>
                                    <p:set>
                                      <p:cBhvr>
                                        <p:cTn id="660" dur="1" fill="hold">
                                          <p:stCondLst>
                                            <p:cond delay="0"/>
                                          </p:stCondLst>
                                        </p:cTn>
                                        <p:tgtEl>
                                          <p:spTgt spid="2857"/>
                                        </p:tgtEl>
                                        <p:attrNameLst>
                                          <p:attrName>style.visibility</p:attrName>
                                        </p:attrNameLst>
                                      </p:cBhvr>
                                      <p:to>
                                        <p:strVal val="hidden"/>
                                      </p:to>
                                    </p:set>
                                  </p:childTnLst>
                                </p:cTn>
                              </p:par>
                              <p:par>
                                <p:cTn id="661" presetID="10" presetClass="entr" presetSubtype="0" fill="hold" nodeType="withEffect">
                                  <p:stCondLst>
                                    <p:cond delay="9400"/>
                                  </p:stCondLst>
                                  <p:childTnLst>
                                    <p:set>
                                      <p:cBhvr>
                                        <p:cTn id="662" dur="1" fill="hold">
                                          <p:stCondLst>
                                            <p:cond delay="0"/>
                                          </p:stCondLst>
                                        </p:cTn>
                                        <p:tgtEl>
                                          <p:spTgt spid="2863"/>
                                        </p:tgtEl>
                                        <p:attrNameLst>
                                          <p:attrName>style.visibility</p:attrName>
                                        </p:attrNameLst>
                                      </p:cBhvr>
                                      <p:to>
                                        <p:strVal val="visible"/>
                                      </p:to>
                                    </p:set>
                                    <p:animEffect transition="in" filter="fade">
                                      <p:cBhvr>
                                        <p:cTn id="663" dur="1"/>
                                        <p:tgtEl>
                                          <p:spTgt spid="2863"/>
                                        </p:tgtEl>
                                      </p:cBhvr>
                                    </p:animEffect>
                                  </p:childTnLst>
                                </p:cTn>
                              </p:par>
                              <p:par>
                                <p:cTn id="664" presetID="10" presetClass="exit" presetSubtype="0" fill="hold" nodeType="withEffect">
                                  <p:stCondLst>
                                    <p:cond delay="9483"/>
                                  </p:stCondLst>
                                  <p:childTnLst>
                                    <p:animEffect transition="out" filter="fade">
                                      <p:cBhvr>
                                        <p:cTn id="665" dur="1"/>
                                        <p:tgtEl>
                                          <p:spTgt spid="2863"/>
                                        </p:tgtEl>
                                      </p:cBhvr>
                                    </p:animEffect>
                                    <p:set>
                                      <p:cBhvr>
                                        <p:cTn id="666" dur="1" fill="hold">
                                          <p:stCondLst>
                                            <p:cond delay="0"/>
                                          </p:stCondLst>
                                        </p:cTn>
                                        <p:tgtEl>
                                          <p:spTgt spid="2863"/>
                                        </p:tgtEl>
                                        <p:attrNameLst>
                                          <p:attrName>style.visibility</p:attrName>
                                        </p:attrNameLst>
                                      </p:cBhvr>
                                      <p:to>
                                        <p:strVal val="hidden"/>
                                      </p:to>
                                    </p:set>
                                  </p:childTnLst>
                                </p:cTn>
                              </p:par>
                              <p:par>
                                <p:cTn id="667" presetID="10" presetClass="entr" presetSubtype="0" fill="hold" nodeType="withEffect">
                                  <p:stCondLst>
                                    <p:cond delay="9483"/>
                                  </p:stCondLst>
                                  <p:childTnLst>
                                    <p:set>
                                      <p:cBhvr>
                                        <p:cTn id="668" dur="1" fill="hold">
                                          <p:stCondLst>
                                            <p:cond delay="0"/>
                                          </p:stCondLst>
                                        </p:cTn>
                                        <p:tgtEl>
                                          <p:spTgt spid="2869"/>
                                        </p:tgtEl>
                                        <p:attrNameLst>
                                          <p:attrName>style.visibility</p:attrName>
                                        </p:attrNameLst>
                                      </p:cBhvr>
                                      <p:to>
                                        <p:strVal val="visible"/>
                                      </p:to>
                                    </p:set>
                                    <p:animEffect transition="in" filter="fade">
                                      <p:cBhvr>
                                        <p:cTn id="669" dur="1"/>
                                        <p:tgtEl>
                                          <p:spTgt spid="2869"/>
                                        </p:tgtEl>
                                      </p:cBhvr>
                                    </p:animEffect>
                                  </p:childTnLst>
                                </p:cTn>
                              </p:par>
                              <p:par>
                                <p:cTn id="670" presetID="10" presetClass="exit" presetSubtype="0" fill="hold" nodeType="withEffect">
                                  <p:stCondLst>
                                    <p:cond delay="9567"/>
                                  </p:stCondLst>
                                  <p:childTnLst>
                                    <p:animEffect transition="out" filter="fade">
                                      <p:cBhvr>
                                        <p:cTn id="671" dur="1"/>
                                        <p:tgtEl>
                                          <p:spTgt spid="2869"/>
                                        </p:tgtEl>
                                      </p:cBhvr>
                                    </p:animEffect>
                                    <p:set>
                                      <p:cBhvr>
                                        <p:cTn id="672" dur="1" fill="hold">
                                          <p:stCondLst>
                                            <p:cond delay="0"/>
                                          </p:stCondLst>
                                        </p:cTn>
                                        <p:tgtEl>
                                          <p:spTgt spid="2869"/>
                                        </p:tgtEl>
                                        <p:attrNameLst>
                                          <p:attrName>style.visibility</p:attrName>
                                        </p:attrNameLst>
                                      </p:cBhvr>
                                      <p:to>
                                        <p:strVal val="hidden"/>
                                      </p:to>
                                    </p:set>
                                  </p:childTnLst>
                                </p:cTn>
                              </p:par>
                              <p:par>
                                <p:cTn id="673" presetID="10" presetClass="entr" presetSubtype="0" fill="hold" nodeType="withEffect">
                                  <p:stCondLst>
                                    <p:cond delay="9567"/>
                                  </p:stCondLst>
                                  <p:childTnLst>
                                    <p:set>
                                      <p:cBhvr>
                                        <p:cTn id="674" dur="1" fill="hold">
                                          <p:stCondLst>
                                            <p:cond delay="0"/>
                                          </p:stCondLst>
                                        </p:cTn>
                                        <p:tgtEl>
                                          <p:spTgt spid="2875"/>
                                        </p:tgtEl>
                                        <p:attrNameLst>
                                          <p:attrName>style.visibility</p:attrName>
                                        </p:attrNameLst>
                                      </p:cBhvr>
                                      <p:to>
                                        <p:strVal val="visible"/>
                                      </p:to>
                                    </p:set>
                                    <p:animEffect transition="in" filter="fade">
                                      <p:cBhvr>
                                        <p:cTn id="675" dur="1"/>
                                        <p:tgtEl>
                                          <p:spTgt spid="2875"/>
                                        </p:tgtEl>
                                      </p:cBhvr>
                                    </p:animEffect>
                                  </p:childTnLst>
                                </p:cTn>
                              </p:par>
                              <p:par>
                                <p:cTn id="676" presetID="10" presetClass="exit" presetSubtype="0" fill="hold" nodeType="withEffect">
                                  <p:stCondLst>
                                    <p:cond delay="9650"/>
                                  </p:stCondLst>
                                  <p:childTnLst>
                                    <p:animEffect transition="out" filter="fade">
                                      <p:cBhvr>
                                        <p:cTn id="677" dur="1"/>
                                        <p:tgtEl>
                                          <p:spTgt spid="2875"/>
                                        </p:tgtEl>
                                      </p:cBhvr>
                                    </p:animEffect>
                                    <p:set>
                                      <p:cBhvr>
                                        <p:cTn id="678" dur="1" fill="hold">
                                          <p:stCondLst>
                                            <p:cond delay="0"/>
                                          </p:stCondLst>
                                        </p:cTn>
                                        <p:tgtEl>
                                          <p:spTgt spid="2875"/>
                                        </p:tgtEl>
                                        <p:attrNameLst>
                                          <p:attrName>style.visibility</p:attrName>
                                        </p:attrNameLst>
                                      </p:cBhvr>
                                      <p:to>
                                        <p:strVal val="hidden"/>
                                      </p:to>
                                    </p:set>
                                  </p:childTnLst>
                                </p:cTn>
                              </p:par>
                              <p:par>
                                <p:cTn id="679" presetID="10" presetClass="entr" presetSubtype="0" fill="hold" nodeType="withEffect">
                                  <p:stCondLst>
                                    <p:cond delay="9650"/>
                                  </p:stCondLst>
                                  <p:childTnLst>
                                    <p:set>
                                      <p:cBhvr>
                                        <p:cTn id="680" dur="1" fill="hold">
                                          <p:stCondLst>
                                            <p:cond delay="0"/>
                                          </p:stCondLst>
                                        </p:cTn>
                                        <p:tgtEl>
                                          <p:spTgt spid="2881"/>
                                        </p:tgtEl>
                                        <p:attrNameLst>
                                          <p:attrName>style.visibility</p:attrName>
                                        </p:attrNameLst>
                                      </p:cBhvr>
                                      <p:to>
                                        <p:strVal val="visible"/>
                                      </p:to>
                                    </p:set>
                                    <p:animEffect transition="in" filter="fade">
                                      <p:cBhvr>
                                        <p:cTn id="681" dur="1"/>
                                        <p:tgtEl>
                                          <p:spTgt spid="2881"/>
                                        </p:tgtEl>
                                      </p:cBhvr>
                                    </p:animEffect>
                                  </p:childTnLst>
                                </p:cTn>
                              </p:par>
                              <p:par>
                                <p:cTn id="682" presetID="10" presetClass="exit" presetSubtype="0" fill="hold" nodeType="withEffect">
                                  <p:stCondLst>
                                    <p:cond delay="9733"/>
                                  </p:stCondLst>
                                  <p:childTnLst>
                                    <p:animEffect transition="out" filter="fade">
                                      <p:cBhvr>
                                        <p:cTn id="683" dur="1"/>
                                        <p:tgtEl>
                                          <p:spTgt spid="2881"/>
                                        </p:tgtEl>
                                      </p:cBhvr>
                                    </p:animEffect>
                                    <p:set>
                                      <p:cBhvr>
                                        <p:cTn id="684" dur="1" fill="hold">
                                          <p:stCondLst>
                                            <p:cond delay="0"/>
                                          </p:stCondLst>
                                        </p:cTn>
                                        <p:tgtEl>
                                          <p:spTgt spid="2881"/>
                                        </p:tgtEl>
                                        <p:attrNameLst>
                                          <p:attrName>style.visibility</p:attrName>
                                        </p:attrNameLst>
                                      </p:cBhvr>
                                      <p:to>
                                        <p:strVal val="hidden"/>
                                      </p:to>
                                    </p:set>
                                  </p:childTnLst>
                                </p:cTn>
                              </p:par>
                              <p:par>
                                <p:cTn id="685" presetID="10" presetClass="entr" presetSubtype="0" fill="hold" nodeType="withEffect">
                                  <p:stCondLst>
                                    <p:cond delay="9733"/>
                                  </p:stCondLst>
                                  <p:childTnLst>
                                    <p:set>
                                      <p:cBhvr>
                                        <p:cTn id="686" dur="1" fill="hold">
                                          <p:stCondLst>
                                            <p:cond delay="0"/>
                                          </p:stCondLst>
                                        </p:cTn>
                                        <p:tgtEl>
                                          <p:spTgt spid="2887"/>
                                        </p:tgtEl>
                                        <p:attrNameLst>
                                          <p:attrName>style.visibility</p:attrName>
                                        </p:attrNameLst>
                                      </p:cBhvr>
                                      <p:to>
                                        <p:strVal val="visible"/>
                                      </p:to>
                                    </p:set>
                                    <p:animEffect transition="in" filter="fade">
                                      <p:cBhvr>
                                        <p:cTn id="687" dur="1"/>
                                        <p:tgtEl>
                                          <p:spTgt spid="2887"/>
                                        </p:tgtEl>
                                      </p:cBhvr>
                                    </p:animEffect>
                                  </p:childTnLst>
                                </p:cTn>
                              </p:par>
                              <p:par>
                                <p:cTn id="688" presetID="10" presetClass="exit" presetSubtype="0" fill="hold" nodeType="withEffect">
                                  <p:stCondLst>
                                    <p:cond delay="9817"/>
                                  </p:stCondLst>
                                  <p:childTnLst>
                                    <p:animEffect transition="out" filter="fade">
                                      <p:cBhvr>
                                        <p:cTn id="689" dur="1"/>
                                        <p:tgtEl>
                                          <p:spTgt spid="2887"/>
                                        </p:tgtEl>
                                      </p:cBhvr>
                                    </p:animEffect>
                                    <p:set>
                                      <p:cBhvr>
                                        <p:cTn id="690" dur="1" fill="hold">
                                          <p:stCondLst>
                                            <p:cond delay="0"/>
                                          </p:stCondLst>
                                        </p:cTn>
                                        <p:tgtEl>
                                          <p:spTgt spid="2887"/>
                                        </p:tgtEl>
                                        <p:attrNameLst>
                                          <p:attrName>style.visibility</p:attrName>
                                        </p:attrNameLst>
                                      </p:cBhvr>
                                      <p:to>
                                        <p:strVal val="hidden"/>
                                      </p:to>
                                    </p:set>
                                  </p:childTnLst>
                                </p:cTn>
                              </p:par>
                              <p:par>
                                <p:cTn id="691" presetID="10" presetClass="entr" presetSubtype="0" fill="hold" nodeType="withEffect">
                                  <p:stCondLst>
                                    <p:cond delay="9817"/>
                                  </p:stCondLst>
                                  <p:childTnLst>
                                    <p:set>
                                      <p:cBhvr>
                                        <p:cTn id="692" dur="1" fill="hold">
                                          <p:stCondLst>
                                            <p:cond delay="0"/>
                                          </p:stCondLst>
                                        </p:cTn>
                                        <p:tgtEl>
                                          <p:spTgt spid="2893"/>
                                        </p:tgtEl>
                                        <p:attrNameLst>
                                          <p:attrName>style.visibility</p:attrName>
                                        </p:attrNameLst>
                                      </p:cBhvr>
                                      <p:to>
                                        <p:strVal val="visible"/>
                                      </p:to>
                                    </p:set>
                                    <p:animEffect transition="in" filter="fade">
                                      <p:cBhvr>
                                        <p:cTn id="693" dur="1"/>
                                        <p:tgtEl>
                                          <p:spTgt spid="2893"/>
                                        </p:tgtEl>
                                      </p:cBhvr>
                                    </p:animEffect>
                                  </p:childTnLst>
                                </p:cTn>
                              </p:par>
                              <p:par>
                                <p:cTn id="694" presetID="10" presetClass="exit" presetSubtype="0" fill="hold" nodeType="withEffect">
                                  <p:stCondLst>
                                    <p:cond delay="9900"/>
                                  </p:stCondLst>
                                  <p:childTnLst>
                                    <p:animEffect transition="out" filter="fade">
                                      <p:cBhvr>
                                        <p:cTn id="695" dur="1"/>
                                        <p:tgtEl>
                                          <p:spTgt spid="2893"/>
                                        </p:tgtEl>
                                      </p:cBhvr>
                                    </p:animEffect>
                                    <p:set>
                                      <p:cBhvr>
                                        <p:cTn id="696" dur="1" fill="hold">
                                          <p:stCondLst>
                                            <p:cond delay="0"/>
                                          </p:stCondLst>
                                        </p:cTn>
                                        <p:tgtEl>
                                          <p:spTgt spid="2893"/>
                                        </p:tgtEl>
                                        <p:attrNameLst>
                                          <p:attrName>style.visibility</p:attrName>
                                        </p:attrNameLst>
                                      </p:cBhvr>
                                      <p:to>
                                        <p:strVal val="hidden"/>
                                      </p:to>
                                    </p:set>
                                  </p:childTnLst>
                                </p:cTn>
                              </p:par>
                              <p:par>
                                <p:cTn id="697" presetID="10" presetClass="entr" presetSubtype="0" fill="hold" nodeType="withEffect">
                                  <p:stCondLst>
                                    <p:cond delay="9900"/>
                                  </p:stCondLst>
                                  <p:childTnLst>
                                    <p:set>
                                      <p:cBhvr>
                                        <p:cTn id="698" dur="1" fill="hold">
                                          <p:stCondLst>
                                            <p:cond delay="0"/>
                                          </p:stCondLst>
                                        </p:cTn>
                                        <p:tgtEl>
                                          <p:spTgt spid="2899"/>
                                        </p:tgtEl>
                                        <p:attrNameLst>
                                          <p:attrName>style.visibility</p:attrName>
                                        </p:attrNameLst>
                                      </p:cBhvr>
                                      <p:to>
                                        <p:strVal val="visible"/>
                                      </p:to>
                                    </p:set>
                                    <p:animEffect transition="in" filter="fade">
                                      <p:cBhvr>
                                        <p:cTn id="699" dur="1"/>
                                        <p:tgtEl>
                                          <p:spTgt spid="2899"/>
                                        </p:tgtEl>
                                      </p:cBhvr>
                                    </p:animEffect>
                                  </p:childTnLst>
                                </p:cTn>
                              </p:par>
                              <p:par>
                                <p:cTn id="700" presetID="10" presetClass="exit" presetSubtype="0" fill="hold" nodeType="withEffect">
                                  <p:stCondLst>
                                    <p:cond delay="9983"/>
                                  </p:stCondLst>
                                  <p:childTnLst>
                                    <p:animEffect transition="out" filter="fade">
                                      <p:cBhvr>
                                        <p:cTn id="701" dur="1"/>
                                        <p:tgtEl>
                                          <p:spTgt spid="2899"/>
                                        </p:tgtEl>
                                      </p:cBhvr>
                                    </p:animEffect>
                                    <p:set>
                                      <p:cBhvr>
                                        <p:cTn id="702" dur="1" fill="hold">
                                          <p:stCondLst>
                                            <p:cond delay="0"/>
                                          </p:stCondLst>
                                        </p:cTn>
                                        <p:tgtEl>
                                          <p:spTgt spid="2899"/>
                                        </p:tgtEl>
                                        <p:attrNameLst>
                                          <p:attrName>style.visibility</p:attrName>
                                        </p:attrNameLst>
                                      </p:cBhvr>
                                      <p:to>
                                        <p:strVal val="hidden"/>
                                      </p:to>
                                    </p:set>
                                  </p:childTnLst>
                                </p:cTn>
                              </p:par>
                              <p:par>
                                <p:cTn id="703" presetID="10" presetClass="entr" presetSubtype="0" fill="hold" nodeType="withEffect">
                                  <p:stCondLst>
                                    <p:cond delay="9983"/>
                                  </p:stCondLst>
                                  <p:childTnLst>
                                    <p:set>
                                      <p:cBhvr>
                                        <p:cTn id="704" dur="1" fill="hold">
                                          <p:stCondLst>
                                            <p:cond delay="0"/>
                                          </p:stCondLst>
                                        </p:cTn>
                                        <p:tgtEl>
                                          <p:spTgt spid="2905"/>
                                        </p:tgtEl>
                                        <p:attrNameLst>
                                          <p:attrName>style.visibility</p:attrName>
                                        </p:attrNameLst>
                                      </p:cBhvr>
                                      <p:to>
                                        <p:strVal val="visible"/>
                                      </p:to>
                                    </p:set>
                                    <p:animEffect transition="in" filter="fade">
                                      <p:cBhvr>
                                        <p:cTn id="705" dur="1"/>
                                        <p:tgtEl>
                                          <p:spTgt spid="2905"/>
                                        </p:tgtEl>
                                      </p:cBhvr>
                                    </p:animEffect>
                                  </p:childTnLst>
                                </p:cTn>
                              </p:par>
                              <p:par>
                                <p:cTn id="706" presetID="10" presetClass="exit" presetSubtype="0" fill="hold" nodeType="withEffect">
                                  <p:stCondLst>
                                    <p:cond delay="10067"/>
                                  </p:stCondLst>
                                  <p:childTnLst>
                                    <p:animEffect transition="out" filter="fade">
                                      <p:cBhvr>
                                        <p:cTn id="707" dur="1"/>
                                        <p:tgtEl>
                                          <p:spTgt spid="2905"/>
                                        </p:tgtEl>
                                      </p:cBhvr>
                                    </p:animEffect>
                                    <p:set>
                                      <p:cBhvr>
                                        <p:cTn id="708" dur="1" fill="hold">
                                          <p:stCondLst>
                                            <p:cond delay="0"/>
                                          </p:stCondLst>
                                        </p:cTn>
                                        <p:tgtEl>
                                          <p:spTgt spid="2905"/>
                                        </p:tgtEl>
                                        <p:attrNameLst>
                                          <p:attrName>style.visibility</p:attrName>
                                        </p:attrNameLst>
                                      </p:cBhvr>
                                      <p:to>
                                        <p:strVal val="hidden"/>
                                      </p:to>
                                    </p:set>
                                  </p:childTnLst>
                                </p:cTn>
                              </p:par>
                              <p:par>
                                <p:cTn id="709" presetID="10" presetClass="entr" presetSubtype="0" fill="hold" nodeType="withEffect">
                                  <p:stCondLst>
                                    <p:cond delay="10067"/>
                                  </p:stCondLst>
                                  <p:childTnLst>
                                    <p:set>
                                      <p:cBhvr>
                                        <p:cTn id="710" dur="1" fill="hold">
                                          <p:stCondLst>
                                            <p:cond delay="0"/>
                                          </p:stCondLst>
                                        </p:cTn>
                                        <p:tgtEl>
                                          <p:spTgt spid="2911"/>
                                        </p:tgtEl>
                                        <p:attrNameLst>
                                          <p:attrName>style.visibility</p:attrName>
                                        </p:attrNameLst>
                                      </p:cBhvr>
                                      <p:to>
                                        <p:strVal val="visible"/>
                                      </p:to>
                                    </p:set>
                                    <p:animEffect transition="in" filter="fade">
                                      <p:cBhvr>
                                        <p:cTn id="711" dur="1"/>
                                        <p:tgtEl>
                                          <p:spTgt spid="2911"/>
                                        </p:tgtEl>
                                      </p:cBhvr>
                                    </p:animEffect>
                                  </p:childTnLst>
                                </p:cTn>
                              </p:par>
                              <p:par>
                                <p:cTn id="712" presetID="10" presetClass="exit" presetSubtype="0" fill="hold" nodeType="withEffect">
                                  <p:stCondLst>
                                    <p:cond delay="10150"/>
                                  </p:stCondLst>
                                  <p:childTnLst>
                                    <p:animEffect transition="out" filter="fade">
                                      <p:cBhvr>
                                        <p:cTn id="713" dur="1"/>
                                        <p:tgtEl>
                                          <p:spTgt spid="2911"/>
                                        </p:tgtEl>
                                      </p:cBhvr>
                                    </p:animEffect>
                                    <p:set>
                                      <p:cBhvr>
                                        <p:cTn id="714" dur="1" fill="hold">
                                          <p:stCondLst>
                                            <p:cond delay="0"/>
                                          </p:stCondLst>
                                        </p:cTn>
                                        <p:tgtEl>
                                          <p:spTgt spid="2911"/>
                                        </p:tgtEl>
                                        <p:attrNameLst>
                                          <p:attrName>style.visibility</p:attrName>
                                        </p:attrNameLst>
                                      </p:cBhvr>
                                      <p:to>
                                        <p:strVal val="hidden"/>
                                      </p:to>
                                    </p:set>
                                  </p:childTnLst>
                                </p:cTn>
                              </p:par>
                              <p:par>
                                <p:cTn id="715" presetID="10" presetClass="entr" presetSubtype="0" fill="hold" nodeType="withEffect">
                                  <p:stCondLst>
                                    <p:cond delay="10150"/>
                                  </p:stCondLst>
                                  <p:childTnLst>
                                    <p:set>
                                      <p:cBhvr>
                                        <p:cTn id="716" dur="1" fill="hold">
                                          <p:stCondLst>
                                            <p:cond delay="0"/>
                                          </p:stCondLst>
                                        </p:cTn>
                                        <p:tgtEl>
                                          <p:spTgt spid="2917"/>
                                        </p:tgtEl>
                                        <p:attrNameLst>
                                          <p:attrName>style.visibility</p:attrName>
                                        </p:attrNameLst>
                                      </p:cBhvr>
                                      <p:to>
                                        <p:strVal val="visible"/>
                                      </p:to>
                                    </p:set>
                                    <p:animEffect transition="in" filter="fade">
                                      <p:cBhvr>
                                        <p:cTn id="717" dur="1"/>
                                        <p:tgtEl>
                                          <p:spTgt spid="2917"/>
                                        </p:tgtEl>
                                      </p:cBhvr>
                                    </p:animEffect>
                                  </p:childTnLst>
                                </p:cTn>
                              </p:par>
                              <p:par>
                                <p:cTn id="718" presetID="10" presetClass="exit" presetSubtype="0" fill="hold" nodeType="withEffect">
                                  <p:stCondLst>
                                    <p:cond delay="10233"/>
                                  </p:stCondLst>
                                  <p:childTnLst>
                                    <p:animEffect transition="out" filter="fade">
                                      <p:cBhvr>
                                        <p:cTn id="719" dur="1"/>
                                        <p:tgtEl>
                                          <p:spTgt spid="2917"/>
                                        </p:tgtEl>
                                      </p:cBhvr>
                                    </p:animEffect>
                                    <p:set>
                                      <p:cBhvr>
                                        <p:cTn id="720" dur="1" fill="hold">
                                          <p:stCondLst>
                                            <p:cond delay="0"/>
                                          </p:stCondLst>
                                        </p:cTn>
                                        <p:tgtEl>
                                          <p:spTgt spid="2917"/>
                                        </p:tgtEl>
                                        <p:attrNameLst>
                                          <p:attrName>style.visibility</p:attrName>
                                        </p:attrNameLst>
                                      </p:cBhvr>
                                      <p:to>
                                        <p:strVal val="hidden"/>
                                      </p:to>
                                    </p:set>
                                  </p:childTnLst>
                                </p:cTn>
                              </p:par>
                              <p:par>
                                <p:cTn id="721" presetID="10" presetClass="entr" presetSubtype="0" fill="hold" nodeType="withEffect">
                                  <p:stCondLst>
                                    <p:cond delay="10233"/>
                                  </p:stCondLst>
                                  <p:childTnLst>
                                    <p:set>
                                      <p:cBhvr>
                                        <p:cTn id="722" dur="1" fill="hold">
                                          <p:stCondLst>
                                            <p:cond delay="0"/>
                                          </p:stCondLst>
                                        </p:cTn>
                                        <p:tgtEl>
                                          <p:spTgt spid="2923"/>
                                        </p:tgtEl>
                                        <p:attrNameLst>
                                          <p:attrName>style.visibility</p:attrName>
                                        </p:attrNameLst>
                                      </p:cBhvr>
                                      <p:to>
                                        <p:strVal val="visible"/>
                                      </p:to>
                                    </p:set>
                                    <p:animEffect transition="in" filter="fade">
                                      <p:cBhvr>
                                        <p:cTn id="723" dur="1"/>
                                        <p:tgtEl>
                                          <p:spTgt spid="2923"/>
                                        </p:tgtEl>
                                      </p:cBhvr>
                                    </p:animEffect>
                                  </p:childTnLst>
                                </p:cTn>
                              </p:par>
                              <p:par>
                                <p:cTn id="724" presetID="10" presetClass="exit" presetSubtype="0" fill="hold" nodeType="withEffect">
                                  <p:stCondLst>
                                    <p:cond delay="10317"/>
                                  </p:stCondLst>
                                  <p:childTnLst>
                                    <p:animEffect transition="out" filter="fade">
                                      <p:cBhvr>
                                        <p:cTn id="725" dur="1"/>
                                        <p:tgtEl>
                                          <p:spTgt spid="2923"/>
                                        </p:tgtEl>
                                      </p:cBhvr>
                                    </p:animEffect>
                                    <p:set>
                                      <p:cBhvr>
                                        <p:cTn id="726" dur="1" fill="hold">
                                          <p:stCondLst>
                                            <p:cond delay="0"/>
                                          </p:stCondLst>
                                        </p:cTn>
                                        <p:tgtEl>
                                          <p:spTgt spid="2923"/>
                                        </p:tgtEl>
                                        <p:attrNameLst>
                                          <p:attrName>style.visibility</p:attrName>
                                        </p:attrNameLst>
                                      </p:cBhvr>
                                      <p:to>
                                        <p:strVal val="hidden"/>
                                      </p:to>
                                    </p:set>
                                  </p:childTnLst>
                                </p:cTn>
                              </p:par>
                              <p:par>
                                <p:cTn id="727" presetID="10" presetClass="entr" presetSubtype="0" fill="hold" nodeType="withEffect">
                                  <p:stCondLst>
                                    <p:cond delay="10317"/>
                                  </p:stCondLst>
                                  <p:childTnLst>
                                    <p:set>
                                      <p:cBhvr>
                                        <p:cTn id="728" dur="1" fill="hold">
                                          <p:stCondLst>
                                            <p:cond delay="0"/>
                                          </p:stCondLst>
                                        </p:cTn>
                                        <p:tgtEl>
                                          <p:spTgt spid="2929"/>
                                        </p:tgtEl>
                                        <p:attrNameLst>
                                          <p:attrName>style.visibility</p:attrName>
                                        </p:attrNameLst>
                                      </p:cBhvr>
                                      <p:to>
                                        <p:strVal val="visible"/>
                                      </p:to>
                                    </p:set>
                                    <p:animEffect transition="in" filter="fade">
                                      <p:cBhvr>
                                        <p:cTn id="729" dur="1"/>
                                        <p:tgtEl>
                                          <p:spTgt spid="2929"/>
                                        </p:tgtEl>
                                      </p:cBhvr>
                                    </p:animEffect>
                                  </p:childTnLst>
                                </p:cTn>
                              </p:par>
                              <p:par>
                                <p:cTn id="730" presetID="10" presetClass="exit" presetSubtype="0" fill="hold" nodeType="withEffect">
                                  <p:stCondLst>
                                    <p:cond delay="10400"/>
                                  </p:stCondLst>
                                  <p:childTnLst>
                                    <p:animEffect transition="out" filter="fade">
                                      <p:cBhvr>
                                        <p:cTn id="731" dur="1"/>
                                        <p:tgtEl>
                                          <p:spTgt spid="2929"/>
                                        </p:tgtEl>
                                      </p:cBhvr>
                                    </p:animEffect>
                                    <p:set>
                                      <p:cBhvr>
                                        <p:cTn id="732" dur="1" fill="hold">
                                          <p:stCondLst>
                                            <p:cond delay="0"/>
                                          </p:stCondLst>
                                        </p:cTn>
                                        <p:tgtEl>
                                          <p:spTgt spid="2929"/>
                                        </p:tgtEl>
                                        <p:attrNameLst>
                                          <p:attrName>style.visibility</p:attrName>
                                        </p:attrNameLst>
                                      </p:cBhvr>
                                      <p:to>
                                        <p:strVal val="hidden"/>
                                      </p:to>
                                    </p:set>
                                  </p:childTnLst>
                                </p:cTn>
                              </p:par>
                              <p:par>
                                <p:cTn id="733" presetID="10" presetClass="entr" presetSubtype="0" fill="hold" nodeType="withEffect">
                                  <p:stCondLst>
                                    <p:cond delay="10400"/>
                                  </p:stCondLst>
                                  <p:childTnLst>
                                    <p:set>
                                      <p:cBhvr>
                                        <p:cTn id="734" dur="1" fill="hold">
                                          <p:stCondLst>
                                            <p:cond delay="0"/>
                                          </p:stCondLst>
                                        </p:cTn>
                                        <p:tgtEl>
                                          <p:spTgt spid="2935"/>
                                        </p:tgtEl>
                                        <p:attrNameLst>
                                          <p:attrName>style.visibility</p:attrName>
                                        </p:attrNameLst>
                                      </p:cBhvr>
                                      <p:to>
                                        <p:strVal val="visible"/>
                                      </p:to>
                                    </p:set>
                                    <p:animEffect transition="in" filter="fade">
                                      <p:cBhvr>
                                        <p:cTn id="735" dur="1"/>
                                        <p:tgtEl>
                                          <p:spTgt spid="2935"/>
                                        </p:tgtEl>
                                      </p:cBhvr>
                                    </p:animEffect>
                                  </p:childTnLst>
                                </p:cTn>
                              </p:par>
                              <p:par>
                                <p:cTn id="736" presetID="10" presetClass="exit" presetSubtype="0" fill="hold" nodeType="withEffect">
                                  <p:stCondLst>
                                    <p:cond delay="10483"/>
                                  </p:stCondLst>
                                  <p:childTnLst>
                                    <p:animEffect transition="out" filter="fade">
                                      <p:cBhvr>
                                        <p:cTn id="737" dur="1"/>
                                        <p:tgtEl>
                                          <p:spTgt spid="2935"/>
                                        </p:tgtEl>
                                      </p:cBhvr>
                                    </p:animEffect>
                                    <p:set>
                                      <p:cBhvr>
                                        <p:cTn id="738" dur="1" fill="hold">
                                          <p:stCondLst>
                                            <p:cond delay="0"/>
                                          </p:stCondLst>
                                        </p:cTn>
                                        <p:tgtEl>
                                          <p:spTgt spid="2935"/>
                                        </p:tgtEl>
                                        <p:attrNameLst>
                                          <p:attrName>style.visibility</p:attrName>
                                        </p:attrNameLst>
                                      </p:cBhvr>
                                      <p:to>
                                        <p:strVal val="hidden"/>
                                      </p:to>
                                    </p:set>
                                  </p:childTnLst>
                                </p:cTn>
                              </p:par>
                              <p:par>
                                <p:cTn id="739" presetID="10" presetClass="entr" presetSubtype="0" fill="hold" nodeType="withEffect">
                                  <p:stCondLst>
                                    <p:cond delay="10483"/>
                                  </p:stCondLst>
                                  <p:childTnLst>
                                    <p:set>
                                      <p:cBhvr>
                                        <p:cTn id="740" dur="1" fill="hold">
                                          <p:stCondLst>
                                            <p:cond delay="0"/>
                                          </p:stCondLst>
                                        </p:cTn>
                                        <p:tgtEl>
                                          <p:spTgt spid="2941"/>
                                        </p:tgtEl>
                                        <p:attrNameLst>
                                          <p:attrName>style.visibility</p:attrName>
                                        </p:attrNameLst>
                                      </p:cBhvr>
                                      <p:to>
                                        <p:strVal val="visible"/>
                                      </p:to>
                                    </p:set>
                                    <p:animEffect transition="in" filter="fade">
                                      <p:cBhvr>
                                        <p:cTn id="741" dur="1"/>
                                        <p:tgtEl>
                                          <p:spTgt spid="2941"/>
                                        </p:tgtEl>
                                      </p:cBhvr>
                                    </p:animEffect>
                                  </p:childTnLst>
                                </p:cTn>
                              </p:par>
                              <p:par>
                                <p:cTn id="742" presetID="10" presetClass="exit" presetSubtype="0" fill="hold" nodeType="withEffect">
                                  <p:stCondLst>
                                    <p:cond delay="10567"/>
                                  </p:stCondLst>
                                  <p:childTnLst>
                                    <p:animEffect transition="out" filter="fade">
                                      <p:cBhvr>
                                        <p:cTn id="743" dur="1"/>
                                        <p:tgtEl>
                                          <p:spTgt spid="2941"/>
                                        </p:tgtEl>
                                      </p:cBhvr>
                                    </p:animEffect>
                                    <p:set>
                                      <p:cBhvr>
                                        <p:cTn id="744" dur="1" fill="hold">
                                          <p:stCondLst>
                                            <p:cond delay="0"/>
                                          </p:stCondLst>
                                        </p:cTn>
                                        <p:tgtEl>
                                          <p:spTgt spid="2941"/>
                                        </p:tgtEl>
                                        <p:attrNameLst>
                                          <p:attrName>style.visibility</p:attrName>
                                        </p:attrNameLst>
                                      </p:cBhvr>
                                      <p:to>
                                        <p:strVal val="hidden"/>
                                      </p:to>
                                    </p:set>
                                  </p:childTnLst>
                                </p:cTn>
                              </p:par>
                              <p:par>
                                <p:cTn id="745" presetID="10" presetClass="entr" presetSubtype="0" fill="hold" nodeType="withEffect">
                                  <p:stCondLst>
                                    <p:cond delay="10567"/>
                                  </p:stCondLst>
                                  <p:childTnLst>
                                    <p:set>
                                      <p:cBhvr>
                                        <p:cTn id="746" dur="1" fill="hold">
                                          <p:stCondLst>
                                            <p:cond delay="0"/>
                                          </p:stCondLst>
                                        </p:cTn>
                                        <p:tgtEl>
                                          <p:spTgt spid="2947"/>
                                        </p:tgtEl>
                                        <p:attrNameLst>
                                          <p:attrName>style.visibility</p:attrName>
                                        </p:attrNameLst>
                                      </p:cBhvr>
                                      <p:to>
                                        <p:strVal val="visible"/>
                                      </p:to>
                                    </p:set>
                                    <p:animEffect transition="in" filter="fade">
                                      <p:cBhvr>
                                        <p:cTn id="747" dur="1"/>
                                        <p:tgtEl>
                                          <p:spTgt spid="2947"/>
                                        </p:tgtEl>
                                      </p:cBhvr>
                                    </p:animEffect>
                                  </p:childTnLst>
                                </p:cTn>
                              </p:par>
                              <p:par>
                                <p:cTn id="748" presetID="10" presetClass="exit" presetSubtype="0" fill="hold" nodeType="withEffect">
                                  <p:stCondLst>
                                    <p:cond delay="10650"/>
                                  </p:stCondLst>
                                  <p:childTnLst>
                                    <p:animEffect transition="out" filter="fade">
                                      <p:cBhvr>
                                        <p:cTn id="749" dur="1"/>
                                        <p:tgtEl>
                                          <p:spTgt spid="2947"/>
                                        </p:tgtEl>
                                      </p:cBhvr>
                                    </p:animEffect>
                                    <p:set>
                                      <p:cBhvr>
                                        <p:cTn id="750" dur="1" fill="hold">
                                          <p:stCondLst>
                                            <p:cond delay="0"/>
                                          </p:stCondLst>
                                        </p:cTn>
                                        <p:tgtEl>
                                          <p:spTgt spid="2947"/>
                                        </p:tgtEl>
                                        <p:attrNameLst>
                                          <p:attrName>style.visibility</p:attrName>
                                        </p:attrNameLst>
                                      </p:cBhvr>
                                      <p:to>
                                        <p:strVal val="hidden"/>
                                      </p:to>
                                    </p:set>
                                  </p:childTnLst>
                                </p:cTn>
                              </p:par>
                              <p:par>
                                <p:cTn id="751" presetID="10" presetClass="entr" presetSubtype="0" fill="hold" nodeType="withEffect">
                                  <p:stCondLst>
                                    <p:cond delay="10650"/>
                                  </p:stCondLst>
                                  <p:childTnLst>
                                    <p:set>
                                      <p:cBhvr>
                                        <p:cTn id="752" dur="1" fill="hold">
                                          <p:stCondLst>
                                            <p:cond delay="0"/>
                                          </p:stCondLst>
                                        </p:cTn>
                                        <p:tgtEl>
                                          <p:spTgt spid="2953"/>
                                        </p:tgtEl>
                                        <p:attrNameLst>
                                          <p:attrName>style.visibility</p:attrName>
                                        </p:attrNameLst>
                                      </p:cBhvr>
                                      <p:to>
                                        <p:strVal val="visible"/>
                                      </p:to>
                                    </p:set>
                                    <p:animEffect transition="in" filter="fade">
                                      <p:cBhvr>
                                        <p:cTn id="753" dur="1"/>
                                        <p:tgtEl>
                                          <p:spTgt spid="2953"/>
                                        </p:tgtEl>
                                      </p:cBhvr>
                                    </p:animEffect>
                                  </p:childTnLst>
                                </p:cTn>
                              </p:par>
                              <p:par>
                                <p:cTn id="754" presetID="10" presetClass="exit" presetSubtype="0" fill="hold" nodeType="withEffect">
                                  <p:stCondLst>
                                    <p:cond delay="10733"/>
                                  </p:stCondLst>
                                  <p:childTnLst>
                                    <p:animEffect transition="out" filter="fade">
                                      <p:cBhvr>
                                        <p:cTn id="755" dur="1"/>
                                        <p:tgtEl>
                                          <p:spTgt spid="2953"/>
                                        </p:tgtEl>
                                      </p:cBhvr>
                                    </p:animEffect>
                                    <p:set>
                                      <p:cBhvr>
                                        <p:cTn id="756" dur="1" fill="hold">
                                          <p:stCondLst>
                                            <p:cond delay="0"/>
                                          </p:stCondLst>
                                        </p:cTn>
                                        <p:tgtEl>
                                          <p:spTgt spid="2953"/>
                                        </p:tgtEl>
                                        <p:attrNameLst>
                                          <p:attrName>style.visibility</p:attrName>
                                        </p:attrNameLst>
                                      </p:cBhvr>
                                      <p:to>
                                        <p:strVal val="hidden"/>
                                      </p:to>
                                    </p:set>
                                  </p:childTnLst>
                                </p:cTn>
                              </p:par>
                              <p:par>
                                <p:cTn id="757" presetID="10" presetClass="entr" presetSubtype="0" fill="hold" nodeType="withEffect">
                                  <p:stCondLst>
                                    <p:cond delay="10733"/>
                                  </p:stCondLst>
                                  <p:childTnLst>
                                    <p:set>
                                      <p:cBhvr>
                                        <p:cTn id="758" dur="1" fill="hold">
                                          <p:stCondLst>
                                            <p:cond delay="0"/>
                                          </p:stCondLst>
                                        </p:cTn>
                                        <p:tgtEl>
                                          <p:spTgt spid="2959"/>
                                        </p:tgtEl>
                                        <p:attrNameLst>
                                          <p:attrName>style.visibility</p:attrName>
                                        </p:attrNameLst>
                                      </p:cBhvr>
                                      <p:to>
                                        <p:strVal val="visible"/>
                                      </p:to>
                                    </p:set>
                                    <p:animEffect transition="in" filter="fade">
                                      <p:cBhvr>
                                        <p:cTn id="759" dur="1"/>
                                        <p:tgtEl>
                                          <p:spTgt spid="2959"/>
                                        </p:tgtEl>
                                      </p:cBhvr>
                                    </p:animEffect>
                                  </p:childTnLst>
                                </p:cTn>
                              </p:par>
                              <p:par>
                                <p:cTn id="760" presetID="10" presetClass="exit" presetSubtype="0" fill="hold" nodeType="withEffect">
                                  <p:stCondLst>
                                    <p:cond delay="10817"/>
                                  </p:stCondLst>
                                  <p:childTnLst>
                                    <p:animEffect transition="out" filter="fade">
                                      <p:cBhvr>
                                        <p:cTn id="761" dur="1"/>
                                        <p:tgtEl>
                                          <p:spTgt spid="2959"/>
                                        </p:tgtEl>
                                      </p:cBhvr>
                                    </p:animEffect>
                                    <p:set>
                                      <p:cBhvr>
                                        <p:cTn id="762" dur="1" fill="hold">
                                          <p:stCondLst>
                                            <p:cond delay="0"/>
                                          </p:stCondLst>
                                        </p:cTn>
                                        <p:tgtEl>
                                          <p:spTgt spid="2959"/>
                                        </p:tgtEl>
                                        <p:attrNameLst>
                                          <p:attrName>style.visibility</p:attrName>
                                        </p:attrNameLst>
                                      </p:cBhvr>
                                      <p:to>
                                        <p:strVal val="hidden"/>
                                      </p:to>
                                    </p:set>
                                  </p:childTnLst>
                                </p:cTn>
                              </p:par>
                              <p:par>
                                <p:cTn id="763" presetID="10" presetClass="entr" presetSubtype="0" fill="hold" nodeType="withEffect">
                                  <p:stCondLst>
                                    <p:cond delay="10817"/>
                                  </p:stCondLst>
                                  <p:childTnLst>
                                    <p:set>
                                      <p:cBhvr>
                                        <p:cTn id="764" dur="1" fill="hold">
                                          <p:stCondLst>
                                            <p:cond delay="0"/>
                                          </p:stCondLst>
                                        </p:cTn>
                                        <p:tgtEl>
                                          <p:spTgt spid="2965"/>
                                        </p:tgtEl>
                                        <p:attrNameLst>
                                          <p:attrName>style.visibility</p:attrName>
                                        </p:attrNameLst>
                                      </p:cBhvr>
                                      <p:to>
                                        <p:strVal val="visible"/>
                                      </p:to>
                                    </p:set>
                                    <p:animEffect transition="in" filter="fade">
                                      <p:cBhvr>
                                        <p:cTn id="765" dur="1"/>
                                        <p:tgtEl>
                                          <p:spTgt spid="2965"/>
                                        </p:tgtEl>
                                      </p:cBhvr>
                                    </p:animEffect>
                                  </p:childTnLst>
                                </p:cTn>
                              </p:par>
                              <p:par>
                                <p:cTn id="766" presetID="10" presetClass="exit" presetSubtype="0" fill="hold" nodeType="withEffect">
                                  <p:stCondLst>
                                    <p:cond delay="10900"/>
                                  </p:stCondLst>
                                  <p:childTnLst>
                                    <p:animEffect transition="out" filter="fade">
                                      <p:cBhvr>
                                        <p:cTn id="767" dur="1"/>
                                        <p:tgtEl>
                                          <p:spTgt spid="2965"/>
                                        </p:tgtEl>
                                      </p:cBhvr>
                                    </p:animEffect>
                                    <p:set>
                                      <p:cBhvr>
                                        <p:cTn id="768" dur="1" fill="hold">
                                          <p:stCondLst>
                                            <p:cond delay="0"/>
                                          </p:stCondLst>
                                        </p:cTn>
                                        <p:tgtEl>
                                          <p:spTgt spid="2965"/>
                                        </p:tgtEl>
                                        <p:attrNameLst>
                                          <p:attrName>style.visibility</p:attrName>
                                        </p:attrNameLst>
                                      </p:cBhvr>
                                      <p:to>
                                        <p:strVal val="hidden"/>
                                      </p:to>
                                    </p:set>
                                  </p:childTnLst>
                                </p:cTn>
                              </p:par>
                              <p:par>
                                <p:cTn id="769" presetID="10" presetClass="entr" presetSubtype="0" fill="hold" nodeType="withEffect">
                                  <p:stCondLst>
                                    <p:cond delay="10900"/>
                                  </p:stCondLst>
                                  <p:childTnLst>
                                    <p:set>
                                      <p:cBhvr>
                                        <p:cTn id="770" dur="1" fill="hold">
                                          <p:stCondLst>
                                            <p:cond delay="0"/>
                                          </p:stCondLst>
                                        </p:cTn>
                                        <p:tgtEl>
                                          <p:spTgt spid="2971"/>
                                        </p:tgtEl>
                                        <p:attrNameLst>
                                          <p:attrName>style.visibility</p:attrName>
                                        </p:attrNameLst>
                                      </p:cBhvr>
                                      <p:to>
                                        <p:strVal val="visible"/>
                                      </p:to>
                                    </p:set>
                                    <p:animEffect transition="in" filter="fade">
                                      <p:cBhvr>
                                        <p:cTn id="771" dur="1"/>
                                        <p:tgtEl>
                                          <p:spTgt spid="2971"/>
                                        </p:tgtEl>
                                      </p:cBhvr>
                                    </p:animEffect>
                                  </p:childTnLst>
                                </p:cTn>
                              </p:par>
                              <p:par>
                                <p:cTn id="772" presetID="10" presetClass="exit" presetSubtype="0" fill="hold" nodeType="withEffect">
                                  <p:stCondLst>
                                    <p:cond delay="10983"/>
                                  </p:stCondLst>
                                  <p:childTnLst>
                                    <p:animEffect transition="out" filter="fade">
                                      <p:cBhvr>
                                        <p:cTn id="773" dur="1"/>
                                        <p:tgtEl>
                                          <p:spTgt spid="2971"/>
                                        </p:tgtEl>
                                      </p:cBhvr>
                                    </p:animEffect>
                                    <p:set>
                                      <p:cBhvr>
                                        <p:cTn id="774" dur="1" fill="hold">
                                          <p:stCondLst>
                                            <p:cond delay="0"/>
                                          </p:stCondLst>
                                        </p:cTn>
                                        <p:tgtEl>
                                          <p:spTgt spid="2971"/>
                                        </p:tgtEl>
                                        <p:attrNameLst>
                                          <p:attrName>style.visibility</p:attrName>
                                        </p:attrNameLst>
                                      </p:cBhvr>
                                      <p:to>
                                        <p:strVal val="hidden"/>
                                      </p:to>
                                    </p:set>
                                  </p:childTnLst>
                                </p:cTn>
                              </p:par>
                              <p:par>
                                <p:cTn id="775" presetID="10" presetClass="entr" presetSubtype="0" fill="hold" nodeType="withEffect">
                                  <p:stCondLst>
                                    <p:cond delay="10983"/>
                                  </p:stCondLst>
                                  <p:childTnLst>
                                    <p:set>
                                      <p:cBhvr>
                                        <p:cTn id="776" dur="1" fill="hold">
                                          <p:stCondLst>
                                            <p:cond delay="0"/>
                                          </p:stCondLst>
                                        </p:cTn>
                                        <p:tgtEl>
                                          <p:spTgt spid="2977"/>
                                        </p:tgtEl>
                                        <p:attrNameLst>
                                          <p:attrName>style.visibility</p:attrName>
                                        </p:attrNameLst>
                                      </p:cBhvr>
                                      <p:to>
                                        <p:strVal val="visible"/>
                                      </p:to>
                                    </p:set>
                                    <p:animEffect transition="in" filter="fade">
                                      <p:cBhvr>
                                        <p:cTn id="777" dur="1"/>
                                        <p:tgtEl>
                                          <p:spTgt spid="2977"/>
                                        </p:tgtEl>
                                      </p:cBhvr>
                                    </p:animEffect>
                                  </p:childTnLst>
                                </p:cTn>
                              </p:par>
                              <p:par>
                                <p:cTn id="778" presetID="10" presetClass="exit" presetSubtype="0" fill="hold" nodeType="withEffect">
                                  <p:stCondLst>
                                    <p:cond delay="11067"/>
                                  </p:stCondLst>
                                  <p:childTnLst>
                                    <p:animEffect transition="out" filter="fade">
                                      <p:cBhvr>
                                        <p:cTn id="779" dur="1"/>
                                        <p:tgtEl>
                                          <p:spTgt spid="2977"/>
                                        </p:tgtEl>
                                      </p:cBhvr>
                                    </p:animEffect>
                                    <p:set>
                                      <p:cBhvr>
                                        <p:cTn id="780" dur="1" fill="hold">
                                          <p:stCondLst>
                                            <p:cond delay="0"/>
                                          </p:stCondLst>
                                        </p:cTn>
                                        <p:tgtEl>
                                          <p:spTgt spid="2977"/>
                                        </p:tgtEl>
                                        <p:attrNameLst>
                                          <p:attrName>style.visibility</p:attrName>
                                        </p:attrNameLst>
                                      </p:cBhvr>
                                      <p:to>
                                        <p:strVal val="hidden"/>
                                      </p:to>
                                    </p:set>
                                  </p:childTnLst>
                                </p:cTn>
                              </p:par>
                              <p:par>
                                <p:cTn id="781" presetID="10" presetClass="entr" presetSubtype="0" fill="hold" nodeType="withEffect">
                                  <p:stCondLst>
                                    <p:cond delay="11067"/>
                                  </p:stCondLst>
                                  <p:childTnLst>
                                    <p:set>
                                      <p:cBhvr>
                                        <p:cTn id="782" dur="1" fill="hold">
                                          <p:stCondLst>
                                            <p:cond delay="0"/>
                                          </p:stCondLst>
                                        </p:cTn>
                                        <p:tgtEl>
                                          <p:spTgt spid="2983"/>
                                        </p:tgtEl>
                                        <p:attrNameLst>
                                          <p:attrName>style.visibility</p:attrName>
                                        </p:attrNameLst>
                                      </p:cBhvr>
                                      <p:to>
                                        <p:strVal val="visible"/>
                                      </p:to>
                                    </p:set>
                                    <p:animEffect transition="in" filter="fade">
                                      <p:cBhvr>
                                        <p:cTn id="783" dur="1"/>
                                        <p:tgtEl>
                                          <p:spTgt spid="2983"/>
                                        </p:tgtEl>
                                      </p:cBhvr>
                                    </p:animEffect>
                                  </p:childTnLst>
                                </p:cTn>
                              </p:par>
                              <p:par>
                                <p:cTn id="784" presetID="10" presetClass="exit" presetSubtype="0" fill="hold" nodeType="withEffect">
                                  <p:stCondLst>
                                    <p:cond delay="11150"/>
                                  </p:stCondLst>
                                  <p:childTnLst>
                                    <p:animEffect transition="out" filter="fade">
                                      <p:cBhvr>
                                        <p:cTn id="785" dur="1"/>
                                        <p:tgtEl>
                                          <p:spTgt spid="2983"/>
                                        </p:tgtEl>
                                      </p:cBhvr>
                                    </p:animEffect>
                                    <p:set>
                                      <p:cBhvr>
                                        <p:cTn id="786" dur="1" fill="hold">
                                          <p:stCondLst>
                                            <p:cond delay="0"/>
                                          </p:stCondLst>
                                        </p:cTn>
                                        <p:tgtEl>
                                          <p:spTgt spid="2983"/>
                                        </p:tgtEl>
                                        <p:attrNameLst>
                                          <p:attrName>style.visibility</p:attrName>
                                        </p:attrNameLst>
                                      </p:cBhvr>
                                      <p:to>
                                        <p:strVal val="hidden"/>
                                      </p:to>
                                    </p:set>
                                  </p:childTnLst>
                                </p:cTn>
                              </p:par>
                              <p:par>
                                <p:cTn id="787" presetID="10" presetClass="entr" presetSubtype="0" fill="hold" nodeType="withEffect">
                                  <p:stCondLst>
                                    <p:cond delay="11150"/>
                                  </p:stCondLst>
                                  <p:childTnLst>
                                    <p:set>
                                      <p:cBhvr>
                                        <p:cTn id="788" dur="1" fill="hold">
                                          <p:stCondLst>
                                            <p:cond delay="0"/>
                                          </p:stCondLst>
                                        </p:cTn>
                                        <p:tgtEl>
                                          <p:spTgt spid="2989"/>
                                        </p:tgtEl>
                                        <p:attrNameLst>
                                          <p:attrName>style.visibility</p:attrName>
                                        </p:attrNameLst>
                                      </p:cBhvr>
                                      <p:to>
                                        <p:strVal val="visible"/>
                                      </p:to>
                                    </p:set>
                                    <p:animEffect transition="in" filter="fade">
                                      <p:cBhvr>
                                        <p:cTn id="789" dur="1"/>
                                        <p:tgtEl>
                                          <p:spTgt spid="2989"/>
                                        </p:tgtEl>
                                      </p:cBhvr>
                                    </p:animEffect>
                                  </p:childTnLst>
                                </p:cTn>
                              </p:par>
                              <p:par>
                                <p:cTn id="790" presetID="10" presetClass="exit" presetSubtype="0" fill="hold" nodeType="withEffect">
                                  <p:stCondLst>
                                    <p:cond delay="11233"/>
                                  </p:stCondLst>
                                  <p:childTnLst>
                                    <p:animEffect transition="out" filter="fade">
                                      <p:cBhvr>
                                        <p:cTn id="791" dur="1"/>
                                        <p:tgtEl>
                                          <p:spTgt spid="2989"/>
                                        </p:tgtEl>
                                      </p:cBhvr>
                                    </p:animEffect>
                                    <p:set>
                                      <p:cBhvr>
                                        <p:cTn id="792" dur="1" fill="hold">
                                          <p:stCondLst>
                                            <p:cond delay="0"/>
                                          </p:stCondLst>
                                        </p:cTn>
                                        <p:tgtEl>
                                          <p:spTgt spid="2989"/>
                                        </p:tgtEl>
                                        <p:attrNameLst>
                                          <p:attrName>style.visibility</p:attrName>
                                        </p:attrNameLst>
                                      </p:cBhvr>
                                      <p:to>
                                        <p:strVal val="hidden"/>
                                      </p:to>
                                    </p:set>
                                  </p:childTnLst>
                                </p:cTn>
                              </p:par>
                              <p:par>
                                <p:cTn id="793" presetID="10" presetClass="entr" presetSubtype="0" fill="hold" nodeType="withEffect">
                                  <p:stCondLst>
                                    <p:cond delay="11233"/>
                                  </p:stCondLst>
                                  <p:childTnLst>
                                    <p:set>
                                      <p:cBhvr>
                                        <p:cTn id="794" dur="1" fill="hold">
                                          <p:stCondLst>
                                            <p:cond delay="0"/>
                                          </p:stCondLst>
                                        </p:cTn>
                                        <p:tgtEl>
                                          <p:spTgt spid="2995"/>
                                        </p:tgtEl>
                                        <p:attrNameLst>
                                          <p:attrName>style.visibility</p:attrName>
                                        </p:attrNameLst>
                                      </p:cBhvr>
                                      <p:to>
                                        <p:strVal val="visible"/>
                                      </p:to>
                                    </p:set>
                                    <p:animEffect transition="in" filter="fade">
                                      <p:cBhvr>
                                        <p:cTn id="795" dur="1"/>
                                        <p:tgtEl>
                                          <p:spTgt spid="2995"/>
                                        </p:tgtEl>
                                      </p:cBhvr>
                                    </p:animEffect>
                                  </p:childTnLst>
                                </p:cTn>
                              </p:par>
                              <p:par>
                                <p:cTn id="796" presetID="10" presetClass="exit" presetSubtype="0" fill="hold" nodeType="withEffect">
                                  <p:stCondLst>
                                    <p:cond delay="11317"/>
                                  </p:stCondLst>
                                  <p:childTnLst>
                                    <p:animEffect transition="out" filter="fade">
                                      <p:cBhvr>
                                        <p:cTn id="797" dur="1"/>
                                        <p:tgtEl>
                                          <p:spTgt spid="2995"/>
                                        </p:tgtEl>
                                      </p:cBhvr>
                                    </p:animEffect>
                                    <p:set>
                                      <p:cBhvr>
                                        <p:cTn id="798" dur="1" fill="hold">
                                          <p:stCondLst>
                                            <p:cond delay="0"/>
                                          </p:stCondLst>
                                        </p:cTn>
                                        <p:tgtEl>
                                          <p:spTgt spid="2995"/>
                                        </p:tgtEl>
                                        <p:attrNameLst>
                                          <p:attrName>style.visibility</p:attrName>
                                        </p:attrNameLst>
                                      </p:cBhvr>
                                      <p:to>
                                        <p:strVal val="hidden"/>
                                      </p:to>
                                    </p:set>
                                  </p:childTnLst>
                                </p:cTn>
                              </p:par>
                              <p:par>
                                <p:cTn id="799" presetID="10" presetClass="entr" presetSubtype="0" fill="hold" nodeType="withEffect">
                                  <p:stCondLst>
                                    <p:cond delay="11317"/>
                                  </p:stCondLst>
                                  <p:childTnLst>
                                    <p:set>
                                      <p:cBhvr>
                                        <p:cTn id="800" dur="1" fill="hold">
                                          <p:stCondLst>
                                            <p:cond delay="0"/>
                                          </p:stCondLst>
                                        </p:cTn>
                                        <p:tgtEl>
                                          <p:spTgt spid="3001"/>
                                        </p:tgtEl>
                                        <p:attrNameLst>
                                          <p:attrName>style.visibility</p:attrName>
                                        </p:attrNameLst>
                                      </p:cBhvr>
                                      <p:to>
                                        <p:strVal val="visible"/>
                                      </p:to>
                                    </p:set>
                                    <p:animEffect transition="in" filter="fade">
                                      <p:cBhvr>
                                        <p:cTn id="801" dur="1"/>
                                        <p:tgtEl>
                                          <p:spTgt spid="3001"/>
                                        </p:tgtEl>
                                      </p:cBhvr>
                                    </p:animEffect>
                                  </p:childTnLst>
                                </p:cTn>
                              </p:par>
                              <p:par>
                                <p:cTn id="802" presetID="10" presetClass="exit" presetSubtype="0" fill="hold" nodeType="withEffect">
                                  <p:stCondLst>
                                    <p:cond delay="11400"/>
                                  </p:stCondLst>
                                  <p:childTnLst>
                                    <p:animEffect transition="out" filter="fade">
                                      <p:cBhvr>
                                        <p:cTn id="803" dur="1"/>
                                        <p:tgtEl>
                                          <p:spTgt spid="3001"/>
                                        </p:tgtEl>
                                      </p:cBhvr>
                                    </p:animEffect>
                                    <p:set>
                                      <p:cBhvr>
                                        <p:cTn id="804" dur="1" fill="hold">
                                          <p:stCondLst>
                                            <p:cond delay="0"/>
                                          </p:stCondLst>
                                        </p:cTn>
                                        <p:tgtEl>
                                          <p:spTgt spid="3001"/>
                                        </p:tgtEl>
                                        <p:attrNameLst>
                                          <p:attrName>style.visibility</p:attrName>
                                        </p:attrNameLst>
                                      </p:cBhvr>
                                      <p:to>
                                        <p:strVal val="hidden"/>
                                      </p:to>
                                    </p:set>
                                  </p:childTnLst>
                                </p:cTn>
                              </p:par>
                              <p:par>
                                <p:cTn id="805" presetID="10" presetClass="entr" presetSubtype="0" fill="hold" nodeType="withEffect">
                                  <p:stCondLst>
                                    <p:cond delay="11400"/>
                                  </p:stCondLst>
                                  <p:childTnLst>
                                    <p:set>
                                      <p:cBhvr>
                                        <p:cTn id="806" dur="1" fill="hold">
                                          <p:stCondLst>
                                            <p:cond delay="0"/>
                                          </p:stCondLst>
                                        </p:cTn>
                                        <p:tgtEl>
                                          <p:spTgt spid="3007"/>
                                        </p:tgtEl>
                                        <p:attrNameLst>
                                          <p:attrName>style.visibility</p:attrName>
                                        </p:attrNameLst>
                                      </p:cBhvr>
                                      <p:to>
                                        <p:strVal val="visible"/>
                                      </p:to>
                                    </p:set>
                                    <p:animEffect transition="in" filter="fade">
                                      <p:cBhvr>
                                        <p:cTn id="807" dur="1"/>
                                        <p:tgtEl>
                                          <p:spTgt spid="3007"/>
                                        </p:tgtEl>
                                      </p:cBhvr>
                                    </p:animEffect>
                                  </p:childTnLst>
                                </p:cTn>
                              </p:par>
                              <p:par>
                                <p:cTn id="808" presetID="10" presetClass="exit" presetSubtype="0" fill="hold" nodeType="withEffect">
                                  <p:stCondLst>
                                    <p:cond delay="11483"/>
                                  </p:stCondLst>
                                  <p:childTnLst>
                                    <p:animEffect transition="out" filter="fade">
                                      <p:cBhvr>
                                        <p:cTn id="809" dur="1"/>
                                        <p:tgtEl>
                                          <p:spTgt spid="3007"/>
                                        </p:tgtEl>
                                      </p:cBhvr>
                                    </p:animEffect>
                                    <p:set>
                                      <p:cBhvr>
                                        <p:cTn id="810" dur="1" fill="hold">
                                          <p:stCondLst>
                                            <p:cond delay="0"/>
                                          </p:stCondLst>
                                        </p:cTn>
                                        <p:tgtEl>
                                          <p:spTgt spid="3007"/>
                                        </p:tgtEl>
                                        <p:attrNameLst>
                                          <p:attrName>style.visibility</p:attrName>
                                        </p:attrNameLst>
                                      </p:cBhvr>
                                      <p:to>
                                        <p:strVal val="hidden"/>
                                      </p:to>
                                    </p:set>
                                  </p:childTnLst>
                                </p:cTn>
                              </p:par>
                              <p:par>
                                <p:cTn id="811" presetID="10" presetClass="entr" presetSubtype="0" fill="hold" nodeType="withEffect">
                                  <p:stCondLst>
                                    <p:cond delay="11483"/>
                                  </p:stCondLst>
                                  <p:childTnLst>
                                    <p:set>
                                      <p:cBhvr>
                                        <p:cTn id="812" dur="1" fill="hold">
                                          <p:stCondLst>
                                            <p:cond delay="0"/>
                                          </p:stCondLst>
                                        </p:cTn>
                                        <p:tgtEl>
                                          <p:spTgt spid="3013"/>
                                        </p:tgtEl>
                                        <p:attrNameLst>
                                          <p:attrName>style.visibility</p:attrName>
                                        </p:attrNameLst>
                                      </p:cBhvr>
                                      <p:to>
                                        <p:strVal val="visible"/>
                                      </p:to>
                                    </p:set>
                                    <p:animEffect transition="in" filter="fade">
                                      <p:cBhvr>
                                        <p:cTn id="813" dur="1"/>
                                        <p:tgtEl>
                                          <p:spTgt spid="3013"/>
                                        </p:tgtEl>
                                      </p:cBhvr>
                                    </p:animEffect>
                                  </p:childTnLst>
                                </p:cTn>
                              </p:par>
                              <p:par>
                                <p:cTn id="814" presetID="10" presetClass="exit" presetSubtype="0" fill="hold" nodeType="withEffect">
                                  <p:stCondLst>
                                    <p:cond delay="11567"/>
                                  </p:stCondLst>
                                  <p:childTnLst>
                                    <p:animEffect transition="out" filter="fade">
                                      <p:cBhvr>
                                        <p:cTn id="815" dur="1"/>
                                        <p:tgtEl>
                                          <p:spTgt spid="3013"/>
                                        </p:tgtEl>
                                      </p:cBhvr>
                                    </p:animEffect>
                                    <p:set>
                                      <p:cBhvr>
                                        <p:cTn id="816" dur="1" fill="hold">
                                          <p:stCondLst>
                                            <p:cond delay="0"/>
                                          </p:stCondLst>
                                        </p:cTn>
                                        <p:tgtEl>
                                          <p:spTgt spid="3013"/>
                                        </p:tgtEl>
                                        <p:attrNameLst>
                                          <p:attrName>style.visibility</p:attrName>
                                        </p:attrNameLst>
                                      </p:cBhvr>
                                      <p:to>
                                        <p:strVal val="hidden"/>
                                      </p:to>
                                    </p:set>
                                  </p:childTnLst>
                                </p:cTn>
                              </p:par>
                              <p:par>
                                <p:cTn id="817" presetID="10" presetClass="entr" presetSubtype="0" fill="hold" nodeType="withEffect">
                                  <p:stCondLst>
                                    <p:cond delay="11567"/>
                                  </p:stCondLst>
                                  <p:childTnLst>
                                    <p:set>
                                      <p:cBhvr>
                                        <p:cTn id="818" dur="1" fill="hold">
                                          <p:stCondLst>
                                            <p:cond delay="0"/>
                                          </p:stCondLst>
                                        </p:cTn>
                                        <p:tgtEl>
                                          <p:spTgt spid="3019"/>
                                        </p:tgtEl>
                                        <p:attrNameLst>
                                          <p:attrName>style.visibility</p:attrName>
                                        </p:attrNameLst>
                                      </p:cBhvr>
                                      <p:to>
                                        <p:strVal val="visible"/>
                                      </p:to>
                                    </p:set>
                                    <p:animEffect transition="in" filter="fade">
                                      <p:cBhvr>
                                        <p:cTn id="819" dur="1"/>
                                        <p:tgtEl>
                                          <p:spTgt spid="3019"/>
                                        </p:tgtEl>
                                      </p:cBhvr>
                                    </p:animEffect>
                                  </p:childTnLst>
                                </p:cTn>
                              </p:par>
                              <p:par>
                                <p:cTn id="820" presetID="10" presetClass="exit" presetSubtype="0" fill="hold" nodeType="withEffect">
                                  <p:stCondLst>
                                    <p:cond delay="11650"/>
                                  </p:stCondLst>
                                  <p:childTnLst>
                                    <p:animEffect transition="out" filter="fade">
                                      <p:cBhvr>
                                        <p:cTn id="821" dur="1"/>
                                        <p:tgtEl>
                                          <p:spTgt spid="3019"/>
                                        </p:tgtEl>
                                      </p:cBhvr>
                                    </p:animEffect>
                                    <p:set>
                                      <p:cBhvr>
                                        <p:cTn id="822" dur="1" fill="hold">
                                          <p:stCondLst>
                                            <p:cond delay="0"/>
                                          </p:stCondLst>
                                        </p:cTn>
                                        <p:tgtEl>
                                          <p:spTgt spid="3019"/>
                                        </p:tgtEl>
                                        <p:attrNameLst>
                                          <p:attrName>style.visibility</p:attrName>
                                        </p:attrNameLst>
                                      </p:cBhvr>
                                      <p:to>
                                        <p:strVal val="hidden"/>
                                      </p:to>
                                    </p:set>
                                  </p:childTnLst>
                                </p:cTn>
                              </p:par>
                              <p:par>
                                <p:cTn id="823" presetID="10" presetClass="entr" presetSubtype="0" fill="hold" nodeType="withEffect">
                                  <p:stCondLst>
                                    <p:cond delay="11650"/>
                                  </p:stCondLst>
                                  <p:childTnLst>
                                    <p:set>
                                      <p:cBhvr>
                                        <p:cTn id="824" dur="1" fill="hold">
                                          <p:stCondLst>
                                            <p:cond delay="0"/>
                                          </p:stCondLst>
                                        </p:cTn>
                                        <p:tgtEl>
                                          <p:spTgt spid="3025"/>
                                        </p:tgtEl>
                                        <p:attrNameLst>
                                          <p:attrName>style.visibility</p:attrName>
                                        </p:attrNameLst>
                                      </p:cBhvr>
                                      <p:to>
                                        <p:strVal val="visible"/>
                                      </p:to>
                                    </p:set>
                                    <p:animEffect transition="in" filter="fade">
                                      <p:cBhvr>
                                        <p:cTn id="825" dur="1"/>
                                        <p:tgtEl>
                                          <p:spTgt spid="3025"/>
                                        </p:tgtEl>
                                      </p:cBhvr>
                                    </p:animEffect>
                                  </p:childTnLst>
                                </p:cTn>
                              </p:par>
                              <p:par>
                                <p:cTn id="826" presetID="10" presetClass="exit" presetSubtype="0" fill="hold" nodeType="withEffect">
                                  <p:stCondLst>
                                    <p:cond delay="11733"/>
                                  </p:stCondLst>
                                  <p:childTnLst>
                                    <p:animEffect transition="out" filter="fade">
                                      <p:cBhvr>
                                        <p:cTn id="827" dur="1"/>
                                        <p:tgtEl>
                                          <p:spTgt spid="3025"/>
                                        </p:tgtEl>
                                      </p:cBhvr>
                                    </p:animEffect>
                                    <p:set>
                                      <p:cBhvr>
                                        <p:cTn id="828" dur="1" fill="hold">
                                          <p:stCondLst>
                                            <p:cond delay="0"/>
                                          </p:stCondLst>
                                        </p:cTn>
                                        <p:tgtEl>
                                          <p:spTgt spid="3025"/>
                                        </p:tgtEl>
                                        <p:attrNameLst>
                                          <p:attrName>style.visibility</p:attrName>
                                        </p:attrNameLst>
                                      </p:cBhvr>
                                      <p:to>
                                        <p:strVal val="hidden"/>
                                      </p:to>
                                    </p:set>
                                  </p:childTnLst>
                                </p:cTn>
                              </p:par>
                              <p:par>
                                <p:cTn id="829" presetID="10" presetClass="entr" presetSubtype="0" fill="hold" nodeType="withEffect">
                                  <p:stCondLst>
                                    <p:cond delay="11733"/>
                                  </p:stCondLst>
                                  <p:childTnLst>
                                    <p:set>
                                      <p:cBhvr>
                                        <p:cTn id="830" dur="1" fill="hold">
                                          <p:stCondLst>
                                            <p:cond delay="0"/>
                                          </p:stCondLst>
                                        </p:cTn>
                                        <p:tgtEl>
                                          <p:spTgt spid="3031"/>
                                        </p:tgtEl>
                                        <p:attrNameLst>
                                          <p:attrName>style.visibility</p:attrName>
                                        </p:attrNameLst>
                                      </p:cBhvr>
                                      <p:to>
                                        <p:strVal val="visible"/>
                                      </p:to>
                                    </p:set>
                                    <p:animEffect transition="in" filter="fade">
                                      <p:cBhvr>
                                        <p:cTn id="831" dur="1"/>
                                        <p:tgtEl>
                                          <p:spTgt spid="3031"/>
                                        </p:tgtEl>
                                      </p:cBhvr>
                                    </p:animEffect>
                                  </p:childTnLst>
                                </p:cTn>
                              </p:par>
                              <p:par>
                                <p:cTn id="832" presetID="10" presetClass="exit" presetSubtype="0" fill="hold" nodeType="withEffect">
                                  <p:stCondLst>
                                    <p:cond delay="11817"/>
                                  </p:stCondLst>
                                  <p:childTnLst>
                                    <p:animEffect transition="out" filter="fade">
                                      <p:cBhvr>
                                        <p:cTn id="833" dur="1"/>
                                        <p:tgtEl>
                                          <p:spTgt spid="3031"/>
                                        </p:tgtEl>
                                      </p:cBhvr>
                                    </p:animEffect>
                                    <p:set>
                                      <p:cBhvr>
                                        <p:cTn id="834" dur="1" fill="hold">
                                          <p:stCondLst>
                                            <p:cond delay="0"/>
                                          </p:stCondLst>
                                        </p:cTn>
                                        <p:tgtEl>
                                          <p:spTgt spid="3031"/>
                                        </p:tgtEl>
                                        <p:attrNameLst>
                                          <p:attrName>style.visibility</p:attrName>
                                        </p:attrNameLst>
                                      </p:cBhvr>
                                      <p:to>
                                        <p:strVal val="hidden"/>
                                      </p:to>
                                    </p:set>
                                  </p:childTnLst>
                                </p:cTn>
                              </p:par>
                              <p:par>
                                <p:cTn id="835" presetID="10" presetClass="entr" presetSubtype="0" fill="hold" nodeType="withEffect">
                                  <p:stCondLst>
                                    <p:cond delay="11817"/>
                                  </p:stCondLst>
                                  <p:childTnLst>
                                    <p:set>
                                      <p:cBhvr>
                                        <p:cTn id="836" dur="1" fill="hold">
                                          <p:stCondLst>
                                            <p:cond delay="0"/>
                                          </p:stCondLst>
                                        </p:cTn>
                                        <p:tgtEl>
                                          <p:spTgt spid="3037"/>
                                        </p:tgtEl>
                                        <p:attrNameLst>
                                          <p:attrName>style.visibility</p:attrName>
                                        </p:attrNameLst>
                                      </p:cBhvr>
                                      <p:to>
                                        <p:strVal val="visible"/>
                                      </p:to>
                                    </p:set>
                                    <p:animEffect transition="in" filter="fade">
                                      <p:cBhvr>
                                        <p:cTn id="837" dur="1"/>
                                        <p:tgtEl>
                                          <p:spTgt spid="3037"/>
                                        </p:tgtEl>
                                      </p:cBhvr>
                                    </p:animEffect>
                                  </p:childTnLst>
                                </p:cTn>
                              </p:par>
                              <p:par>
                                <p:cTn id="838" presetID="10" presetClass="exit" presetSubtype="0" fill="hold" nodeType="withEffect">
                                  <p:stCondLst>
                                    <p:cond delay="11900"/>
                                  </p:stCondLst>
                                  <p:childTnLst>
                                    <p:animEffect transition="out" filter="fade">
                                      <p:cBhvr>
                                        <p:cTn id="839" dur="1"/>
                                        <p:tgtEl>
                                          <p:spTgt spid="3037"/>
                                        </p:tgtEl>
                                      </p:cBhvr>
                                    </p:animEffect>
                                    <p:set>
                                      <p:cBhvr>
                                        <p:cTn id="840" dur="1" fill="hold">
                                          <p:stCondLst>
                                            <p:cond delay="0"/>
                                          </p:stCondLst>
                                        </p:cTn>
                                        <p:tgtEl>
                                          <p:spTgt spid="3037"/>
                                        </p:tgtEl>
                                        <p:attrNameLst>
                                          <p:attrName>style.visibility</p:attrName>
                                        </p:attrNameLst>
                                      </p:cBhvr>
                                      <p:to>
                                        <p:strVal val="hidden"/>
                                      </p:to>
                                    </p:set>
                                  </p:childTnLst>
                                </p:cTn>
                              </p:par>
                              <p:par>
                                <p:cTn id="841" presetID="10" presetClass="entr" presetSubtype="0" fill="hold" nodeType="withEffect">
                                  <p:stCondLst>
                                    <p:cond delay="11900"/>
                                  </p:stCondLst>
                                  <p:childTnLst>
                                    <p:set>
                                      <p:cBhvr>
                                        <p:cTn id="842" dur="1" fill="hold">
                                          <p:stCondLst>
                                            <p:cond delay="0"/>
                                          </p:stCondLst>
                                        </p:cTn>
                                        <p:tgtEl>
                                          <p:spTgt spid="3043"/>
                                        </p:tgtEl>
                                        <p:attrNameLst>
                                          <p:attrName>style.visibility</p:attrName>
                                        </p:attrNameLst>
                                      </p:cBhvr>
                                      <p:to>
                                        <p:strVal val="visible"/>
                                      </p:to>
                                    </p:set>
                                    <p:animEffect transition="in" filter="fade">
                                      <p:cBhvr>
                                        <p:cTn id="843" dur="1"/>
                                        <p:tgtEl>
                                          <p:spTgt spid="3043"/>
                                        </p:tgtEl>
                                      </p:cBhvr>
                                    </p:animEffect>
                                  </p:childTnLst>
                                </p:cTn>
                              </p:par>
                              <p:par>
                                <p:cTn id="844" presetID="10" presetClass="exit" presetSubtype="0" fill="hold" nodeType="withEffect">
                                  <p:stCondLst>
                                    <p:cond delay="11983"/>
                                  </p:stCondLst>
                                  <p:childTnLst>
                                    <p:animEffect transition="out" filter="fade">
                                      <p:cBhvr>
                                        <p:cTn id="845" dur="1"/>
                                        <p:tgtEl>
                                          <p:spTgt spid="3043"/>
                                        </p:tgtEl>
                                      </p:cBhvr>
                                    </p:animEffect>
                                    <p:set>
                                      <p:cBhvr>
                                        <p:cTn id="846" dur="1" fill="hold">
                                          <p:stCondLst>
                                            <p:cond delay="0"/>
                                          </p:stCondLst>
                                        </p:cTn>
                                        <p:tgtEl>
                                          <p:spTgt spid="3043"/>
                                        </p:tgtEl>
                                        <p:attrNameLst>
                                          <p:attrName>style.visibility</p:attrName>
                                        </p:attrNameLst>
                                      </p:cBhvr>
                                      <p:to>
                                        <p:strVal val="hidden"/>
                                      </p:to>
                                    </p:set>
                                  </p:childTnLst>
                                </p:cTn>
                              </p:par>
                              <p:par>
                                <p:cTn id="847" presetID="10" presetClass="entr" presetSubtype="0" fill="hold" nodeType="withEffect">
                                  <p:stCondLst>
                                    <p:cond delay="11983"/>
                                  </p:stCondLst>
                                  <p:childTnLst>
                                    <p:set>
                                      <p:cBhvr>
                                        <p:cTn id="848" dur="1" fill="hold">
                                          <p:stCondLst>
                                            <p:cond delay="0"/>
                                          </p:stCondLst>
                                        </p:cTn>
                                        <p:tgtEl>
                                          <p:spTgt spid="3049"/>
                                        </p:tgtEl>
                                        <p:attrNameLst>
                                          <p:attrName>style.visibility</p:attrName>
                                        </p:attrNameLst>
                                      </p:cBhvr>
                                      <p:to>
                                        <p:strVal val="visible"/>
                                      </p:to>
                                    </p:set>
                                    <p:animEffect transition="in" filter="fade">
                                      <p:cBhvr>
                                        <p:cTn id="849" dur="1"/>
                                        <p:tgtEl>
                                          <p:spTgt spid="3049"/>
                                        </p:tgtEl>
                                      </p:cBhvr>
                                    </p:animEffect>
                                  </p:childTnLst>
                                </p:cTn>
                              </p:par>
                              <p:par>
                                <p:cTn id="850" presetID="10" presetClass="exit" presetSubtype="0" fill="hold" nodeType="withEffect">
                                  <p:stCondLst>
                                    <p:cond delay="12067"/>
                                  </p:stCondLst>
                                  <p:childTnLst>
                                    <p:animEffect transition="out" filter="fade">
                                      <p:cBhvr>
                                        <p:cTn id="851" dur="1"/>
                                        <p:tgtEl>
                                          <p:spTgt spid="3049"/>
                                        </p:tgtEl>
                                      </p:cBhvr>
                                    </p:animEffect>
                                    <p:set>
                                      <p:cBhvr>
                                        <p:cTn id="852" dur="1" fill="hold">
                                          <p:stCondLst>
                                            <p:cond delay="0"/>
                                          </p:stCondLst>
                                        </p:cTn>
                                        <p:tgtEl>
                                          <p:spTgt spid="3049"/>
                                        </p:tgtEl>
                                        <p:attrNameLst>
                                          <p:attrName>style.visibility</p:attrName>
                                        </p:attrNameLst>
                                      </p:cBhvr>
                                      <p:to>
                                        <p:strVal val="hidden"/>
                                      </p:to>
                                    </p:set>
                                  </p:childTnLst>
                                </p:cTn>
                              </p:par>
                              <p:par>
                                <p:cTn id="853" presetID="10" presetClass="entr" presetSubtype="0" fill="hold" nodeType="withEffect">
                                  <p:stCondLst>
                                    <p:cond delay="12067"/>
                                  </p:stCondLst>
                                  <p:childTnLst>
                                    <p:set>
                                      <p:cBhvr>
                                        <p:cTn id="854" dur="1" fill="hold">
                                          <p:stCondLst>
                                            <p:cond delay="0"/>
                                          </p:stCondLst>
                                        </p:cTn>
                                        <p:tgtEl>
                                          <p:spTgt spid="3055"/>
                                        </p:tgtEl>
                                        <p:attrNameLst>
                                          <p:attrName>style.visibility</p:attrName>
                                        </p:attrNameLst>
                                      </p:cBhvr>
                                      <p:to>
                                        <p:strVal val="visible"/>
                                      </p:to>
                                    </p:set>
                                    <p:animEffect transition="in" filter="fade">
                                      <p:cBhvr>
                                        <p:cTn id="855" dur="1"/>
                                        <p:tgtEl>
                                          <p:spTgt spid="3055"/>
                                        </p:tgtEl>
                                      </p:cBhvr>
                                    </p:animEffect>
                                  </p:childTnLst>
                                </p:cTn>
                              </p:par>
                              <p:par>
                                <p:cTn id="856" presetID="10" presetClass="exit" presetSubtype="0" fill="hold" nodeType="withEffect">
                                  <p:stCondLst>
                                    <p:cond delay="12150"/>
                                  </p:stCondLst>
                                  <p:childTnLst>
                                    <p:animEffect transition="out" filter="fade">
                                      <p:cBhvr>
                                        <p:cTn id="857" dur="1"/>
                                        <p:tgtEl>
                                          <p:spTgt spid="3055"/>
                                        </p:tgtEl>
                                      </p:cBhvr>
                                    </p:animEffect>
                                    <p:set>
                                      <p:cBhvr>
                                        <p:cTn id="858" dur="1" fill="hold">
                                          <p:stCondLst>
                                            <p:cond delay="0"/>
                                          </p:stCondLst>
                                        </p:cTn>
                                        <p:tgtEl>
                                          <p:spTgt spid="3055"/>
                                        </p:tgtEl>
                                        <p:attrNameLst>
                                          <p:attrName>style.visibility</p:attrName>
                                        </p:attrNameLst>
                                      </p:cBhvr>
                                      <p:to>
                                        <p:strVal val="hidden"/>
                                      </p:to>
                                    </p:set>
                                  </p:childTnLst>
                                </p:cTn>
                              </p:par>
                              <p:par>
                                <p:cTn id="859" presetID="10" presetClass="entr" presetSubtype="0" fill="hold" nodeType="withEffect">
                                  <p:stCondLst>
                                    <p:cond delay="12150"/>
                                  </p:stCondLst>
                                  <p:childTnLst>
                                    <p:set>
                                      <p:cBhvr>
                                        <p:cTn id="860" dur="1" fill="hold">
                                          <p:stCondLst>
                                            <p:cond delay="0"/>
                                          </p:stCondLst>
                                        </p:cTn>
                                        <p:tgtEl>
                                          <p:spTgt spid="3061"/>
                                        </p:tgtEl>
                                        <p:attrNameLst>
                                          <p:attrName>style.visibility</p:attrName>
                                        </p:attrNameLst>
                                      </p:cBhvr>
                                      <p:to>
                                        <p:strVal val="visible"/>
                                      </p:to>
                                    </p:set>
                                    <p:animEffect transition="in" filter="fade">
                                      <p:cBhvr>
                                        <p:cTn id="861" dur="1"/>
                                        <p:tgtEl>
                                          <p:spTgt spid="3061"/>
                                        </p:tgtEl>
                                      </p:cBhvr>
                                    </p:animEffect>
                                  </p:childTnLst>
                                </p:cTn>
                              </p:par>
                              <p:par>
                                <p:cTn id="862" presetID="10" presetClass="exit" presetSubtype="0" fill="hold" nodeType="withEffect">
                                  <p:stCondLst>
                                    <p:cond delay="12233"/>
                                  </p:stCondLst>
                                  <p:childTnLst>
                                    <p:animEffect transition="out" filter="fade">
                                      <p:cBhvr>
                                        <p:cTn id="863" dur="1"/>
                                        <p:tgtEl>
                                          <p:spTgt spid="3061"/>
                                        </p:tgtEl>
                                      </p:cBhvr>
                                    </p:animEffect>
                                    <p:set>
                                      <p:cBhvr>
                                        <p:cTn id="864" dur="1" fill="hold">
                                          <p:stCondLst>
                                            <p:cond delay="0"/>
                                          </p:stCondLst>
                                        </p:cTn>
                                        <p:tgtEl>
                                          <p:spTgt spid="3061"/>
                                        </p:tgtEl>
                                        <p:attrNameLst>
                                          <p:attrName>style.visibility</p:attrName>
                                        </p:attrNameLst>
                                      </p:cBhvr>
                                      <p:to>
                                        <p:strVal val="hidden"/>
                                      </p:to>
                                    </p:set>
                                  </p:childTnLst>
                                </p:cTn>
                              </p:par>
                              <p:par>
                                <p:cTn id="865" presetID="10" presetClass="entr" presetSubtype="0" fill="hold" nodeType="withEffect">
                                  <p:stCondLst>
                                    <p:cond delay="12233"/>
                                  </p:stCondLst>
                                  <p:childTnLst>
                                    <p:set>
                                      <p:cBhvr>
                                        <p:cTn id="866" dur="1" fill="hold">
                                          <p:stCondLst>
                                            <p:cond delay="0"/>
                                          </p:stCondLst>
                                        </p:cTn>
                                        <p:tgtEl>
                                          <p:spTgt spid="3067"/>
                                        </p:tgtEl>
                                        <p:attrNameLst>
                                          <p:attrName>style.visibility</p:attrName>
                                        </p:attrNameLst>
                                      </p:cBhvr>
                                      <p:to>
                                        <p:strVal val="visible"/>
                                      </p:to>
                                    </p:set>
                                    <p:animEffect transition="in" filter="fade">
                                      <p:cBhvr>
                                        <p:cTn id="867" dur="1"/>
                                        <p:tgtEl>
                                          <p:spTgt spid="3067"/>
                                        </p:tgtEl>
                                      </p:cBhvr>
                                    </p:animEffect>
                                  </p:childTnLst>
                                </p:cTn>
                              </p:par>
                              <p:par>
                                <p:cTn id="868" presetID="10" presetClass="exit" presetSubtype="0" fill="hold" nodeType="withEffect">
                                  <p:stCondLst>
                                    <p:cond delay="12317"/>
                                  </p:stCondLst>
                                  <p:childTnLst>
                                    <p:animEffect transition="out" filter="fade">
                                      <p:cBhvr>
                                        <p:cTn id="869" dur="1"/>
                                        <p:tgtEl>
                                          <p:spTgt spid="3067"/>
                                        </p:tgtEl>
                                      </p:cBhvr>
                                    </p:animEffect>
                                    <p:set>
                                      <p:cBhvr>
                                        <p:cTn id="870" dur="1" fill="hold">
                                          <p:stCondLst>
                                            <p:cond delay="0"/>
                                          </p:stCondLst>
                                        </p:cTn>
                                        <p:tgtEl>
                                          <p:spTgt spid="3067"/>
                                        </p:tgtEl>
                                        <p:attrNameLst>
                                          <p:attrName>style.visibility</p:attrName>
                                        </p:attrNameLst>
                                      </p:cBhvr>
                                      <p:to>
                                        <p:strVal val="hidden"/>
                                      </p:to>
                                    </p:set>
                                  </p:childTnLst>
                                </p:cTn>
                              </p:par>
                              <p:par>
                                <p:cTn id="871" presetID="10" presetClass="entr" presetSubtype="0" fill="hold" nodeType="withEffect">
                                  <p:stCondLst>
                                    <p:cond delay="12317"/>
                                  </p:stCondLst>
                                  <p:childTnLst>
                                    <p:set>
                                      <p:cBhvr>
                                        <p:cTn id="872" dur="1" fill="hold">
                                          <p:stCondLst>
                                            <p:cond delay="0"/>
                                          </p:stCondLst>
                                        </p:cTn>
                                        <p:tgtEl>
                                          <p:spTgt spid="3073"/>
                                        </p:tgtEl>
                                        <p:attrNameLst>
                                          <p:attrName>style.visibility</p:attrName>
                                        </p:attrNameLst>
                                      </p:cBhvr>
                                      <p:to>
                                        <p:strVal val="visible"/>
                                      </p:to>
                                    </p:set>
                                    <p:animEffect transition="in" filter="fade">
                                      <p:cBhvr>
                                        <p:cTn id="873" dur="1"/>
                                        <p:tgtEl>
                                          <p:spTgt spid="307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874" fill="hold" display="0">
                  <p:stCondLst>
                    <p:cond delay="indefinite"/>
                  </p:stCondLst>
                </p:cTn>
                <p:tgtEl>
                  <p:spTgt spid="2"/>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mc:Choice xmlns:a14="http://schemas.microsoft.com/office/drawing/2010/main"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xmlns:a14="http://schemas.microsoft.com/office/drawing/2010/main">
        <mc:Choice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xmlns:m="http://schemas.openxmlformats.org/officeDocument/2006/math" xmlns="">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xmlns:m="http://schemas.openxmlformats.org/officeDocument/2006/math" xmlns="">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txBody>
            <a:bodyPr/>
            <a:lstStyle/>
            <a:p>
              <a:endParaRPr lang="en-NL"/>
            </a:p>
          </p:txBody>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txBody>
            <a:bodyPr/>
            <a:lstStyle/>
            <a:p>
              <a:endParaRPr lang="en-NL"/>
            </a:p>
          </p:txBody>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txBody>
            <a:bodyPr/>
            <a:lstStyle/>
            <a:p>
              <a:endParaRPr lang="en-NL"/>
            </a:p>
          </p:txBody>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txBody>
            <a:bodyPr/>
            <a:lstStyle/>
            <a:p>
              <a:endParaRPr lang="en-NL"/>
            </a:p>
          </p:txBody>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txBody>
            <a:bodyPr/>
            <a:lstStyle/>
            <a:p>
              <a:endParaRPr lang="en-NL"/>
            </a:p>
          </p:txBody>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txBody>
            <a:bodyPr/>
            <a:lstStyle/>
            <a:p>
              <a:endParaRPr lang="en-NL"/>
            </a:p>
          </p:txBody>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xmlns:m="http://schemas.openxmlformats.org/officeDocument/2006/math" xmlns="">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xmlns:m="http://schemas.openxmlformats.org/officeDocument/2006/math" xmlns="">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xmlns:m="http://schemas.openxmlformats.org/officeDocument/2006/math" xmlns="">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xmlns:m="http://schemas.openxmlformats.org/officeDocument/2006/math" xmlns="">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txBody>
            <a:bodyPr/>
            <a:lstStyle/>
            <a:p>
              <a:endParaRPr lang="en-NL"/>
            </a:p>
          </p:txBody>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txBody>
            <a:bodyPr/>
            <a:lstStyle/>
            <a:p>
              <a:endParaRPr lang="en-NL"/>
            </a:p>
          </p:txBody>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txBody>
            <a:bodyPr/>
            <a:lstStyle/>
            <a:p>
              <a:endParaRPr lang="en-NL"/>
            </a:p>
          </p:txBody>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xmlns:m="http://schemas.openxmlformats.org/officeDocument/2006/math" xmlns="">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xmlns:m="http://schemas.openxmlformats.org/officeDocument/2006/math" xmlns="">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xmlns:m="http://schemas.openxmlformats.org/officeDocument/2006/math" xmlns="">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xmlns:m="http://schemas.openxmlformats.org/officeDocument/2006/math" xmlns="">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mc:Choice xmlns:a14="http://schemas.microsoft.com/office/drawing/2010/main"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mc:Choice xmlns:a14="http://schemas.microsoft.com/office/drawing/2010/main"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mc:Choice xmlns:a14="http://schemas.microsoft.com/office/drawing/2010/main"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mc:Choice xmlns:a14="http://schemas.microsoft.com/office/drawing/2010/main"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5445</TotalTime>
  <Words>7626</Words>
  <Application>Microsoft Office PowerPoint</Application>
  <PresentationFormat>On-screen Show (16:9)</PresentationFormat>
  <Paragraphs>1038</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32</cp:revision>
  <dcterms:created xsi:type="dcterms:W3CDTF">2019-11-27T15:26:32Z</dcterms:created>
  <dcterms:modified xsi:type="dcterms:W3CDTF">2026-09-27T14:14:40Z</dcterms:modified>
</cp:coreProperties>
</file>