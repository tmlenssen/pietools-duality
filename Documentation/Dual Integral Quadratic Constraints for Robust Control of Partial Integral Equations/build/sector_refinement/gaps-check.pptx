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257" r:id="rId3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 Id="rIdSectorRefinement34_0" Type="http://schemas.openxmlformats.org/officeDocument/2006/relationships/image" Target="../media/sectorrefinement34_image103.png"/><Relationship Id="rIdSectorRefinement34_1" Type="http://schemas.openxmlformats.org/officeDocument/2006/relationships/image" Target="../media/sectorrefinement34_image108.png"/><Relationship Id="rIdSectorRefinement34_2" Type="http://schemas.openxmlformats.org/officeDocument/2006/relationships/image" Target="../media/sectorrefinement34_image113.png"/><Relationship Id="rIdSectorRefinement34_3" Type="http://schemas.openxmlformats.org/officeDocument/2006/relationships/image" Target="../media/sectorrefinement34_image98.png"/><Relationship Id="rIdSectorRefinement34_4" Type="http://schemas.openxmlformats.org/officeDocument/2006/relationships/image" Target="../media/sectorrefinement34_image102.png"/><Relationship Id="rIdSectorRefinement34_5" Type="http://schemas.openxmlformats.org/officeDocument/2006/relationships/image" Target="../media/sectorrefinement34_image107.png"/><Relationship Id="rIdSectorRefinement34_6" Type="http://schemas.openxmlformats.org/officeDocument/2006/relationships/image" Target="../media/sectorrefinement34_image112.png"/><Relationship Id="rIdSectorRefinement34_8" Type="http://schemas.openxmlformats.org/officeDocument/2006/relationships/image" Target="../media/sectorrefinement34_image111.png"/><Relationship Id="rIdSectorRefinement34_10" Type="http://schemas.openxmlformats.org/officeDocument/2006/relationships/image" Target="../media/sectorrefinement34_image101.png"/><Relationship Id="rIdSectorRefinement34_11" Type="http://schemas.openxmlformats.org/officeDocument/2006/relationships/image" Target="../media/sectorrefinement34_image106.png"/><Relationship Id="rIdSectorRefinement34_12" Type="http://schemas.openxmlformats.org/officeDocument/2006/relationships/image" Target="../media/sectorrefinement34_image100.png"/><Relationship Id="rIdSectorRefinement34_13" Type="http://schemas.openxmlformats.org/officeDocument/2006/relationships/image" Target="../media/sectorrefinement34_image110.png"/><Relationship Id="rIdSectorRefinement34_14" Type="http://schemas.openxmlformats.org/officeDocument/2006/relationships/image" Target="../media/sectorrefinement34_image105.png"/><Relationship Id="rIdSectorRefinement34_15" Type="http://schemas.openxmlformats.org/officeDocument/2006/relationships/image" Target="../media/sectorrefinement34_image114.png"/><Relationship Id="rIdSectorRefinement34_16" Type="http://schemas.openxmlformats.org/officeDocument/2006/relationships/image" Target="../media/sectorrefinement34_image99.png"/><Relationship Id="rIdSectorRefinement34_17" Type="http://schemas.openxmlformats.org/officeDocument/2006/relationships/image" Target="../media/sectorrefinement34_image104.png"/><Relationship Id="rIdSectorRefinement34_18" Type="http://schemas.openxmlformats.org/officeDocument/2006/relationships/image" Target="../media/sectorrefinement34_image109.png"/></Relationships>
</file>

<file path=ppt/slides/_rels/slide35.xml.rels><?xml version="1.0" encoding="utf-8"?><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 Id="rIdSectorRefinement35_0" Type="http://schemas.openxmlformats.org/officeDocument/2006/relationships/image" Target="../media/sectorrefinement35_image229.png"/><Relationship Id="rIdSectorRefinement35_1" Type="http://schemas.openxmlformats.org/officeDocument/2006/relationships/image" Target="../media/sectorrefinement35_image411.png"/><Relationship Id="rIdSectorRefinement35_2" Type="http://schemas.openxmlformats.org/officeDocument/2006/relationships/image" Target="../media/sectorrefinement35_image131.png"/><Relationship Id="rIdSectorRefinement35_3" Type="http://schemas.openxmlformats.org/officeDocument/2006/relationships/image" Target="../media/sectorrefinement35_image174.png"/><Relationship Id="rIdSectorRefinement35_4" Type="http://schemas.openxmlformats.org/officeDocument/2006/relationships/image" Target="../media/sectorrefinement35_image271.png"/><Relationship Id="rIdSectorRefinement35_5" Type="http://schemas.openxmlformats.org/officeDocument/2006/relationships/image" Target="../media/sectorrefinement35_image436.png"/><Relationship Id="rIdSectorRefinement35_6" Type="http://schemas.openxmlformats.org/officeDocument/2006/relationships/image" Target="../media/sectorrefinement35_image479.png"/><Relationship Id="rIdSectorRefinement35_7" Type="http://schemas.openxmlformats.org/officeDocument/2006/relationships/image" Target="../media/sectorrefinement35_image282.png"/><Relationship Id="rIdSectorRefinement35_8" Type="http://schemas.openxmlformats.org/officeDocument/2006/relationships/image" Target="../media/sectorrefinement35_image338.png"/><Relationship Id="rIdSectorRefinement35_9" Type="http://schemas.openxmlformats.org/officeDocument/2006/relationships/image" Target="../media/sectorrefinement35_image546.png"/><Relationship Id="rIdSectorRefinement35_10" Type="http://schemas.openxmlformats.org/officeDocument/2006/relationships/image" Target="../media/sectorrefinement35_image380.png"/><Relationship Id="rIdSectorRefinement35_11" Type="http://schemas.openxmlformats.org/officeDocument/2006/relationships/image" Target="../media/sectorrefinement35_image142.png"/><Relationship Id="rIdSectorRefinement35_12" Type="http://schemas.openxmlformats.org/officeDocument/2006/relationships/image" Target="../media/sectorrefinement35_image185.png"/><Relationship Id="rIdSectorRefinement35_13" Type="http://schemas.openxmlformats.org/officeDocument/2006/relationships/image" Target="../media/sectorrefinement35_image240.png"/><Relationship Id="rIdSectorRefinement35_14" Type="http://schemas.openxmlformats.org/officeDocument/2006/relationships/image" Target="../media/sectorrefinement35_image447.png"/><Relationship Id="rIdSectorRefinement35_15" Type="http://schemas.openxmlformats.org/officeDocument/2006/relationships/image" Target="../media/sectorrefinement35_image490.png"/><Relationship Id="rIdSectorRefinement35_16" Type="http://schemas.openxmlformats.org/officeDocument/2006/relationships/image" Target="../media/sectorrefinement35_image115.png"/><Relationship Id="rIdSectorRefinement35_17" Type="http://schemas.openxmlformats.org/officeDocument/2006/relationships/image" Target="../media/sectorrefinement35_image293.png"/><Relationship Id="rIdSectorRefinement35_18" Type="http://schemas.openxmlformats.org/officeDocument/2006/relationships/image" Target="../media/sectorrefinement35_image349.png"/><Relationship Id="rIdSectorRefinement35_19" Type="http://schemas.openxmlformats.org/officeDocument/2006/relationships/image" Target="../media/sectorrefinement35_image515.png"/><Relationship Id="rIdSectorRefinement35_20" Type="http://schemas.openxmlformats.org/officeDocument/2006/relationships/image" Target="../media/sectorrefinement35_image391.png"/><Relationship Id="rIdSectorRefinement35_21" Type="http://schemas.openxmlformats.org/officeDocument/2006/relationships/image" Target="../media/sectorrefinement35_image153.png"/><Relationship Id="rIdSectorRefinement35_22" Type="http://schemas.openxmlformats.org/officeDocument/2006/relationships/image" Target="../media/sectorrefinement35_image251.png"/><Relationship Id="rIdSectorRefinement35_23" Type="http://schemas.openxmlformats.org/officeDocument/2006/relationships/image" Target="../media/sectorrefinement35_image402.png"/><Relationship Id="rIdSectorRefinement35_24" Type="http://schemas.openxmlformats.org/officeDocument/2006/relationships/image" Target="../media/sectorrefinement35_image416.png"/><Relationship Id="rIdSectorRefinement35_25" Type="http://schemas.openxmlformats.org/officeDocument/2006/relationships/image" Target="../media/sectorrefinement35_image458.png"/><Relationship Id="rIdSectorRefinement35_26" Type="http://schemas.openxmlformats.org/officeDocument/2006/relationships/image" Target="../media/sectorrefinement35_image501.png"/><Relationship Id="rIdSectorRefinement35_27" Type="http://schemas.openxmlformats.org/officeDocument/2006/relationships/image" Target="../media/sectorrefinement35_image197.png"/><Relationship Id="rIdSectorRefinement35_28" Type="http://schemas.openxmlformats.org/officeDocument/2006/relationships/image" Target="../media/sectorrefinement35_image262.png"/><Relationship Id="rIdSectorRefinement35_29" Type="http://schemas.openxmlformats.org/officeDocument/2006/relationships/image" Target="../media/sectorrefinement35_image304.png"/><Relationship Id="rIdSectorRefinement35_30" Type="http://schemas.openxmlformats.org/officeDocument/2006/relationships/image" Target="../media/sectorrefinement35_image318.png"/><Relationship Id="rIdSectorRefinement35_31" Type="http://schemas.openxmlformats.org/officeDocument/2006/relationships/image" Target="../media/sectorrefinement35_image526.png"/><Relationship Id="rIdSectorRefinement35_32" Type="http://schemas.openxmlformats.org/officeDocument/2006/relationships/image" Target="../media/sectorrefinement35_image360.png"/><Relationship Id="rIdSectorRefinement35_33" Type="http://schemas.openxmlformats.org/officeDocument/2006/relationships/image" Target="../media/sectorrefinement35_image122.png"/><Relationship Id="rIdSectorRefinement35_34" Type="http://schemas.openxmlformats.org/officeDocument/2006/relationships/image" Target="../media/sectorrefinement35_image220.png"/><Relationship Id="rIdSectorRefinement35_35" Type="http://schemas.openxmlformats.org/officeDocument/2006/relationships/image" Target="../media/sectorrefinement35_image427.png"/><Relationship Id="rIdSectorRefinement35_36" Type="http://schemas.openxmlformats.org/officeDocument/2006/relationships/image" Target="../media/sectorrefinement35_image470.png"/><Relationship Id="rIdSectorRefinement35_37" Type="http://schemas.openxmlformats.org/officeDocument/2006/relationships/image" Target="../media/sectorrefinement35_image164.png"/><Relationship Id="rIdSectorRefinement35_38" Type="http://schemas.openxmlformats.org/officeDocument/2006/relationships/image" Target="../media/sectorrefinement35_image208.png"/><Relationship Id="rIdSectorRefinement35_39" Type="http://schemas.openxmlformats.org/officeDocument/2006/relationships/image" Target="../media/sectorrefinement35_image273.png"/><Relationship Id="rIdSectorRefinement35_40" Type="http://schemas.openxmlformats.org/officeDocument/2006/relationships/image" Target="../media/sectorrefinement35_image329.png"/><Relationship Id="rIdSectorRefinement35_41" Type="http://schemas.openxmlformats.org/officeDocument/2006/relationships/image" Target="../media/sectorrefinement35_image512.png"/><Relationship Id="rIdSectorRefinement35_42" Type="http://schemas.openxmlformats.org/officeDocument/2006/relationships/image" Target="../media/sectorrefinement35_image371.png"/><Relationship Id="rIdSectorRefinement35_43" Type="http://schemas.openxmlformats.org/officeDocument/2006/relationships/image" Target="../media/sectorrefinement35_image537.png"/><Relationship Id="rIdSectorRefinement35_44" Type="http://schemas.openxmlformats.org/officeDocument/2006/relationships/image" Target="../media/sectorrefinement35_image133.png"/><Relationship Id="rIdSectorRefinement35_45" Type="http://schemas.openxmlformats.org/officeDocument/2006/relationships/image" Target="../media/sectorrefinement35_image231.png"/><Relationship Id="rIdSectorRefinement35_46" Type="http://schemas.openxmlformats.org/officeDocument/2006/relationships/image" Target="../media/sectorrefinement35_image382.png"/><Relationship Id="rIdSectorRefinement35_47" Type="http://schemas.openxmlformats.org/officeDocument/2006/relationships/image" Target="../media/sectorrefinement35_image438.png"/><Relationship Id="rIdSectorRefinement35_48" Type="http://schemas.openxmlformats.org/officeDocument/2006/relationships/image" Target="../media/sectorrefinement35_image176.png"/><Relationship Id="rIdSectorRefinement35_49" Type="http://schemas.openxmlformats.org/officeDocument/2006/relationships/image" Target="../media/sectorrefinement35_image242.png"/><Relationship Id="rIdSectorRefinement35_50" Type="http://schemas.openxmlformats.org/officeDocument/2006/relationships/image" Target="../media/sectorrefinement35_image481.png"/><Relationship Id="rIdSectorRefinement35_51" Type="http://schemas.openxmlformats.org/officeDocument/2006/relationships/image" Target="../media/sectorrefinement35_image284.png"/><Relationship Id="rIdSectorRefinement35_52" Type="http://schemas.openxmlformats.org/officeDocument/2006/relationships/image" Target="../media/sectorrefinement35_image340.png"/><Relationship Id="rIdSectorRefinement35_53" Type="http://schemas.openxmlformats.org/officeDocument/2006/relationships/image" Target="../media/sectorrefinement35_image548.png"/><Relationship Id="rIdSectorRefinement35_54" Type="http://schemas.openxmlformats.org/officeDocument/2006/relationships/image" Target="../media/sectorrefinement35_image393.png"/><Relationship Id="rIdSectorRefinement35_55" Type="http://schemas.openxmlformats.org/officeDocument/2006/relationships/image" Target="../media/sectorrefinement35_image449.png"/><Relationship Id="rIdSectorRefinement35_56" Type="http://schemas.openxmlformats.org/officeDocument/2006/relationships/image" Target="../media/sectorrefinement35_image144.png"/><Relationship Id="rIdSectorRefinement35_57" Type="http://schemas.openxmlformats.org/officeDocument/2006/relationships/image" Target="../media/sectorrefinement35_image187.png"/><Relationship Id="rIdSectorRefinement35_58" Type="http://schemas.openxmlformats.org/officeDocument/2006/relationships/image" Target="../media/sectorrefinement35_image253.png"/><Relationship Id="rIdSectorRefinement35_59" Type="http://schemas.openxmlformats.org/officeDocument/2006/relationships/image" Target="../media/sectorrefinement35_image492.png"/><Relationship Id="rIdSectorRefinement35_60" Type="http://schemas.openxmlformats.org/officeDocument/2006/relationships/image" Target="../media/sectorrefinement35_image117.png"/><Relationship Id="rIdSectorRefinement35_61" Type="http://schemas.openxmlformats.org/officeDocument/2006/relationships/image" Target="../media/sectorrefinement35_image295.png"/><Relationship Id="rIdSectorRefinement35_62" Type="http://schemas.openxmlformats.org/officeDocument/2006/relationships/image" Target="../media/sectorrefinement35_image351.png"/><Relationship Id="rIdSectorRefinement35_63" Type="http://schemas.openxmlformats.org/officeDocument/2006/relationships/image" Target="../media/sectorrefinement35_image503.png"/><Relationship Id="rIdSectorRefinement35_64" Type="http://schemas.openxmlformats.org/officeDocument/2006/relationships/image" Target="../media/sectorrefinement35_image517.png"/><Relationship Id="rIdSectorRefinement35_65" Type="http://schemas.openxmlformats.org/officeDocument/2006/relationships/image" Target="../media/sectorrefinement35_image362.png"/><Relationship Id="rIdSectorRefinement35_66" Type="http://schemas.openxmlformats.org/officeDocument/2006/relationships/image" Target="../media/sectorrefinement35_image404.png"/><Relationship Id="rIdSectorRefinement35_67" Type="http://schemas.openxmlformats.org/officeDocument/2006/relationships/image" Target="../media/sectorrefinement35_image418.png"/><Relationship Id="rIdSectorRefinement35_68" Type="http://schemas.openxmlformats.org/officeDocument/2006/relationships/image" Target="../media/sectorrefinement35_image155.png"/><Relationship Id="rIdSectorRefinement35_69" Type="http://schemas.openxmlformats.org/officeDocument/2006/relationships/image" Target="../media/sectorrefinement35_image199.png"/><Relationship Id="rIdSectorRefinement35_70" Type="http://schemas.openxmlformats.org/officeDocument/2006/relationships/image" Target="../media/sectorrefinement35_image222.png"/><Relationship Id="rIdSectorRefinement35_71" Type="http://schemas.openxmlformats.org/officeDocument/2006/relationships/image" Target="../media/sectorrefinement35_image460.png"/><Relationship Id="rIdSectorRefinement35_72" Type="http://schemas.openxmlformats.org/officeDocument/2006/relationships/image" Target="../media/sectorrefinement35_image264.png"/><Relationship Id="rIdSectorRefinement35_73" Type="http://schemas.openxmlformats.org/officeDocument/2006/relationships/image" Target="../media/sectorrefinement35_image306.png"/><Relationship Id="rIdSectorRefinement35_74" Type="http://schemas.openxmlformats.org/officeDocument/2006/relationships/image" Target="../media/sectorrefinement35_image320.png"/><Relationship Id="rIdSectorRefinement35_75" Type="http://schemas.openxmlformats.org/officeDocument/2006/relationships/image" Target="../media/sectorrefinement35_image528.png"/><Relationship Id="rIdSectorRefinement35_76" Type="http://schemas.openxmlformats.org/officeDocument/2006/relationships/image" Target="../media/sectorrefinement35_image373.png"/><Relationship Id="rIdSectorRefinement35_77" Type="http://schemas.openxmlformats.org/officeDocument/2006/relationships/image" Target="../media/sectorrefinement35_image124.png"/><Relationship Id="rIdSectorRefinement35_78" Type="http://schemas.openxmlformats.org/officeDocument/2006/relationships/image" Target="../media/sectorrefinement35_image166.png"/><Relationship Id="rIdSectorRefinement35_79" Type="http://schemas.openxmlformats.org/officeDocument/2006/relationships/image" Target="../media/sectorrefinement35_image429.png"/><Relationship Id="rIdSectorRefinement35_80" Type="http://schemas.openxmlformats.org/officeDocument/2006/relationships/image" Target="../media/sectorrefinement35_image472.png"/><Relationship Id="rIdSectorRefinement35_81" Type="http://schemas.openxmlformats.org/officeDocument/2006/relationships/image" Target="../media/sectorrefinement35_image210.png"/><Relationship Id="rIdSectorRefinement35_82" Type="http://schemas.openxmlformats.org/officeDocument/2006/relationships/image" Target="../media/sectorrefinement35_image233.png"/><Relationship Id="rIdSectorRefinement35_83" Type="http://schemas.openxmlformats.org/officeDocument/2006/relationships/image" Target="../media/sectorrefinement35_image275.png"/><Relationship Id="rIdSectorRefinement35_84" Type="http://schemas.openxmlformats.org/officeDocument/2006/relationships/image" Target="../media/sectorrefinement35_image331.png"/><Relationship Id="rIdSectorRefinement35_85" Type="http://schemas.openxmlformats.org/officeDocument/2006/relationships/image" Target="../media/sectorrefinement35_image483.png"/><Relationship Id="rIdSectorRefinement35_86" Type="http://schemas.openxmlformats.org/officeDocument/2006/relationships/image" Target="../media/sectorrefinement35_image539.png"/><Relationship Id="rIdSectorRefinement35_87" Type="http://schemas.openxmlformats.org/officeDocument/2006/relationships/image" Target="../media/sectorrefinement35_image342.png"/><Relationship Id="rIdSectorRefinement35_88" Type="http://schemas.openxmlformats.org/officeDocument/2006/relationships/image" Target="../media/sectorrefinement35_image135.png"/><Relationship Id="rIdSectorRefinement35_89" Type="http://schemas.openxmlformats.org/officeDocument/2006/relationships/image" Target="../media/sectorrefinement35_image178.png"/><Relationship Id="rIdSectorRefinement35_90" Type="http://schemas.openxmlformats.org/officeDocument/2006/relationships/image" Target="../media/sectorrefinement35_image384.png"/><Relationship Id="rIdSectorRefinement35_91" Type="http://schemas.openxmlformats.org/officeDocument/2006/relationships/image" Target="../media/sectorrefinement35_image440.png"/><Relationship Id="rIdSectorRefinement35_92" Type="http://schemas.openxmlformats.org/officeDocument/2006/relationships/image" Target="../media/sectorrefinement35_image244.png"/><Relationship Id="rIdSectorRefinement35_93" Type="http://schemas.openxmlformats.org/officeDocument/2006/relationships/image" Target="../media/sectorrefinement35_image286.png"/><Relationship Id="rIdSectorRefinement35_94" Type="http://schemas.openxmlformats.org/officeDocument/2006/relationships/image" Target="../media/sectorrefinement35_image494.png"/><Relationship Id="rIdSectorRefinement35_95" Type="http://schemas.openxmlformats.org/officeDocument/2006/relationships/image" Target="../media/sectorrefinement35_image353.png"/><Relationship Id="rIdSectorRefinement35_96" Type="http://schemas.openxmlformats.org/officeDocument/2006/relationships/image" Target="../media/sectorrefinement35_image146.png"/><Relationship Id="rIdSectorRefinement35_97" Type="http://schemas.openxmlformats.org/officeDocument/2006/relationships/image" Target="../media/sectorrefinement35_image395.png"/><Relationship Id="rIdSectorRefinement35_98" Type="http://schemas.openxmlformats.org/officeDocument/2006/relationships/image" Target="../media/sectorrefinement35_image451.png"/><Relationship Id="rIdSectorRefinement35_99" Type="http://schemas.openxmlformats.org/officeDocument/2006/relationships/image" Target="../media/sectorrefinement35_image189.png"/><Relationship Id="rIdSectorRefinement35_100" Type="http://schemas.openxmlformats.org/officeDocument/2006/relationships/image" Target="../media/sectorrefinement35_image213.png"/><Relationship Id="rIdSectorRefinement35_101" Type="http://schemas.openxmlformats.org/officeDocument/2006/relationships/image" Target="../media/sectorrefinement35_image255.png"/><Relationship Id="rIdSectorRefinement35_102" Type="http://schemas.openxmlformats.org/officeDocument/2006/relationships/image" Target="../media/sectorrefinement35_image297.png"/><Relationship Id="rIdSectorRefinement35_103" Type="http://schemas.openxmlformats.org/officeDocument/2006/relationships/image" Target="../media/sectorrefinement35_image463.png"/><Relationship Id="rIdSectorRefinement35_104" Type="http://schemas.openxmlformats.org/officeDocument/2006/relationships/image" Target="../media/sectorrefinement35_image519.png"/><Relationship Id="rIdSectorRefinement35_105" Type="http://schemas.openxmlformats.org/officeDocument/2006/relationships/image" Target="../media/sectorrefinement35_image119.png"/><Relationship Id="rIdSectorRefinement35_106" Type="http://schemas.openxmlformats.org/officeDocument/2006/relationships/image" Target="../media/sectorrefinement35_image322.png"/><Relationship Id="rIdSectorRefinement35_107" Type="http://schemas.openxmlformats.org/officeDocument/2006/relationships/image" Target="../media/sectorrefinement35_image505.png"/><Relationship Id="rIdSectorRefinement35_108" Type="http://schemas.openxmlformats.org/officeDocument/2006/relationships/image" Target="../media/sectorrefinement35_image364.png"/><Relationship Id="rIdSectorRefinement35_109" Type="http://schemas.openxmlformats.org/officeDocument/2006/relationships/image" Target="../media/sectorrefinement35_image406.png"/><Relationship Id="rIdSectorRefinement35_110" Type="http://schemas.openxmlformats.org/officeDocument/2006/relationships/image" Target="../media/sectorrefinement35_image420.png"/><Relationship Id="rIdSectorRefinement35_111" Type="http://schemas.openxmlformats.org/officeDocument/2006/relationships/image" Target="../media/sectorrefinement35_image157.png"/><Relationship Id="rIdSectorRefinement35_112" Type="http://schemas.openxmlformats.org/officeDocument/2006/relationships/image" Target="../media/sectorrefinement35_image201.png"/><Relationship Id="rIdSectorRefinement35_113" Type="http://schemas.openxmlformats.org/officeDocument/2006/relationships/image" Target="../media/sectorrefinement35_image224.png"/><Relationship Id="rIdSectorRefinement35_114" Type="http://schemas.openxmlformats.org/officeDocument/2006/relationships/image" Target="../media/sectorrefinement35_image266.png"/><Relationship Id="rIdSectorRefinement35_115" Type="http://schemas.openxmlformats.org/officeDocument/2006/relationships/image" Target="../media/sectorrefinement35_image474.png"/><Relationship Id="rIdSectorRefinement35_116" Type="http://schemas.openxmlformats.org/officeDocument/2006/relationships/image" Target="../media/sectorrefinement35_image308.png"/><Relationship Id="rIdSectorRefinement35_117" Type="http://schemas.openxmlformats.org/officeDocument/2006/relationships/image" Target="../media/sectorrefinement35_image530.png"/><Relationship Id="rIdSectorRefinement35_118" Type="http://schemas.openxmlformats.org/officeDocument/2006/relationships/image" Target="../media/sectorrefinement35_image126.png"/><Relationship Id="rIdSectorRefinement35_119" Type="http://schemas.openxmlformats.org/officeDocument/2006/relationships/image" Target="../media/sectorrefinement35_image333.png"/><Relationship Id="rIdSectorRefinement35_120" Type="http://schemas.openxmlformats.org/officeDocument/2006/relationships/image" Target="../media/sectorrefinement35_image375.png"/><Relationship Id="rIdSectorRefinement35_121" Type="http://schemas.openxmlformats.org/officeDocument/2006/relationships/image" Target="../media/sectorrefinement35_image431.png"/><Relationship Id="rIdSectorRefinement35_122" Type="http://schemas.openxmlformats.org/officeDocument/2006/relationships/image" Target="../media/sectorrefinement35_image168.png"/><Relationship Id="rIdSectorRefinement35_123" Type="http://schemas.openxmlformats.org/officeDocument/2006/relationships/image" Target="../media/sectorrefinement35_image235.png"/><Relationship Id="rIdSectorRefinement35_124" Type="http://schemas.openxmlformats.org/officeDocument/2006/relationships/image" Target="../media/sectorrefinement35_image442.png"/><Relationship Id="rIdSectorRefinement35_125" Type="http://schemas.openxmlformats.org/officeDocument/2006/relationships/image" Target="../media/sectorrefinement35_image277.png"/><Relationship Id="rIdSectorRefinement35_126" Type="http://schemas.openxmlformats.org/officeDocument/2006/relationships/image" Target="../media/sectorrefinement35_image485.png"/><Relationship Id="rIdSectorRefinement35_127" Type="http://schemas.openxmlformats.org/officeDocument/2006/relationships/image" Target="../media/sectorrefinement35_image541.png"/><Relationship Id="rIdSectorRefinement35_128" Type="http://schemas.openxmlformats.org/officeDocument/2006/relationships/image" Target="../media/sectorrefinement35_image344.png"/><Relationship Id="rIdSectorRefinement35_129" Type="http://schemas.openxmlformats.org/officeDocument/2006/relationships/image" Target="../media/sectorrefinement35_image386.png"/><Relationship Id="rIdSectorRefinement35_130" Type="http://schemas.openxmlformats.org/officeDocument/2006/relationships/image" Target="../media/sectorrefinement35_image137.png"/><Relationship Id="rIdSectorRefinement35_131" Type="http://schemas.openxmlformats.org/officeDocument/2006/relationships/image" Target="../media/sectorrefinement35_image180.png"/><Relationship Id="rIdSectorRefinement35_132" Type="http://schemas.openxmlformats.org/officeDocument/2006/relationships/image" Target="../media/sectorrefinement35_image246.png"/><Relationship Id="rIdSectorRefinement35_133" Type="http://schemas.openxmlformats.org/officeDocument/2006/relationships/image" Target="../media/sectorrefinement35_image192.png"/><Relationship Id="rIdSectorRefinement35_134" Type="http://schemas.openxmlformats.org/officeDocument/2006/relationships/image" Target="../media/sectorrefinement35_image288.png"/><Relationship Id="rIdSectorRefinement35_135" Type="http://schemas.openxmlformats.org/officeDocument/2006/relationships/image" Target="../media/sectorrefinement35_image453.png"/><Relationship Id="rIdSectorRefinement35_136" Type="http://schemas.openxmlformats.org/officeDocument/2006/relationships/image" Target="../media/sectorrefinement35_image496.png"/><Relationship Id="rIdSectorRefinement35_137" Type="http://schemas.openxmlformats.org/officeDocument/2006/relationships/image" Target="../media/sectorrefinement35_image313.png"/><Relationship Id="rIdSectorRefinement35_138" Type="http://schemas.openxmlformats.org/officeDocument/2006/relationships/image" Target="../media/sectorrefinement35_image355.png"/><Relationship Id="rIdSectorRefinement35_139" Type="http://schemas.openxmlformats.org/officeDocument/2006/relationships/image" Target="../media/sectorrefinement35_image397.png"/><Relationship Id="rIdSectorRefinement35_140" Type="http://schemas.openxmlformats.org/officeDocument/2006/relationships/image" Target="../media/sectorrefinement35_image148.png"/><Relationship Id="rIdSectorRefinement35_141" Type="http://schemas.openxmlformats.org/officeDocument/2006/relationships/image" Target="../media/sectorrefinement35_image215.png"/><Relationship Id="rIdSectorRefinement35_142" Type="http://schemas.openxmlformats.org/officeDocument/2006/relationships/image" Target="../media/sectorrefinement35_image422.png"/><Relationship Id="rIdSectorRefinement35_143" Type="http://schemas.openxmlformats.org/officeDocument/2006/relationships/image" Target="../media/sectorrefinement35_image203.png"/><Relationship Id="rIdSectorRefinement35_144" Type="http://schemas.openxmlformats.org/officeDocument/2006/relationships/image" Target="../media/sectorrefinement35_image257.png"/><Relationship Id="rIdSectorRefinement35_145" Type="http://schemas.openxmlformats.org/officeDocument/2006/relationships/image" Target="../media/sectorrefinement35_image299.png"/><Relationship Id="rIdSectorRefinement35_146" Type="http://schemas.openxmlformats.org/officeDocument/2006/relationships/image" Target="../media/sectorrefinement35_image465.png"/><Relationship Id="rIdSectorRefinement35_147" Type="http://schemas.openxmlformats.org/officeDocument/2006/relationships/image" Target="../media/sectorrefinement35_image507.png"/><Relationship Id="rIdSectorRefinement35_148" Type="http://schemas.openxmlformats.org/officeDocument/2006/relationships/image" Target="../media/sectorrefinement35_image521.png"/><Relationship Id="rIdSectorRefinement35_149" Type="http://schemas.openxmlformats.org/officeDocument/2006/relationships/image" Target="../media/sectorrefinement35_image324.png"/><Relationship Id="rIdSectorRefinement35_150" Type="http://schemas.openxmlformats.org/officeDocument/2006/relationships/image" Target="../media/sectorrefinement35_image366.png"/><Relationship Id="rIdSectorRefinement35_151" Type="http://schemas.openxmlformats.org/officeDocument/2006/relationships/image" Target="../media/sectorrefinement35_image138.png"/><Relationship Id="rIdSectorRefinement35_152" Type="http://schemas.openxmlformats.org/officeDocument/2006/relationships/image" Target="../media/sectorrefinement35_image159.png"/><Relationship Id="rIdSectorRefinement35_153" Type="http://schemas.openxmlformats.org/officeDocument/2006/relationships/image" Target="../media/sectorrefinement35_image226.png"/><Relationship Id="rIdSectorRefinement35_154" Type="http://schemas.openxmlformats.org/officeDocument/2006/relationships/image" Target="../media/sectorrefinement35_image387.png"/><Relationship Id="rIdSectorRefinement35_155" Type="http://schemas.openxmlformats.org/officeDocument/2006/relationships/image" Target="../media/sectorrefinement35_image408.png"/><Relationship Id="rIdSectorRefinement35_156" Type="http://schemas.openxmlformats.org/officeDocument/2006/relationships/image" Target="../media/sectorrefinement35_image412.png"/><Relationship Id="rIdSectorRefinement35_157" Type="http://schemas.openxmlformats.org/officeDocument/2006/relationships/image" Target="../media/sectorrefinement35_image171.png"/><Relationship Id="rIdSectorRefinement35_158" Type="http://schemas.openxmlformats.org/officeDocument/2006/relationships/image" Target="../media/sectorrefinement35_image193.png"/><Relationship Id="rIdSectorRefinement35_159" Type="http://schemas.openxmlformats.org/officeDocument/2006/relationships/image" Target="../media/sectorrefinement35_image247.png"/><Relationship Id="rIdSectorRefinement35_160" Type="http://schemas.openxmlformats.org/officeDocument/2006/relationships/image" Target="../media/sectorrefinement35_image268.png"/><Relationship Id="rIdSectorRefinement35_161" Type="http://schemas.openxmlformats.org/officeDocument/2006/relationships/image" Target="../media/sectorrefinement35_image289.png"/><Relationship Id="rIdSectorRefinement35_162" Type="http://schemas.openxmlformats.org/officeDocument/2006/relationships/image" Target="../media/sectorrefinement35_image310.png"/><Relationship Id="rIdSectorRefinement35_163" Type="http://schemas.openxmlformats.org/officeDocument/2006/relationships/image" Target="../media/sectorrefinement35_image433.png"/><Relationship Id="rIdSectorRefinement35_164" Type="http://schemas.openxmlformats.org/officeDocument/2006/relationships/image" Target="../media/sectorrefinement35_image454.png"/><Relationship Id="rIdSectorRefinement35_165" Type="http://schemas.openxmlformats.org/officeDocument/2006/relationships/image" Target="../media/sectorrefinement35_image476.png"/><Relationship Id="rIdSectorRefinement35_166" Type="http://schemas.openxmlformats.org/officeDocument/2006/relationships/image" Target="../media/sectorrefinement35_image497.png"/><Relationship Id="rIdSectorRefinement35_167" Type="http://schemas.openxmlformats.org/officeDocument/2006/relationships/image" Target="../media/sectorrefinement35_image532.png"/><Relationship Id="rIdSectorRefinement35_168" Type="http://schemas.openxmlformats.org/officeDocument/2006/relationships/image" Target="../media/sectorrefinement35_image314.png"/><Relationship Id="rIdSectorRefinement35_169" Type="http://schemas.openxmlformats.org/officeDocument/2006/relationships/image" Target="../media/sectorrefinement35_image335.png"/><Relationship Id="rIdSectorRefinement35_170" Type="http://schemas.openxmlformats.org/officeDocument/2006/relationships/image" Target="../media/sectorrefinement35_image356.png"/><Relationship Id="rIdSectorRefinement35_171" Type="http://schemas.openxmlformats.org/officeDocument/2006/relationships/image" Target="../media/sectorrefinement35_image543.png"/><Relationship Id="rIdSectorRefinement35_172" Type="http://schemas.openxmlformats.org/officeDocument/2006/relationships/image" Target="../media/sectorrefinement35_image128.png"/><Relationship Id="rIdSectorRefinement35_173" Type="http://schemas.openxmlformats.org/officeDocument/2006/relationships/image" Target="../media/sectorrefinement35_image149.png"/><Relationship Id="rIdSectorRefinement35_174" Type="http://schemas.openxmlformats.org/officeDocument/2006/relationships/image" Target="../media/sectorrefinement35_image377.png"/><Relationship Id="rIdSectorRefinement35_175" Type="http://schemas.openxmlformats.org/officeDocument/2006/relationships/image" Target="../media/sectorrefinement35_image398.png"/><Relationship Id="rIdSectorRefinement35_176" Type="http://schemas.openxmlformats.org/officeDocument/2006/relationships/image" Target="../media/sectorrefinement35_image160.png"/><Relationship Id="rIdSectorRefinement35_177" Type="http://schemas.openxmlformats.org/officeDocument/2006/relationships/image" Target="../media/sectorrefinement35_image216.png"/><Relationship Id="rIdSectorRefinement35_178" Type="http://schemas.openxmlformats.org/officeDocument/2006/relationships/image" Target="../media/sectorrefinement35_image237.png"/><Relationship Id="rIdSectorRefinement35_179" Type="http://schemas.openxmlformats.org/officeDocument/2006/relationships/image" Target="../media/sectorrefinement35_image258.png"/><Relationship Id="rIdSectorRefinement35_180" Type="http://schemas.openxmlformats.org/officeDocument/2006/relationships/image" Target="../media/sectorrefinement35_image279.png"/><Relationship Id="rIdSectorRefinement35_181" Type="http://schemas.openxmlformats.org/officeDocument/2006/relationships/image" Target="../media/sectorrefinement35_image300.png"/><Relationship Id="rIdSectorRefinement35_182" Type="http://schemas.openxmlformats.org/officeDocument/2006/relationships/image" Target="../media/sectorrefinement35_image423.png"/><Relationship Id="rIdSectorRefinement35_183" Type="http://schemas.openxmlformats.org/officeDocument/2006/relationships/image" Target="../media/sectorrefinement35_image444.png"/><Relationship Id="rIdSectorRefinement35_184" Type="http://schemas.openxmlformats.org/officeDocument/2006/relationships/image" Target="../media/sectorrefinement35_image466.png"/><Relationship Id="rIdSectorRefinement35_185" Type="http://schemas.openxmlformats.org/officeDocument/2006/relationships/image" Target="../media/sectorrefinement35_image487.png"/><Relationship Id="rIdSectorRefinement35_186" Type="http://schemas.openxmlformats.org/officeDocument/2006/relationships/image" Target="../media/sectorrefinement35_image508.png"/><Relationship Id="rIdSectorRefinement35_187" Type="http://schemas.openxmlformats.org/officeDocument/2006/relationships/image" Target="../media/sectorrefinement35_image522.png"/><Relationship Id="rIdSectorRefinement35_188" Type="http://schemas.openxmlformats.org/officeDocument/2006/relationships/image" Target="../media/sectorrefinement35_image182.png"/><Relationship Id="rIdSectorRefinement35_189" Type="http://schemas.openxmlformats.org/officeDocument/2006/relationships/image" Target="../media/sectorrefinement35_image204.png"/><Relationship Id="rIdSectorRefinement35_190" Type="http://schemas.openxmlformats.org/officeDocument/2006/relationships/image" Target="../media/sectorrefinement35_image325.png"/><Relationship Id="rIdSectorRefinement35_191" Type="http://schemas.openxmlformats.org/officeDocument/2006/relationships/image" Target="../media/sectorrefinement35_image346.png"/><Relationship Id="rIdSectorRefinement35_192" Type="http://schemas.openxmlformats.org/officeDocument/2006/relationships/image" Target="../media/sectorrefinement35_image533.png"/><Relationship Id="rIdSectorRefinement35_193" Type="http://schemas.openxmlformats.org/officeDocument/2006/relationships/video" Target="../media/sectorrefinement35_media6.mp4"/><Relationship Id="rIdSectorRefinement35_194" Type="http://schemas.openxmlformats.org/officeDocument/2006/relationships/image" Target="../media/sectorrefinement35_image139.png"/><Relationship Id="rIdSectorRefinement35_195" Type="http://schemas.openxmlformats.org/officeDocument/2006/relationships/image" Target="../media/sectorrefinement35_image367.png"/><Relationship Id="rIdSectorRefinement35_196" Type="http://schemas.openxmlformats.org/officeDocument/2006/relationships/image" Target="../media/sectorrefinement35_image388.png"/><Relationship Id="rIdSectorRefinement35_197" Type="http://schemas.openxmlformats.org/officeDocument/2006/relationships/image" Target="../media/sectorrefinement35_image409.png"/><Relationship Id="rIdSectorRefinement35_198" Type="http://schemas.openxmlformats.org/officeDocument/2006/relationships/image" Target="../media/sectorrefinement35_image150.png"/><Relationship Id="rIdSectorRefinement35_199" Type="http://schemas.openxmlformats.org/officeDocument/2006/relationships/image" Target="../media/sectorrefinement35_image227.png"/><Relationship Id="rIdSectorRefinement35_200" Type="http://schemas.openxmlformats.org/officeDocument/2006/relationships/image" Target="../media/sectorrefinement35_image248.png"/><Relationship Id="rIdSectorRefinement35_201" Type="http://schemas.openxmlformats.org/officeDocument/2006/relationships/image" Target="../media/sectorrefinement35_image269.png"/><Relationship Id="rIdSectorRefinement35_202" Type="http://schemas.openxmlformats.org/officeDocument/2006/relationships/image" Target="../media/sectorrefinement35_image290.png"/><Relationship Id="rIdSectorRefinement35_203" Type="http://schemas.openxmlformats.org/officeDocument/2006/relationships/image" Target="../media/sectorrefinement35_image413.png"/><Relationship Id="rIdSectorRefinement35_204" Type="http://schemas.openxmlformats.org/officeDocument/2006/relationships/image" Target="../media/sectorrefinement35_image434.png"/><Relationship Id="rIdSectorRefinement35_205" Type="http://schemas.openxmlformats.org/officeDocument/2006/relationships/image" Target="../media/sectorrefinement35_image455.png"/><Relationship Id="rIdSectorRefinement35_206" Type="http://schemas.openxmlformats.org/officeDocument/2006/relationships/image" Target="../media/sectorrefinement35_image477.png"/><Relationship Id="rIdSectorRefinement35_207" Type="http://schemas.openxmlformats.org/officeDocument/2006/relationships/image" Target="../media/sectorrefinement35_image172.png"/><Relationship Id="rIdSectorRefinement35_208" Type="http://schemas.openxmlformats.org/officeDocument/2006/relationships/image" Target="../media/sectorrefinement35_image194.png"/><Relationship Id="rIdSectorRefinement35_209" Type="http://schemas.openxmlformats.org/officeDocument/2006/relationships/image" Target="../media/sectorrefinement35_image311.png"/><Relationship Id="rIdSectorRefinement35_210" Type="http://schemas.openxmlformats.org/officeDocument/2006/relationships/image" Target="../media/sectorrefinement35_image315.png"/><Relationship Id="rIdSectorRefinement35_211" Type="http://schemas.openxmlformats.org/officeDocument/2006/relationships/image" Target="../media/sectorrefinement35_image498.png"/><Relationship Id="rIdSectorRefinement35_212" Type="http://schemas.openxmlformats.org/officeDocument/2006/relationships/image" Target="../media/sectorrefinement35_image129.png"/><Relationship Id="rIdSectorRefinement35_213" Type="http://schemas.openxmlformats.org/officeDocument/2006/relationships/image" Target="../media/sectorrefinement35_image336.png"/><Relationship Id="rIdSectorRefinement35_214" Type="http://schemas.openxmlformats.org/officeDocument/2006/relationships/image" Target="../media/sectorrefinement35_image357.png"/><Relationship Id="rIdSectorRefinement35_215" Type="http://schemas.openxmlformats.org/officeDocument/2006/relationships/image" Target="../media/sectorrefinement35_image378.png"/><Relationship Id="rIdSectorRefinement35_216" Type="http://schemas.openxmlformats.org/officeDocument/2006/relationships/image" Target="../media/sectorrefinement35_image399.png"/><Relationship Id="rIdSectorRefinement35_217" Type="http://schemas.openxmlformats.org/officeDocument/2006/relationships/image" Target="../media/sectorrefinement35_image523.png"/><Relationship Id="rIdSectorRefinement35_218" Type="http://schemas.openxmlformats.org/officeDocument/2006/relationships/image" Target="../media/sectorrefinement35_image544.png"/><Relationship Id="rIdSectorRefinement35_219" Type="http://schemas.openxmlformats.org/officeDocument/2006/relationships/image" Target="../media/sectorrefinement35_image140.png"/><Relationship Id="rIdSectorRefinement35_220" Type="http://schemas.openxmlformats.org/officeDocument/2006/relationships/image" Target="../media/sectorrefinement35_image217.png"/><Relationship Id="rIdSectorRefinement35_221" Type="http://schemas.openxmlformats.org/officeDocument/2006/relationships/image" Target="../media/sectorrefinement35_image238.png"/><Relationship Id="rIdSectorRefinement35_222" Type="http://schemas.openxmlformats.org/officeDocument/2006/relationships/image" Target="../media/sectorrefinement35_image259.png"/><Relationship Id="rIdSectorRefinement35_223" Type="http://schemas.openxmlformats.org/officeDocument/2006/relationships/image" Target="../media/sectorrefinement35_image280.png"/><Relationship Id="rIdSectorRefinement35_224" Type="http://schemas.openxmlformats.org/officeDocument/2006/relationships/image" Target="../media/sectorrefinement35_image424.png"/><Relationship Id="rIdSectorRefinement35_225" Type="http://schemas.openxmlformats.org/officeDocument/2006/relationships/image" Target="../media/sectorrefinement35_image445.png"/><Relationship Id="rIdSectorRefinement35_226" Type="http://schemas.openxmlformats.org/officeDocument/2006/relationships/image" Target="../media/sectorrefinement35_image467.png"/><Relationship Id="rIdSectorRefinement35_227" Type="http://schemas.openxmlformats.org/officeDocument/2006/relationships/image" Target="../media/sectorrefinement35_image161.png"/><Relationship Id="rIdSectorRefinement35_228" Type="http://schemas.openxmlformats.org/officeDocument/2006/relationships/image" Target="../media/sectorrefinement35_image183.png"/><Relationship Id="rIdSectorRefinement35_229" Type="http://schemas.openxmlformats.org/officeDocument/2006/relationships/image" Target="../media/sectorrefinement35_image205.png"/><Relationship Id="rIdSectorRefinement35_230" Type="http://schemas.openxmlformats.org/officeDocument/2006/relationships/image" Target="../media/sectorrefinement35_image301.png"/><Relationship Id="rIdSectorRefinement35_231" Type="http://schemas.openxmlformats.org/officeDocument/2006/relationships/image" Target="../media/sectorrefinement35_image488.png"/><Relationship Id="rIdSectorRefinement35_232" Type="http://schemas.openxmlformats.org/officeDocument/2006/relationships/image" Target="../media/sectorrefinement35_image509.png"/><Relationship Id="rIdSectorRefinement35_234" Type="http://schemas.openxmlformats.org/officeDocument/2006/relationships/image" Target="../media/sectorrefinement35_image326.png"/><Relationship Id="rIdSectorRefinement35_235" Type="http://schemas.openxmlformats.org/officeDocument/2006/relationships/image" Target="../media/sectorrefinement35_image347.png"/><Relationship Id="rIdSectorRefinement35_236" Type="http://schemas.openxmlformats.org/officeDocument/2006/relationships/image" Target="../media/sectorrefinement35_image368.png"/><Relationship Id="rIdSectorRefinement35_237" Type="http://schemas.openxmlformats.org/officeDocument/2006/relationships/image" Target="../media/sectorrefinement35_image389.png"/><Relationship Id="rIdSectorRefinement35_238" Type="http://schemas.openxmlformats.org/officeDocument/2006/relationships/image" Target="../media/sectorrefinement35_image410.png"/><Relationship Id="rIdSectorRefinement35_239" Type="http://schemas.openxmlformats.org/officeDocument/2006/relationships/image" Target="../media/sectorrefinement35_image513.png"/><Relationship Id="rIdSectorRefinement35_240" Type="http://schemas.openxmlformats.org/officeDocument/2006/relationships/image" Target="../media/sectorrefinement35_image534.png"/><Relationship Id="rIdSectorRefinement35_241" Type="http://schemas.openxmlformats.org/officeDocument/2006/relationships/image" Target="../media/sectorrefinement35_image228.png"/><Relationship Id="rIdSectorRefinement35_242" Type="http://schemas.openxmlformats.org/officeDocument/2006/relationships/image" Target="../media/sectorrefinement35_image249.png"/><Relationship Id="rIdSectorRefinement35_243" Type="http://schemas.openxmlformats.org/officeDocument/2006/relationships/image" Target="../media/sectorrefinement35_image270.png"/><Relationship Id="rIdSectorRefinement35_244" Type="http://schemas.openxmlformats.org/officeDocument/2006/relationships/image" Target="../media/sectorrefinement35_image414.png"/><Relationship Id="rIdSectorRefinement35_245" Type="http://schemas.openxmlformats.org/officeDocument/2006/relationships/image" Target="../media/sectorrefinement35_image435.png"/><Relationship Id="rIdSectorRefinement35_246" Type="http://schemas.openxmlformats.org/officeDocument/2006/relationships/image" Target="../media/sectorrefinement35_image456.png"/><Relationship Id="rIdSectorRefinement35_247" Type="http://schemas.openxmlformats.org/officeDocument/2006/relationships/image" Target="../media/sectorrefinement35_image130.png"/><Relationship Id="rIdSectorRefinement35_248" Type="http://schemas.openxmlformats.org/officeDocument/2006/relationships/image" Target="../media/sectorrefinement35_image151.png"/><Relationship Id="rIdSectorRefinement35_249" Type="http://schemas.openxmlformats.org/officeDocument/2006/relationships/image" Target="../media/sectorrefinement35_image173.png"/><Relationship Id="rIdSectorRefinement35_250" Type="http://schemas.openxmlformats.org/officeDocument/2006/relationships/image" Target="../media/sectorrefinement35_image195.png"/><Relationship Id="rIdSectorRefinement35_251" Type="http://schemas.openxmlformats.org/officeDocument/2006/relationships/image" Target="../media/sectorrefinement35_image291.png"/><Relationship Id="rIdSectorRefinement35_252" Type="http://schemas.openxmlformats.org/officeDocument/2006/relationships/image" Target="../media/sectorrefinement35_image478.png"/><Relationship Id="rIdSectorRefinement35_253" Type="http://schemas.openxmlformats.org/officeDocument/2006/relationships/image" Target="../media/sectorrefinement35_image499.png"/><Relationship Id="rIdSectorRefinement35_254" Type="http://schemas.openxmlformats.org/officeDocument/2006/relationships/image" Target="../media/sectorrefinement35_image302.png"/><Relationship Id="rIdSectorRefinement35_255" Type="http://schemas.openxmlformats.org/officeDocument/2006/relationships/image" Target="../media/sectorrefinement35_image316.png"/><Relationship Id="rIdSectorRefinement35_256" Type="http://schemas.openxmlformats.org/officeDocument/2006/relationships/image" Target="../media/sectorrefinement35_image337.png"/><Relationship Id="rIdSectorRefinement35_257" Type="http://schemas.openxmlformats.org/officeDocument/2006/relationships/image" Target="../media/sectorrefinement35_image358.png"/><Relationship Id="rIdSectorRefinement35_258" Type="http://schemas.openxmlformats.org/officeDocument/2006/relationships/image" Target="../media/sectorrefinement35_image379.png"/><Relationship Id="rIdSectorRefinement35_259" Type="http://schemas.openxmlformats.org/officeDocument/2006/relationships/image" Target="../media/sectorrefinement35_image400.png"/><Relationship Id="rIdSectorRefinement35_260" Type="http://schemas.openxmlformats.org/officeDocument/2006/relationships/image" Target="../media/sectorrefinement35_image524.png"/><Relationship Id="rIdSectorRefinement35_261" Type="http://schemas.openxmlformats.org/officeDocument/2006/relationships/image" Target="../media/sectorrefinement35_image545.png"/><Relationship Id="rIdSectorRefinement35_262" Type="http://schemas.openxmlformats.org/officeDocument/2006/relationships/image" Target="../media/sectorrefinement35_image218.png"/><Relationship Id="rIdSectorRefinement35_263" Type="http://schemas.openxmlformats.org/officeDocument/2006/relationships/image" Target="../media/sectorrefinement35_image239.png"/><Relationship Id="rIdSectorRefinement35_264" Type="http://schemas.openxmlformats.org/officeDocument/2006/relationships/image" Target="../media/sectorrefinement35_image425.png"/><Relationship Id="rIdSectorRefinement35_265" Type="http://schemas.openxmlformats.org/officeDocument/2006/relationships/image" Target="../media/sectorrefinement35_image120.png"/><Relationship Id="rIdSectorRefinement35_266" Type="http://schemas.openxmlformats.org/officeDocument/2006/relationships/image" Target="../media/sectorrefinement35_image141.png"/><Relationship Id="rIdSectorRefinement35_267" Type="http://schemas.openxmlformats.org/officeDocument/2006/relationships/image" Target="../media/sectorrefinement35_image162.png"/><Relationship Id="rIdSectorRefinement35_268" Type="http://schemas.openxmlformats.org/officeDocument/2006/relationships/image" Target="../media/sectorrefinement35_image184.png"/><Relationship Id="rIdSectorRefinement35_269" Type="http://schemas.openxmlformats.org/officeDocument/2006/relationships/image" Target="../media/sectorrefinement35_image206.png"/><Relationship Id="rIdSectorRefinement35_270" Type="http://schemas.openxmlformats.org/officeDocument/2006/relationships/image" Target="../media/sectorrefinement35_image260.png"/><Relationship Id="rIdSectorRefinement35_271" Type="http://schemas.openxmlformats.org/officeDocument/2006/relationships/image" Target="../media/sectorrefinement35_image281.png"/><Relationship Id="rIdSectorRefinement35_272" Type="http://schemas.openxmlformats.org/officeDocument/2006/relationships/image" Target="../media/sectorrefinement35_image446.png"/><Relationship Id="rIdSectorRefinement35_273" Type="http://schemas.openxmlformats.org/officeDocument/2006/relationships/image" Target="../media/sectorrefinement35_image468.png"/><Relationship Id="rIdSectorRefinement35_274" Type="http://schemas.openxmlformats.org/officeDocument/2006/relationships/image" Target="../media/sectorrefinement35_image489.png"/><Relationship Id="rIdSectorRefinement35_275" Type="http://schemas.openxmlformats.org/officeDocument/2006/relationships/image" Target="../media/sectorrefinement35_image510.png"/><Relationship Id="rIdSectorRefinement35_277" Type="http://schemas.openxmlformats.org/officeDocument/2006/relationships/image" Target="../media/sectorrefinement35_image292.png"/><Relationship Id="rIdSectorRefinement35_278" Type="http://schemas.openxmlformats.org/officeDocument/2006/relationships/image" Target="../media/sectorrefinement35_image327.png"/><Relationship Id="rIdSectorRefinement35_279" Type="http://schemas.openxmlformats.org/officeDocument/2006/relationships/image" Target="../media/sectorrefinement35_image348.png"/><Relationship Id="rIdSectorRefinement35_280" Type="http://schemas.openxmlformats.org/officeDocument/2006/relationships/image" Target="../media/sectorrefinement35_image369.png"/><Relationship Id="rIdSectorRefinement35_281" Type="http://schemas.openxmlformats.org/officeDocument/2006/relationships/image" Target="../media/sectorrefinement35_image390.png"/><Relationship Id="rIdSectorRefinement35_282" Type="http://schemas.openxmlformats.org/officeDocument/2006/relationships/image" Target="../media/sectorrefinement35_image514.png"/><Relationship Id="rIdSectorRefinement35_283" Type="http://schemas.openxmlformats.org/officeDocument/2006/relationships/image" Target="../media/sectorrefinement35_image535.png"/><Relationship Id="rIdSectorRefinement35_284" Type="http://schemas.openxmlformats.org/officeDocument/2006/relationships/image" Target="../media/sectorrefinement35_image415.png"/><Relationship Id="rIdSectorRefinement35_285" Type="http://schemas.openxmlformats.org/officeDocument/2006/relationships/image" Target="../media/sectorrefinement35_image152.png"/><Relationship Id="rIdSectorRefinement35_286" Type="http://schemas.openxmlformats.org/officeDocument/2006/relationships/image" Target="../media/sectorrefinement35_image196.png"/><Relationship Id="rIdSectorRefinement35_287" Type="http://schemas.openxmlformats.org/officeDocument/2006/relationships/image" Target="../media/sectorrefinement35_image250.png"/><Relationship Id="rIdSectorRefinement35_288" Type="http://schemas.openxmlformats.org/officeDocument/2006/relationships/image" Target="../media/sectorrefinement35_image457.png"/><Relationship Id="rIdSectorRefinement35_289" Type="http://schemas.openxmlformats.org/officeDocument/2006/relationships/image" Target="../media/sectorrefinement35_image500.png"/><Relationship Id="rIdSectorRefinement35_290" Type="http://schemas.openxmlformats.org/officeDocument/2006/relationships/image" Target="../media/sectorrefinement35_image303.png"/><Relationship Id="rIdSectorRefinement35_291" Type="http://schemas.openxmlformats.org/officeDocument/2006/relationships/image" Target="../media/sectorrefinement35_image317.png"/><Relationship Id="rIdSectorRefinement35_292" Type="http://schemas.openxmlformats.org/officeDocument/2006/relationships/image" Target="../media/sectorrefinement35_image359.png"/><Relationship Id="rIdSectorRefinement35_293" Type="http://schemas.openxmlformats.org/officeDocument/2006/relationships/image" Target="../media/sectorrefinement35_image525.png"/><Relationship Id="rIdSectorRefinement35_294" Type="http://schemas.openxmlformats.org/officeDocument/2006/relationships/image" Target="../media/sectorrefinement35_image219.png"/><Relationship Id="rIdSectorRefinement35_295" Type="http://schemas.openxmlformats.org/officeDocument/2006/relationships/image" Target="../media/sectorrefinement35_image401.png"/><Relationship Id="rIdSectorRefinement35_296" Type="http://schemas.openxmlformats.org/officeDocument/2006/relationships/image" Target="../media/sectorrefinement35_image121.png"/><Relationship Id="rIdSectorRefinement35_297" Type="http://schemas.openxmlformats.org/officeDocument/2006/relationships/image" Target="../media/sectorrefinement35_image163.png"/><Relationship Id="rIdSectorRefinement35_298" Type="http://schemas.openxmlformats.org/officeDocument/2006/relationships/image" Target="../media/sectorrefinement35_image261.png"/><Relationship Id="rIdSectorRefinement35_299" Type="http://schemas.openxmlformats.org/officeDocument/2006/relationships/image" Target="../media/sectorrefinement35_image426.png"/><Relationship Id="rIdSectorRefinement35_300" Type="http://schemas.openxmlformats.org/officeDocument/2006/relationships/image" Target="../media/sectorrefinement35_image469.png"/><Relationship Id="rIdSectorRefinement35_301" Type="http://schemas.openxmlformats.org/officeDocument/2006/relationships/image" Target="../media/sectorrefinement35_image511.png"/><Relationship Id="rIdSectorRefinement35_302" Type="http://schemas.openxmlformats.org/officeDocument/2006/relationships/image" Target="../media/sectorrefinement35_image207.png"/><Relationship Id="rIdSectorRefinement35_303" Type="http://schemas.openxmlformats.org/officeDocument/2006/relationships/image" Target="../media/sectorrefinement35_image272.png"/><Relationship Id="rIdSectorRefinement35_304" Type="http://schemas.openxmlformats.org/officeDocument/2006/relationships/image" Target="../media/sectorrefinement35_image328.png"/><Relationship Id="rIdSectorRefinement35_305" Type="http://schemas.openxmlformats.org/officeDocument/2006/relationships/image" Target="../media/sectorrefinement35_image536.png"/><Relationship Id="rIdSectorRefinement35_306" Type="http://schemas.openxmlformats.org/officeDocument/2006/relationships/image" Target="../media/sectorrefinement35_image370.png"/><Relationship Id="rIdSectorRefinement35_307" Type="http://schemas.openxmlformats.org/officeDocument/2006/relationships/image" Target="../media/sectorrefinement35_image132.png"/><Relationship Id="rIdSectorRefinement35_308" Type="http://schemas.openxmlformats.org/officeDocument/2006/relationships/image" Target="../media/sectorrefinement35_image175.png"/><Relationship Id="rIdSectorRefinement35_309" Type="http://schemas.openxmlformats.org/officeDocument/2006/relationships/image" Target="../media/sectorrefinement35_image230.png"/><Relationship Id="rIdSectorRefinement35_310" Type="http://schemas.openxmlformats.org/officeDocument/2006/relationships/image" Target="../media/sectorrefinement35_image437.png"/><Relationship Id="rIdSectorRefinement35_311" Type="http://schemas.openxmlformats.org/officeDocument/2006/relationships/image" Target="../media/sectorrefinement35_image480.png"/><Relationship Id="rIdSectorRefinement35_312" Type="http://schemas.openxmlformats.org/officeDocument/2006/relationships/image" Target="../media/sectorrefinement35_image283.png"/><Relationship Id="rIdSectorRefinement35_313" Type="http://schemas.openxmlformats.org/officeDocument/2006/relationships/image" Target="../media/sectorrefinement35_image339.png"/><Relationship Id="rIdSectorRefinement35_314" Type="http://schemas.openxmlformats.org/officeDocument/2006/relationships/image" Target="../media/sectorrefinement35_image381.png"/><Relationship Id="rIdSectorRefinement35_315" Type="http://schemas.openxmlformats.org/officeDocument/2006/relationships/image" Target="../media/sectorrefinement35_image547.png"/><Relationship Id="rIdSectorRefinement35_316" Type="http://schemas.openxmlformats.org/officeDocument/2006/relationships/image" Target="../media/sectorrefinement35_image143.png"/><Relationship Id="rIdSectorRefinement35_317" Type="http://schemas.openxmlformats.org/officeDocument/2006/relationships/image" Target="../media/sectorrefinement35_image241.png"/><Relationship Id="rIdSectorRefinement35_318" Type="http://schemas.openxmlformats.org/officeDocument/2006/relationships/image" Target="../media/sectorrefinement35_image392.png"/><Relationship Id="rIdSectorRefinement35_319" Type="http://schemas.openxmlformats.org/officeDocument/2006/relationships/image" Target="../media/sectorrefinement35_image448.png"/><Relationship Id="rIdSectorRefinement35_320" Type="http://schemas.openxmlformats.org/officeDocument/2006/relationships/image" Target="../media/sectorrefinement35_image186.png"/><Relationship Id="rIdSectorRefinement35_321" Type="http://schemas.openxmlformats.org/officeDocument/2006/relationships/image" Target="../media/sectorrefinement35_image252.png"/><Relationship Id="rIdSectorRefinement35_322" Type="http://schemas.openxmlformats.org/officeDocument/2006/relationships/image" Target="../media/sectorrefinement35_image294.png"/><Relationship Id="rIdSectorRefinement35_323" Type="http://schemas.openxmlformats.org/officeDocument/2006/relationships/image" Target="../media/sectorrefinement35_image491.png"/><Relationship Id="rIdSectorRefinement35_324" Type="http://schemas.openxmlformats.org/officeDocument/2006/relationships/image" Target="../media/sectorrefinement35_image516.png"/><Relationship Id="rIdSectorRefinement35_325" Type="http://schemas.openxmlformats.org/officeDocument/2006/relationships/image" Target="../media/sectorrefinement35_image116.png"/><Relationship Id="rIdSectorRefinement35_326" Type="http://schemas.openxmlformats.org/officeDocument/2006/relationships/image" Target="../media/sectorrefinement35_image350.png"/><Relationship Id="rIdSectorRefinement35_327" Type="http://schemas.openxmlformats.org/officeDocument/2006/relationships/image" Target="../media/sectorrefinement35_image403.png"/><Relationship Id="rIdSectorRefinement35_328" Type="http://schemas.openxmlformats.org/officeDocument/2006/relationships/image" Target="../media/sectorrefinement35_image417.png"/><Relationship Id="rIdSectorRefinement35_329" Type="http://schemas.openxmlformats.org/officeDocument/2006/relationships/image" Target="../media/sectorrefinement35_image459.png"/><Relationship Id="rIdSectorRefinement35_330" Type="http://schemas.openxmlformats.org/officeDocument/2006/relationships/image" Target="../media/sectorrefinement35_image154.png"/><Relationship Id="rIdSectorRefinement35_331" Type="http://schemas.openxmlformats.org/officeDocument/2006/relationships/image" Target="../media/sectorrefinement35_image198.png"/><Relationship Id="rIdSectorRefinement35_332" Type="http://schemas.openxmlformats.org/officeDocument/2006/relationships/image" Target="../media/sectorrefinement35_image263.png"/><Relationship Id="rIdSectorRefinement35_333" Type="http://schemas.openxmlformats.org/officeDocument/2006/relationships/image" Target="../media/sectorrefinement35_image502.png"/><Relationship Id="rIdSectorRefinement35_334" Type="http://schemas.openxmlformats.org/officeDocument/2006/relationships/image" Target="../media/sectorrefinement35_image305.png"/><Relationship Id="rIdSectorRefinement35_335" Type="http://schemas.openxmlformats.org/officeDocument/2006/relationships/image" Target="../media/sectorrefinement35_image319.png"/><Relationship Id="rIdSectorRefinement35_336" Type="http://schemas.openxmlformats.org/officeDocument/2006/relationships/image" Target="../media/sectorrefinement35_image361.png"/><Relationship Id="rIdSectorRefinement35_337" Type="http://schemas.openxmlformats.org/officeDocument/2006/relationships/image" Target="../media/sectorrefinement35_image527.png"/><Relationship Id="rIdSectorRefinement35_338" Type="http://schemas.openxmlformats.org/officeDocument/2006/relationships/image" Target="../media/sectorrefinement35_image123.png"/><Relationship Id="rIdSectorRefinement35_339" Type="http://schemas.openxmlformats.org/officeDocument/2006/relationships/image" Target="../media/sectorrefinement35_image221.png"/><Relationship Id="rIdSectorRefinement35_340" Type="http://schemas.openxmlformats.org/officeDocument/2006/relationships/image" Target="../media/sectorrefinement35_image372.png"/><Relationship Id="rIdSectorRefinement35_341" Type="http://schemas.openxmlformats.org/officeDocument/2006/relationships/image" Target="../media/sectorrefinement35_image428.png"/><Relationship Id="rIdSectorRefinement35_342" Type="http://schemas.openxmlformats.org/officeDocument/2006/relationships/image" Target="../media/sectorrefinement35_image165.png"/><Relationship Id="rIdSectorRefinement35_343" Type="http://schemas.openxmlformats.org/officeDocument/2006/relationships/image" Target="../media/sectorrefinement35_image209.png"/><Relationship Id="rIdSectorRefinement35_344" Type="http://schemas.openxmlformats.org/officeDocument/2006/relationships/image" Target="../media/sectorrefinement35_image232.png"/><Relationship Id="rIdSectorRefinement35_345" Type="http://schemas.openxmlformats.org/officeDocument/2006/relationships/image" Target="../media/sectorrefinement35_image471.png"/><Relationship Id="rIdSectorRefinement35_346" Type="http://schemas.openxmlformats.org/officeDocument/2006/relationships/image" Target="../media/sectorrefinement35_image274.png"/><Relationship Id="rIdSectorRefinement35_347" Type="http://schemas.openxmlformats.org/officeDocument/2006/relationships/image" Target="../media/sectorrefinement35_image330.png"/><Relationship Id="rIdSectorRefinement35_348" Type="http://schemas.openxmlformats.org/officeDocument/2006/relationships/image" Target="../media/sectorrefinement35_image538.png"/><Relationship Id="rIdSectorRefinement35_349" Type="http://schemas.openxmlformats.org/officeDocument/2006/relationships/image" Target="../media/sectorrefinement35_image383.png"/><Relationship Id="rIdSectorRefinement35_350" Type="http://schemas.openxmlformats.org/officeDocument/2006/relationships/image" Target="../media/sectorrefinement35_image134.png"/><Relationship Id="rIdSectorRefinement35_351" Type="http://schemas.openxmlformats.org/officeDocument/2006/relationships/image" Target="../media/sectorrefinement35_image177.png"/><Relationship Id="rIdSectorRefinement35_352" Type="http://schemas.openxmlformats.org/officeDocument/2006/relationships/image" Target="../media/sectorrefinement35_image243.png"/><Relationship Id="rIdSectorRefinement35_353" Type="http://schemas.openxmlformats.org/officeDocument/2006/relationships/image" Target="../media/sectorrefinement35_image439.png"/><Relationship Id="rIdSectorRefinement35_354" Type="http://schemas.openxmlformats.org/officeDocument/2006/relationships/image" Target="../media/sectorrefinement35_image482.png"/><Relationship Id="rIdSectorRefinement35_355" Type="http://schemas.openxmlformats.org/officeDocument/2006/relationships/image" Target="../media/sectorrefinement35_image285.png"/><Relationship Id="rIdSectorRefinement35_356" Type="http://schemas.openxmlformats.org/officeDocument/2006/relationships/image" Target="../media/sectorrefinement35_image341.png"/><Relationship Id="rIdSectorRefinement35_357" Type="http://schemas.openxmlformats.org/officeDocument/2006/relationships/image" Target="../media/sectorrefinement35_image493.png"/><Relationship Id="rIdSectorRefinement35_358" Type="http://schemas.openxmlformats.org/officeDocument/2006/relationships/image" Target="../media/sectorrefinement35_image549.png"/><Relationship Id="rIdSectorRefinement35_359" Type="http://schemas.openxmlformats.org/officeDocument/2006/relationships/image" Target="../media/sectorrefinement35_image352.png"/><Relationship Id="rIdSectorRefinement35_360" Type="http://schemas.openxmlformats.org/officeDocument/2006/relationships/image" Target="../media/sectorrefinement35_image145.png"/><Relationship Id="rIdSectorRefinement35_361" Type="http://schemas.openxmlformats.org/officeDocument/2006/relationships/image" Target="../media/sectorrefinement35_image188.png"/><Relationship Id="rIdSectorRefinement35_362" Type="http://schemas.openxmlformats.org/officeDocument/2006/relationships/image" Target="../media/sectorrefinement35_image212.png"/><Relationship Id="rIdSectorRefinement35_363" Type="http://schemas.openxmlformats.org/officeDocument/2006/relationships/image" Target="../media/sectorrefinement35_image394.png"/><Relationship Id="rIdSectorRefinement35_364" Type="http://schemas.openxmlformats.org/officeDocument/2006/relationships/image" Target="../media/sectorrefinement35_image450.png"/><Relationship Id="rIdSectorRefinement35_365" Type="http://schemas.openxmlformats.org/officeDocument/2006/relationships/image" Target="../media/sectorrefinement35_image118.png"/><Relationship Id="rIdSectorRefinement35_366" Type="http://schemas.openxmlformats.org/officeDocument/2006/relationships/image" Target="../media/sectorrefinement35_image254.png"/><Relationship Id="rIdSectorRefinement35_367" Type="http://schemas.openxmlformats.org/officeDocument/2006/relationships/image" Target="../media/sectorrefinement35_image296.png"/><Relationship Id="rIdSectorRefinement35_368" Type="http://schemas.openxmlformats.org/officeDocument/2006/relationships/image" Target="../media/sectorrefinement35_image504.png"/><Relationship Id="rIdSectorRefinement35_369" Type="http://schemas.openxmlformats.org/officeDocument/2006/relationships/image" Target="../media/sectorrefinement35_image518.png"/><Relationship Id="rIdSectorRefinement35_370" Type="http://schemas.openxmlformats.org/officeDocument/2006/relationships/image" Target="../media/sectorrefinement35_image363.png"/><Relationship Id="rIdSectorRefinement35_371" Type="http://schemas.openxmlformats.org/officeDocument/2006/relationships/image" Target="../media/sectorrefinement35_image156.png"/><Relationship Id="rIdSectorRefinement35_372" Type="http://schemas.openxmlformats.org/officeDocument/2006/relationships/image" Target="../media/sectorrefinement35_image405.png"/><Relationship Id="rIdSectorRefinement35_373" Type="http://schemas.openxmlformats.org/officeDocument/2006/relationships/image" Target="../media/sectorrefinement35_image419.png"/><Relationship Id="rIdSectorRefinement35_374" Type="http://schemas.openxmlformats.org/officeDocument/2006/relationships/image" Target="../media/sectorrefinement35_image462.png"/><Relationship Id="rIdSectorRefinement35_375" Type="http://schemas.openxmlformats.org/officeDocument/2006/relationships/image" Target="../media/sectorrefinement35_image200.png"/><Relationship Id="rIdSectorRefinement35_376" Type="http://schemas.openxmlformats.org/officeDocument/2006/relationships/image" Target="../media/sectorrefinement35_image223.png"/><Relationship Id="rIdSectorRefinement35_377" Type="http://schemas.openxmlformats.org/officeDocument/2006/relationships/image" Target="../media/sectorrefinement35_image265.png"/><Relationship Id="rIdSectorRefinement35_378" Type="http://schemas.openxmlformats.org/officeDocument/2006/relationships/image" Target="../media/sectorrefinement35_image307.png"/><Relationship Id="rIdSectorRefinement35_379" Type="http://schemas.openxmlformats.org/officeDocument/2006/relationships/image" Target="../media/sectorrefinement35_image321.png"/><Relationship Id="rIdSectorRefinement35_380" Type="http://schemas.openxmlformats.org/officeDocument/2006/relationships/image" Target="../media/sectorrefinement35_image473.png"/><Relationship Id="rIdSectorRefinement35_381" Type="http://schemas.openxmlformats.org/officeDocument/2006/relationships/image" Target="../media/sectorrefinement35_image529.png"/><Relationship Id="rIdSectorRefinement35_382" Type="http://schemas.openxmlformats.org/officeDocument/2006/relationships/image" Target="../media/sectorrefinement35_image332.png"/><Relationship Id="rIdSectorRefinement35_383" Type="http://schemas.openxmlformats.org/officeDocument/2006/relationships/image" Target="../media/sectorrefinement35_image125.png"/><Relationship Id="rIdSectorRefinement35_384" Type="http://schemas.openxmlformats.org/officeDocument/2006/relationships/image" Target="../media/sectorrefinement35_image167.png"/><Relationship Id="rIdSectorRefinement35_385" Type="http://schemas.openxmlformats.org/officeDocument/2006/relationships/image" Target="../media/sectorrefinement35_image374.png"/><Relationship Id="rIdSectorRefinement35_386" Type="http://schemas.openxmlformats.org/officeDocument/2006/relationships/image" Target="../media/sectorrefinement35_image430.png"/><Relationship Id="rIdSectorRefinement35_387" Type="http://schemas.openxmlformats.org/officeDocument/2006/relationships/image" Target="../media/sectorrefinement35_image211.png"/><Relationship Id="rIdSectorRefinement35_388" Type="http://schemas.openxmlformats.org/officeDocument/2006/relationships/image" Target="../media/sectorrefinement35_image234.png"/><Relationship Id="rIdSectorRefinement35_389" Type="http://schemas.openxmlformats.org/officeDocument/2006/relationships/image" Target="../media/sectorrefinement35_image276.png"/><Relationship Id="rIdSectorRefinement35_390" Type="http://schemas.openxmlformats.org/officeDocument/2006/relationships/image" Target="../media/sectorrefinement35_image484.png"/><Relationship Id="rIdSectorRefinement35_391" Type="http://schemas.openxmlformats.org/officeDocument/2006/relationships/image" Target="../media/sectorrefinement35_image540.png"/><Relationship Id="rIdSectorRefinement35_392" Type="http://schemas.openxmlformats.org/officeDocument/2006/relationships/image" Target="../media/sectorrefinement35_image136.png"/><Relationship Id="rIdSectorRefinement35_393" Type="http://schemas.openxmlformats.org/officeDocument/2006/relationships/image" Target="../media/sectorrefinement35_image343.png"/><Relationship Id="rIdSectorRefinement35_394" Type="http://schemas.openxmlformats.org/officeDocument/2006/relationships/image" Target="../media/sectorrefinement35_image385.png"/><Relationship Id="rIdSectorRefinement35_395" Type="http://schemas.openxmlformats.org/officeDocument/2006/relationships/image" Target="../media/sectorrefinement35_image441.png"/><Relationship Id="rIdSectorRefinement35_396" Type="http://schemas.openxmlformats.org/officeDocument/2006/relationships/image" Target="../media/sectorrefinement35_image179.png"/><Relationship Id="rIdSectorRefinement35_397" Type="http://schemas.openxmlformats.org/officeDocument/2006/relationships/image" Target="../media/sectorrefinement35_image245.png"/><Relationship Id="rIdSectorRefinement35_398" Type="http://schemas.openxmlformats.org/officeDocument/2006/relationships/image" Target="../media/sectorrefinement35_image287.png"/><Relationship Id="rIdSectorRefinement35_399" Type="http://schemas.openxmlformats.org/officeDocument/2006/relationships/image" Target="../media/sectorrefinement35_image452.png"/><Relationship Id="rIdSectorRefinement35_400" Type="http://schemas.openxmlformats.org/officeDocument/2006/relationships/image" Target="../media/sectorrefinement35_image312.png"/><Relationship Id="rIdSectorRefinement35_401" Type="http://schemas.openxmlformats.org/officeDocument/2006/relationships/image" Target="../media/sectorrefinement35_image495.png"/><Relationship Id="rIdSectorRefinement35_402" Type="http://schemas.openxmlformats.org/officeDocument/2006/relationships/image" Target="../media/sectorrefinement35_image354.png"/><Relationship Id="rIdSectorRefinement35_403" Type="http://schemas.openxmlformats.org/officeDocument/2006/relationships/image" Target="../media/sectorrefinement35_image396.png"/><Relationship Id="rIdSectorRefinement35_404" Type="http://schemas.openxmlformats.org/officeDocument/2006/relationships/image" Target="../media/sectorrefinement35_image147.png"/><Relationship Id="rIdSectorRefinement35_405" Type="http://schemas.openxmlformats.org/officeDocument/2006/relationships/image" Target="../media/sectorrefinement35_image191.png"/><Relationship Id="rIdSectorRefinement35_406" Type="http://schemas.openxmlformats.org/officeDocument/2006/relationships/image" Target="../media/sectorrefinement35_image214.png"/><Relationship Id="rIdSectorRefinement35_407" Type="http://schemas.openxmlformats.org/officeDocument/2006/relationships/image" Target="../media/sectorrefinement35_image256.png"/><Relationship Id="rIdSectorRefinement35_408" Type="http://schemas.openxmlformats.org/officeDocument/2006/relationships/image" Target="../media/sectorrefinement35_image202.png"/><Relationship Id="rIdSectorRefinement35_409" Type="http://schemas.openxmlformats.org/officeDocument/2006/relationships/image" Target="../media/sectorrefinement35_image298.png"/><Relationship Id="rIdSectorRefinement35_410" Type="http://schemas.openxmlformats.org/officeDocument/2006/relationships/image" Target="../media/sectorrefinement35_image464.png"/><Relationship Id="rIdSectorRefinement35_411" Type="http://schemas.openxmlformats.org/officeDocument/2006/relationships/image" Target="../media/sectorrefinement35_image506.png"/><Relationship Id="rIdSectorRefinement35_412" Type="http://schemas.openxmlformats.org/officeDocument/2006/relationships/image" Target="../media/sectorrefinement35_image520.png"/><Relationship Id="rIdSectorRefinement35_413" Type="http://schemas.openxmlformats.org/officeDocument/2006/relationships/image" Target="../media/sectorrefinement35_image323.png"/><Relationship Id="rIdSectorRefinement35_414" Type="http://schemas.openxmlformats.org/officeDocument/2006/relationships/image" Target="../media/sectorrefinement35_image365.png"/><Relationship Id="rIdSectorRefinement35_415" Type="http://schemas.openxmlformats.org/officeDocument/2006/relationships/image" Target="../media/sectorrefinement35_image407.png"/><Relationship Id="rIdSectorRefinement35_416" Type="http://schemas.openxmlformats.org/officeDocument/2006/relationships/image" Target="../media/sectorrefinement35_image421.png"/><Relationship Id="rIdSectorRefinement35_417" Type="http://schemas.openxmlformats.org/officeDocument/2006/relationships/image" Target="../media/sectorrefinement35_image158.png"/><Relationship Id="rIdSectorRefinement35_418" Type="http://schemas.openxmlformats.org/officeDocument/2006/relationships/image" Target="../media/sectorrefinement35_image225.png"/><Relationship Id="rIdSectorRefinement35_419" Type="http://schemas.openxmlformats.org/officeDocument/2006/relationships/image" Target="../media/sectorrefinement35_image432.png"/><Relationship Id="rIdSectorRefinement35_420" Type="http://schemas.openxmlformats.org/officeDocument/2006/relationships/image" Target="../media/sectorrefinement35_image267.png"/><Relationship Id="rIdSectorRefinement35_421" Type="http://schemas.openxmlformats.org/officeDocument/2006/relationships/image" Target="../media/sectorrefinement35_image309.png"/><Relationship Id="rIdSectorRefinement35_422" Type="http://schemas.openxmlformats.org/officeDocument/2006/relationships/image" Target="../media/sectorrefinement35_image475.png"/><Relationship Id="rIdSectorRefinement35_423" Type="http://schemas.openxmlformats.org/officeDocument/2006/relationships/image" Target="../media/sectorrefinement35_image531.png"/><Relationship Id="rIdSectorRefinement35_424" Type="http://schemas.openxmlformats.org/officeDocument/2006/relationships/image" Target="../media/sectorrefinement35_image334.png"/><Relationship Id="rIdSectorRefinement35_425" Type="http://schemas.openxmlformats.org/officeDocument/2006/relationships/image" Target="../media/sectorrefinement35_image376.png"/><Relationship Id="rIdSectorRefinement35_426" Type="http://schemas.openxmlformats.org/officeDocument/2006/relationships/image" Target="../media/sectorrefinement35_image127.png"/><Relationship Id="rIdSectorRefinement35_427" Type="http://schemas.openxmlformats.org/officeDocument/2006/relationships/image" Target="../media/sectorrefinement35_image169.png"/><Relationship Id="rIdSectorRefinement35_428" Type="http://schemas.openxmlformats.org/officeDocument/2006/relationships/image" Target="../media/sectorrefinement35_image236.png"/><Relationship Id="rIdSectorRefinement35_429" Type="http://schemas.openxmlformats.org/officeDocument/2006/relationships/image" Target="../media/sectorrefinement35_image181.png"/><Relationship Id="rIdSectorRefinement35_430" Type="http://schemas.openxmlformats.org/officeDocument/2006/relationships/image" Target="../media/sectorrefinement35_image278.png"/><Relationship Id="rIdSectorRefinement35_431" Type="http://schemas.openxmlformats.org/officeDocument/2006/relationships/image" Target="../media/sectorrefinement35_image443.png"/><Relationship Id="rIdSectorRefinement35_432" Type="http://schemas.openxmlformats.org/officeDocument/2006/relationships/image" Target="../media/sectorrefinement35_image486.png"/><Relationship Id="rIdSectorRefinement35_433" Type="http://schemas.openxmlformats.org/officeDocument/2006/relationships/image" Target="../media/sectorrefinement35_image542.png"/><Relationship Id="rIdSectorRefinement35_434" Type="http://schemas.microsoft.com/office/2007/relationships/media" Target="../media/sectorrefinement35_media6.mp4"/><Relationship Id="rIdSectorRefinement35_435" Type="http://schemas.openxmlformats.org/officeDocument/2006/relationships/image" Target="../media/sectorrefinement35_image345.png"/></Relationships>
</file>

<file path=ppt/slides/_rels/slide36.xml.rels><?xml version="1.0" encoding="utf-8"?><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 Id="rIdSectorRefinement36_0" Type="http://schemas.openxmlformats.org/officeDocument/2006/relationships/image" Target="../media/sectorrefinement36_image550.png"/><Relationship Id="rIdSectorRefinement36_3" Type="http://schemas.openxmlformats.org/officeDocument/2006/relationships/image" Target="../media/sectorrefinement36_image553.png"/><Relationship Id="rIdSectorRefinement36_4" Type="http://schemas.openxmlformats.org/officeDocument/2006/relationships/image" Target="../media/sectorrefinement36_image552.png"/><Relationship Id="rIdSectorRefinement36_5" Type="http://schemas.openxmlformats.org/officeDocument/2006/relationships/image" Target="../media/sectorrefinement36_image551.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 Id="rIdSectorRefinement39_0" Type="http://schemas.openxmlformats.org/officeDocument/2006/relationships/image" Target="../media/sectorrefinement39_image562.png"/><Relationship Id="rIdSectorRefinement39_1" Type="http://schemas.openxmlformats.org/officeDocument/2006/relationships/image" Target="../media/sectorrefinement39_image567.png"/><Relationship Id="rIdSectorRefinement39_2" Type="http://schemas.openxmlformats.org/officeDocument/2006/relationships/image" Target="../media/sectorrefinement39_image556.png"/><Relationship Id="rIdSectorRefinement39_3" Type="http://schemas.openxmlformats.org/officeDocument/2006/relationships/image" Target="../media/sectorrefinement39_image561.png"/><Relationship Id="rIdSectorRefinement39_4" Type="http://schemas.openxmlformats.org/officeDocument/2006/relationships/image" Target="../media/sectorrefinement39_image566.png"/><Relationship Id="rIdSectorRefinement39_7" Type="http://schemas.openxmlformats.org/officeDocument/2006/relationships/image" Target="../media/sectorrefinement39_image559.png"/><Relationship Id="rIdSectorRefinement39_8" Type="http://schemas.openxmlformats.org/officeDocument/2006/relationships/image" Target="../media/sectorrefinement39_image565.png"/><Relationship Id="rIdSectorRefinement39_9" Type="http://schemas.openxmlformats.org/officeDocument/2006/relationships/image" Target="../media/sectorrefinement39_image558.png"/><Relationship Id="rIdSectorRefinement39_10" Type="http://schemas.openxmlformats.org/officeDocument/2006/relationships/image" Target="../media/sectorrefinement39_image564.png"/><Relationship Id="rIdSectorRefinement39_11" Type="http://schemas.openxmlformats.org/officeDocument/2006/relationships/image" Target="../media/sectorrefinement39_image557.png"/><Relationship Id="rIdSectorRefinement39_12" Type="http://schemas.openxmlformats.org/officeDocument/2006/relationships/image" Target="../media/sectorrefinement39_image56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mc:AlternateContent xmlns:mc="http://schemas.openxmlformats.org/markup-compatibility/2006">
        <mc:Choice xmlns:a14="http://schemas.microsoft.com/office/drawing/2010/main"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Refinement34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𝑤</m:t>
                      </m:r>
                      <m:r>
                        <a:rPr sz="2200">
                          <a:solidFill>
                            <a:srgbClr val="252529"/>
                          </a:solidFill>
                          <a:latin typeface="Cambria Math"/>
                        </a:rPr>
                        <m:t>=</m:t>
                      </m:r>
                      <m:r>
                        <a:rPr sz="2200">
                          <a:solidFill>
                            <a:srgbClr val="252529"/>
                          </a:solidFill>
                          <a:latin typeface="Cambria Math"/>
                        </a:rPr>
                        <m:t>𝛥</m:t>
                      </m:r>
                      <m:d>
                        <m:dPr>
                          <m:ctrlPr>
                            <a:rPr sz="2200">
                              <a:solidFill>
                                <a:srgbClr val="252529"/>
                              </a:solidFill>
                              <a:latin typeface="Cambria Math"/>
                            </a:rPr>
                          </m:ctrlPr>
                        </m:dPr>
                        <m:e>
                          <m:r>
                            <a:rPr sz="2200">
                              <a:solidFill>
                                <a:srgbClr val="252529"/>
                              </a:solidFill>
                              <a:latin typeface="Cambria Math"/>
                            </a:rPr>
                            <m:t>𝑧</m:t>
                          </m:r>
                        </m:e>
                      </m:d>
                    </m:oMath>
                  </m:oMathPara>
                </a14:m>
                <a:endParaRPr sz="2200"/>
              </a:p>
            </p:txBody>
          </p:sp>
        </mc:Choice>
        <mc:Fallback>
          <p:sp>
            <p:nvSpPr>
              <p:cNvPr id="1409" name="Initial map"/>
              <p:cNvSpPr>
                <a:spLocks noRot="1" noChangeAspect="1" noMove="1" noResize="1" noEditPoints="1" noAdjustHandles="1" noChangeArrowheads="1" noChangeShapeType="1" noTextEdit="1"/>
              </p:cNvSpPr>
              <p:nvPr/>
            </p:nvSpPr>
            <p:spPr>
              <a:xfrm>
                <a:off x="4800600" y="2987040"/>
                <a:ext cx="3937000" cy="782320"/>
              </a:xfrm>
              <a:prstGeom prst="rect">
                <a:avLst/>
              </a:prstGeom>
              <a:blipFill>
                <a:blip r:embed="rIdSectorRefinement34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410" name="Introduce Theta"/>
              <p:cNvSpPr>
                <a:spLocks noRot="1" noChangeAspect="1" noMove="1" noResize="1" noEditPoints="1" noAdjustHandles="1" noChangeArrowheads="1" noChangeShapeType="1" noTextEdit="1"/>
              </p:cNvSpPr>
              <p:nvPr/>
            </p:nvSpPr>
            <p:spPr>
              <a:xfrm>
                <a:off x="4800600" y="3065780"/>
                <a:ext cx="3937000" cy="675640"/>
              </a:xfrm>
              <a:prstGeom prst="rect">
                <a:avLst/>
              </a:prstGeom>
              <a:blipFill>
                <a:blip r:embed="rIdSectorRefinement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𝛼</m:t>
                      </m:r>
                      <m:r>
                        <a:rPr sz="1600">
                          <a:solidFill>
                            <a:srgbClr val="252529"/>
                          </a:solidFill>
                          <a:latin typeface="Cambria Math"/>
                        </a:rPr>
                        <m:t>=0,  </m:t>
                      </m:r>
                      <m:r>
                        <a:rPr sz="1600">
                          <a:solidFill>
                            <a:srgbClr val="252529"/>
                          </a:solidFill>
                          <a:latin typeface="Cambria Math"/>
                        </a:rPr>
                        <m:t>𝛽</m:t>
                      </m:r>
                      <m:r>
                        <a:rPr sz="1600">
                          <a:solidFill>
                            <a:srgbClr val="252529"/>
                          </a:solidFill>
                          <a:latin typeface="Cambria Math"/>
                        </a:rPr>
                        <m:t>≈0.7344</m:t>
                      </m:r>
                    </m:oMath>
                  </m:oMathPara>
                </a14:m>
                <a:endParaRPr sz="1600"/>
              </a:p>
            </p:txBody>
          </p:sp>
        </mc:Choice>
        <mc:Fallback>
          <p:sp>
            <p:nvSpPr>
              <p:cNvPr id="1411" name="Sector condition"/>
              <p:cNvSpPr>
                <a:spLocks noRot="1" noChangeAspect="1" noMove="1" noResize="1" noEditPoints="1" noAdjustHandles="1" noChangeArrowheads="1" noChangeShapeType="1" noTextEdit="1"/>
              </p:cNvSpPr>
              <p:nvPr/>
            </p:nvSpPr>
            <p:spPr>
              <a:xfrm>
                <a:off x="482600" y="3512820"/>
                <a:ext cx="3810000" cy="568960"/>
              </a:xfrm>
              <a:prstGeom prst="rect">
                <a:avLst/>
              </a:prstGeom>
              <a:blipFill>
                <a:blip r:embed="rIdSectorRefinement34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𝑆</m:t>
                      </m:r>
                      <m:d>
                        <m:dPr>
                          <m:ctrlPr>
                            <a:rPr sz="1800">
                              <a:solidFill>
                                <a:srgbClr val="252529"/>
                              </a:solidFill>
                              <a:latin typeface="Cambria Math"/>
                            </a:rPr>
                          </m:ctrlPr>
                        </m:dPr>
                        <m:e>
                          <m:r>
                            <a:rPr sz="1800">
                              <a:solidFill>
                                <a:srgbClr val="252529"/>
                              </a:solidFill>
                              <a:latin typeface="Cambria Math"/>
                            </a:rPr>
                            <m:t>𝑞</m:t>
                          </m:r>
                        </m:e>
                      </m:d>
                      <m:r>
                        <a:rPr sz="1800">
                          <a:solidFill>
                            <a:srgbClr val="252529"/>
                          </a:solidFill>
                          <a:latin typeface="Cambria Math"/>
                        </a:rPr>
                        <m:t>=</m:t>
                      </m:r>
                      <m:f>
                        <m:fPr>
                          <m:ctrlPr>
                            <a:rPr sz="1800">
                              <a:solidFill>
                                <a:srgbClr val="252529"/>
                              </a:solidFill>
                              <a:latin typeface="Cambria Math"/>
                            </a:rPr>
                          </m:ctrlPr>
                        </m:fPr>
                        <m:num>
                          <m:r>
                            <a:rPr sz="1800">
                              <a:solidFill>
                                <a:srgbClr val="252529"/>
                              </a:solidFill>
                              <a:latin typeface="Cambria Math"/>
                            </a:rPr>
                            <m:t>𝑀</m:t>
                          </m:r>
                        </m:num>
                        <m:den>
                          <m:r>
                            <a:rPr sz="1800">
                              <a:solidFill>
                                <a:srgbClr val="252529"/>
                              </a:solidFill>
                              <a:latin typeface="Cambria Math"/>
                            </a:rPr>
                            <m:t>2</m:t>
                          </m:r>
                        </m:den>
                      </m:f>
                      <m:d>
                        <m:dPr>
                          <m:begChr m:val="["/>
                          <m:endChr m:val="]"/>
                          <m:ctrlPr>
                            <a:rPr sz="1800">
                              <a:solidFill>
                                <a:srgbClr val="252529"/>
                              </a:solidFill>
                              <a:latin typeface="Cambria Math"/>
                            </a:rPr>
                          </m:ctrlPr>
                        </m:dPr>
                        <m:e>
                          <m:r>
                            <a:rPr sz="1800">
                              <a:solidFill>
                                <a:srgbClr val="252529"/>
                              </a:solidFill>
                              <a:latin typeface="Cambria Math"/>
                            </a:rPr>
                            <m:t>1+</m:t>
                          </m:r>
                          <m:r>
                            <m:rPr>
                              <m:sty m:val="p"/>
                            </m:rPr>
                            <a:rPr sz="1800">
                              <a:solidFill>
                                <a:srgbClr val="252529"/>
                              </a:solidFill>
                              <a:latin typeface="Cambria Math"/>
                            </a:rPr>
                            <m:t>tanh</m:t>
                          </m:r>
                          <m:d>
                            <m:dPr>
                              <m:ctrlPr>
                                <a:rPr sz="1800" i="1">
                                  <a:solidFill>
                                    <a:srgbClr val="252529"/>
                                  </a:solidFill>
                                  <a:latin typeface="Cambria Math" panose="02040503050406030204" pitchFamily="18" charset="0"/>
                                </a:rPr>
                              </m:ctrlPr>
                            </m:dPr>
                            <m:e>
                              <m:f>
                                <m:fPr>
                                  <m:ctrlPr>
                                    <a:rPr sz="1800">
                                      <a:solidFill>
                                        <a:srgbClr val="252529"/>
                                      </a:solidFill>
                                      <a:latin typeface="Cambria Math"/>
                                    </a:rPr>
                                  </m:ctrlPr>
                                </m:fPr>
                                <m:num>
                                  <m:r>
                                    <a:rPr sz="1800">
                                      <a:solidFill>
                                        <a:srgbClr val="252529"/>
                                      </a:solidFill>
                                      <a:latin typeface="Cambria Math"/>
                                    </a:rPr>
                                    <m:t>2</m:t>
                                  </m:r>
                                  <m:r>
                                    <a:rPr sz="1800">
                                      <a:solidFill>
                                        <a:srgbClr val="252529"/>
                                      </a:solidFill>
                                      <a:latin typeface="Cambria Math"/>
                                    </a:rPr>
                                    <m:t>𝑞</m:t>
                                  </m:r>
                                </m:num>
                                <m:den>
                                  <m:r>
                                    <a:rPr sz="1800">
                                      <a:solidFill>
                                        <a:srgbClr val="252529"/>
                                      </a:solidFill>
                                      <a:latin typeface="Cambria Math"/>
                                    </a:rPr>
                                    <m:t>𝑀</m:t>
                                  </m:r>
                                </m:den>
                              </m:f>
                            </m:e>
                          </m:d>
                        </m:e>
                      </m:d>
                    </m:oMath>
                  </m:oMathPara>
                </a14:m>
                <a:endParaRPr sz="1800"/>
              </a:p>
            </p:txBody>
          </p:sp>
        </mc:Choice>
        <mc:Fallback>
          <p:sp>
            <p:nvSpPr>
              <p:cNvPr id="1412" name="Activation function"/>
              <p:cNvSpPr>
                <a:spLocks noRot="1" noChangeAspect="1" noMove="1" noResize="1" noEditPoints="1" noAdjustHandles="1" noChangeArrowheads="1" noChangeShapeType="1" noTextEdit="1"/>
              </p:cNvSpPr>
              <p:nvPr/>
            </p:nvSpPr>
            <p:spPr>
              <a:xfrm>
                <a:off x="457200" y="3972560"/>
                <a:ext cx="4445000" cy="640080"/>
              </a:xfrm>
              <a:prstGeom prst="rect">
                <a:avLst/>
              </a:prstGeom>
              <a:blipFill>
                <a:blip r:embed="rIdSectorRefinement34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𝛥</m:t>
                      </m:r>
                      <m:d>
                        <m:dPr>
                          <m:ctrlPr>
                            <a:rPr sz="1800">
                              <a:solidFill>
                                <a:srgbClr val="252529"/>
                              </a:solidFill>
                              <a:latin typeface="Cambria Math"/>
                            </a:rPr>
                          </m:ctrlPr>
                        </m:dPr>
                        <m:e>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r>
                            <a:rPr sz="1800">
                              <a:solidFill>
                                <a:srgbClr val="252529"/>
                              </a:solidFill>
                              <a:latin typeface="Cambria Math"/>
                            </a:rPr>
                            <m:t>+</m:t>
                          </m:r>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e>
                      </m:d>
                    </m:oMath>
                  </m:oMathPara>
                </a14:m>
                <a:endParaRPr sz="1800"/>
              </a:p>
            </p:txBody>
          </p:sp>
        </mc:Choice>
        <mc:Fallback>
          <p:sp>
            <p:nvSpPr>
              <p:cNvPr id="1413" name="Shifted function"/>
              <p:cNvSpPr>
                <a:spLocks noRot="1" noChangeAspect="1" noMove="1" noResize="1" noEditPoints="1" noAdjustHandles="1" noChangeArrowheads="1" noChangeShapeType="1" noTextEdit="1"/>
              </p:cNvSpPr>
              <p:nvPr/>
            </p:nvSpPr>
            <p:spPr>
              <a:xfrm>
                <a:off x="4616450" y="3972560"/>
                <a:ext cx="4381500" cy="640080"/>
              </a:xfrm>
              <a:prstGeom prst="rect">
                <a:avLst/>
              </a:prstGeom>
              <a:blipFill>
                <a:blip r:embed="rIdSectorRefinement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𝑀</m:t>
                      </m:r>
                      <m:r>
                        <a:rPr sz="1200">
                          <a:solidFill>
                            <a:srgbClr val="252529"/>
                          </a:solidFill>
                          <a:latin typeface="Cambria Math"/>
                        </a:rPr>
                        <m:t>=300,  </m:t>
                      </m:r>
                      <m:sSup>
                        <m:sSupPr>
                          <m:ctrlPr>
                            <a:rPr sz="1200">
                              <a:solidFill>
                                <a:srgbClr val="252529"/>
                              </a:solidFill>
                              <a:latin typeface="Cambria Math"/>
                            </a:rPr>
                          </m:ctrlPr>
                        </m:sSupPr>
                        <m:e>
                          <m:r>
                            <a:rPr sz="1200">
                              <a:solidFill>
                                <a:srgbClr val="252529"/>
                              </a:solidFill>
                              <a:latin typeface="Cambria Math"/>
                            </a:rPr>
                            <m:t>𝑧</m:t>
                          </m:r>
                        </m:e>
                        <m:sup>
                          <m:r>
                            <a:rPr sz="1200">
                              <a:solidFill>
                                <a:srgbClr val="252529"/>
                              </a:solidFill>
                              <a:latin typeface="Cambria Math"/>
                            </a:rPr>
                            <m:t>∗</m:t>
                          </m:r>
                        </m:sup>
                      </m:sSup>
                      <m:r>
                        <a:rPr sz="1200">
                          <a:solidFill>
                            <a:srgbClr val="252529"/>
                          </a:solidFill>
                          <a:latin typeface="Cambria Math"/>
                        </a:rPr>
                        <m:t>≈−196.17,  </m:t>
                      </m:r>
                      <m:r>
                        <a:rPr sz="1200">
                          <a:solidFill>
                            <a:srgbClr val="252529"/>
                          </a:solidFill>
                          <a:latin typeface="Cambria Math"/>
                        </a:rPr>
                        <m:t>𝛥</m:t>
                      </m:r>
                      <m:d>
                        <m:dPr>
                          <m:ctrlPr>
                            <a:rPr sz="1200">
                              <a:solidFill>
                                <a:srgbClr val="252529"/>
                              </a:solidFill>
                              <a:latin typeface="Cambria Math"/>
                            </a:rPr>
                          </m:ctrlPr>
                        </m:dPr>
                        <m:e>
                          <m:r>
                            <a:rPr sz="1200">
                              <a:solidFill>
                                <a:srgbClr val="252529"/>
                              </a:solidFill>
                              <a:latin typeface="Cambria Math"/>
                            </a:rPr>
                            <m:t>0</m:t>
                          </m:r>
                        </m:e>
                      </m:d>
                      <m:r>
                        <a:rPr sz="1200">
                          <a:solidFill>
                            <a:srgbClr val="252529"/>
                          </a:solidFill>
                          <a:latin typeface="Cambria Math"/>
                        </a:rPr>
                        <m:t>=0</m:t>
                      </m:r>
                    </m:oMath>
                  </m:oMathPara>
                </a14:m>
                <a:endParaRPr sz="1200"/>
              </a:p>
            </p:txBody>
          </p:sp>
        </mc:Choice>
        <mc:Fallback>
          <p:sp>
            <p:nvSpPr>
              <p:cNvPr id="1414" name="Equilibrium parameters"/>
              <p:cNvSpPr>
                <a:spLocks noRot="1" noChangeAspect="1" noMove="1" noResize="1" noEditPoints="1" noAdjustHandles="1" noChangeArrowheads="1" noChangeShapeType="1" noTextEdit="1"/>
              </p:cNvSpPr>
              <p:nvPr/>
            </p:nvSpPr>
            <p:spPr>
              <a:xfrm>
                <a:off x="444500" y="4485640"/>
                <a:ext cx="8255000" cy="426720"/>
              </a:xfrm>
              <a:prstGeom prst="rect">
                <a:avLst/>
              </a:prstGeom>
              <a:blipFill>
                <a:blip r:embed="rIdSectorRefinement34_5"/>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4_18"/>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4_13"/>
                  <a:stretch>
                    <a:fillRect l="-9434" t="-21277" r="-45283"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4_8"/>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4_6"/>
                  <a:stretch>
                    <a:fillRect b="-2083"/>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4_2"/>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4_15"/>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300"/>
                                        </p:tgtEl>
                                        <p:attrNameLst>
                                          <p:attrName>style.visibility</p:attrName>
                                        </p:attrNameLst>
                                      </p:cBhvr>
                                      <p:to>
                                        <p:strVal val="visible"/>
                                      </p:to>
                                    </p:set>
                                    <p:animEffect transition="in" filter="wipe(left)">
                                      <p:cBhvr>
                                        <p:cTn id="7" dur="1200"/>
                                        <p:tgtEl>
                                          <p:spTgt spid="1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409"/>
                                        </p:tgtEl>
                                      </p:cBhvr>
                                    </p:animEffect>
                                    <p:set>
                                      <p:cBhvr>
                                        <p:cTn id="12" dur="1" fill="hold">
                                          <p:stCondLst>
                                            <p:cond delay="249"/>
                                          </p:stCondLst>
                                        </p:cTn>
                                        <p:tgtEl>
                                          <p:spTgt spid="140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001"/>
                                        </p:tgtEl>
                                        <p:attrNameLst>
                                          <p:attrName>style.visibility</p:attrName>
                                        </p:attrNameLst>
                                      </p:cBhvr>
                                      <p:to>
                                        <p:strVal val="visible"/>
                                      </p:to>
                                    </p:set>
                                    <p:animEffect transition="in" filter="fade">
                                      <p:cBhvr>
                                        <p:cTn id="15" dur="700"/>
                                        <p:tgtEl>
                                          <p:spTgt spid="5001"/>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1410"/>
                                        </p:tgtEl>
                                        <p:attrNameLst>
                                          <p:attrName>style.visibility</p:attrName>
                                        </p:attrNameLst>
                                      </p:cBhvr>
                                      <p:to>
                                        <p:strVal val="visible"/>
                                      </p:to>
                                    </p:set>
                                    <p:animEffect transition="in" filter="fade">
                                      <p:cBhvr>
                                        <p:cTn id="18" dur="500"/>
                                        <p:tgtEl>
                                          <p:spTgt spid="14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1"/>
                                        </p:tgtEl>
                                        <p:attrNameLst>
                                          <p:attrName>style.visibility</p:attrName>
                                        </p:attrNameLst>
                                      </p:cBhvr>
                                      <p:to>
                                        <p:strVal val="visible"/>
                                      </p:to>
                                    </p:set>
                                    <p:animEffect transition="in" filter="fade">
                                      <p:cBhvr>
                                        <p:cTn id="23" dur="500"/>
                                        <p:tgtEl>
                                          <p:spTgt spid="1201"/>
                                        </p:tgtEl>
                                      </p:cBhvr>
                                    </p:animEffect>
                                  </p:childTnLst>
                                </p:cTn>
                              </p:par>
                              <p:par>
                                <p:cTn id="24" presetID="10" presetClass="entr" presetSubtype="0" fill="hold" nodeType="withEffect">
                                  <p:stCondLst>
                                    <p:cond delay="0"/>
                                  </p:stCondLst>
                                  <p:childTnLst>
                                    <p:set>
                                      <p:cBhvr>
                                        <p:cTn id="25" dur="1" fill="hold">
                                          <p:stCondLst>
                                            <p:cond delay="0"/>
                                          </p:stCondLst>
                                        </p:cTn>
                                        <p:tgtEl>
                                          <p:spTgt spid="1202"/>
                                        </p:tgtEl>
                                        <p:attrNameLst>
                                          <p:attrName>style.visibility</p:attrName>
                                        </p:attrNameLst>
                                      </p:cBhvr>
                                      <p:to>
                                        <p:strVal val="visible"/>
                                      </p:to>
                                    </p:set>
                                    <p:animEffect transition="in" filter="fade">
                                      <p:cBhvr>
                                        <p:cTn id="26" dur="500"/>
                                        <p:tgtEl>
                                          <p:spTgt spid="1202"/>
                                        </p:tgtEl>
                                      </p:cBhvr>
                                    </p:animEffect>
                                  </p:childTnLst>
                                </p:cTn>
                              </p:par>
                              <p:par>
                                <p:cTn id="27" presetID="10" presetClass="entr" presetSubtype="0" fill="hold" nodeType="withEffect">
                                  <p:stCondLst>
                                    <p:cond delay="0"/>
                                  </p:stCondLst>
                                  <p:childTnLst>
                                    <p:set>
                                      <p:cBhvr>
                                        <p:cTn id="28" dur="1" fill="hold">
                                          <p:stCondLst>
                                            <p:cond delay="0"/>
                                          </p:stCondLst>
                                        </p:cTn>
                                        <p:tgtEl>
                                          <p:spTgt spid="1205"/>
                                        </p:tgtEl>
                                        <p:attrNameLst>
                                          <p:attrName>style.visibility</p:attrName>
                                        </p:attrNameLst>
                                      </p:cBhvr>
                                      <p:to>
                                        <p:strVal val="visible"/>
                                      </p:to>
                                    </p:set>
                                    <p:animEffect transition="in" filter="fade">
                                      <p:cBhvr>
                                        <p:cTn id="29" dur="500"/>
                                        <p:tgtEl>
                                          <p:spTgt spid="1205"/>
                                        </p:tgtEl>
                                      </p:cBhvr>
                                    </p:animEffect>
                                  </p:childTnLst>
                                </p:cTn>
                              </p:par>
                              <p:par>
                                <p:cTn id="30" presetID="10" presetClass="entr" presetSubtype="0" fill="hold" nodeType="withEffect">
                                  <p:stCondLst>
                                    <p:cond delay="0"/>
                                  </p:stCondLst>
                                  <p:childTnLst>
                                    <p:set>
                                      <p:cBhvr>
                                        <p:cTn id="31" dur="1" fill="hold">
                                          <p:stCondLst>
                                            <p:cond delay="0"/>
                                          </p:stCondLst>
                                        </p:cTn>
                                        <p:tgtEl>
                                          <p:spTgt spid="1206"/>
                                        </p:tgtEl>
                                        <p:attrNameLst>
                                          <p:attrName>style.visibility</p:attrName>
                                        </p:attrNameLst>
                                      </p:cBhvr>
                                      <p:to>
                                        <p:strVal val="visible"/>
                                      </p:to>
                                    </p:set>
                                    <p:animEffect transition="in" filter="fade">
                                      <p:cBhvr>
                                        <p:cTn id="32" dur="500"/>
                                        <p:tgtEl>
                                          <p:spTgt spid="12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6"/>
                                        </p:tgtEl>
                                        <p:attrNameLst>
                                          <p:attrName>style.visibility</p:attrName>
                                        </p:attrNameLst>
                                      </p:cBhvr>
                                      <p:to>
                                        <p:strVal val="visible"/>
                                      </p:to>
                                    </p:set>
                                    <p:animEffect transition="in" filter="fade">
                                      <p:cBhvr>
                                        <p:cTn id="35" dur="500"/>
                                        <p:tgtEl>
                                          <p:spTgt spid="140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07"/>
                                        </p:tgtEl>
                                        <p:attrNameLst>
                                          <p:attrName>style.visibility</p:attrName>
                                        </p:attrNameLst>
                                      </p:cBhvr>
                                      <p:to>
                                        <p:strVal val="visible"/>
                                      </p:to>
                                    </p:set>
                                    <p:animEffect transition="in" filter="fade">
                                      <p:cBhvr>
                                        <p:cTn id="38" dur="500"/>
                                        <p:tgtEl>
                                          <p:spTgt spid="14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11"/>
                                        </p:tgtEl>
                                        <p:attrNameLst>
                                          <p:attrName>style.visibility</p:attrName>
                                        </p:attrNameLst>
                                      </p:cBhvr>
                                      <p:to>
                                        <p:strVal val="visible"/>
                                      </p:to>
                                    </p:set>
                                    <p:animEffect transition="in" filter="fade">
                                      <p:cBhvr>
                                        <p:cTn id="41" dur="500"/>
                                        <p:tgtEl>
                                          <p:spTgt spid="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p:bldP spid="1407" grpId="0"/>
      <p:bldP spid="1409" grpId="0"/>
      <p:bldP spid="1410" grpId="0"/>
      <p:bldP spid="1411"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SectorRefinement35_193"/>
            <p:extLst>
              <p:ext uri="{DAA4B4D4-6D71-4841-9C94-3DE7FCFB9230}">
                <p14:media xmlns:p14="http://schemas.microsoft.com/office/powerpoint/2010/main" r:embed="rIdSectorRefinement35_434"/>
              </p:ext>
            </p:extLst>
          </p:nvPr>
        </p:nvPicPr>
        <p:blipFill>
          <a:blip r:embed="rIdSectorRefinement35_16"/>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mc:Choice xmlns:a14="http://schemas.microsoft.com/office/drawing/2010/main"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6"/>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7"/>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4"/>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2"/>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94"/>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0"/>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0"/>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8"/>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0"/>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1"/>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6"/>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7"/>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8"/>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7"/>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9"/>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8"/>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6"/>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8"/>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1"/>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3"/>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0"/>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1"/>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2"/>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9"/>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2"/>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1"/>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0"/>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7"/>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4"/>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8"/>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1"/>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5"/>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8"/>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8"/>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2"/>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2"/>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2"/>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1"/>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1"/>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9"/>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8"/>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0"/>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3"/>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9"/>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0"/>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5"/>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4"/>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1"/>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2"/>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1"/>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0"/>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3"/>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1"/>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0"/>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9"/>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8"/>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7"/>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9"/>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3"/>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3"/>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7"/>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5"/>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9"/>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62"/>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4"/>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0"/>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0"/>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0"/>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0"/>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5"/>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4"/>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0"/>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4"/>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1"/>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4"/>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3"/>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6"/>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2"/>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5"/>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4"/>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8"/>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0"/>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2"/>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9"/>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9"/>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9"/>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5"/>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5"/>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4"/>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6"/>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3"/>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5"/>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5"/>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6"/>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1"/>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5"/>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2"/>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4"/>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1"/>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1"/>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6"/>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8"/>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7"/>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5"/>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9"/>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4"/>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4"/>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7"/>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3"/>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3"/>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0"/>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1"/>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1"/>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8"/>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mc:Choice xmlns:a14="http://schemas.microsoft.com/office/drawing/2010/main"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mc:Choice xmlns:a14="http://schemas.microsoft.com/office/drawing/2010/main"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mc:Choice xmlns:a14="http://schemas.microsoft.com/office/drawing/2010/main"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