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3" r:id="rId42"/>
    <p:sldId id="441" r:id="rId43"/>
    <p:sldId id="471" r:id="rId44"/>
    <p:sldId id="442" r:id="rId45"/>
    <p:sldId id="443" r:id="rId46"/>
    <p:sldId id="450" r:id="rId47"/>
    <p:sldId id="451" r:id="rId48"/>
    <p:sldId id="452"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6F9C"/>
    <a:srgbClr val="000000"/>
    <a:srgbClr val="C81919"/>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268"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Relationships xmlns="http://schemas.openxmlformats.org/package/2006/relationships"><Relationship Id="rId3" Type="http://schemas.openxmlformats.org/officeDocument/2006/relationships/image" Target="../media/slide38theta_image111.png"/><Relationship Id="rId2" Type="http://schemas.openxmlformats.org/officeDocument/2006/relationships/image" Target="../media/slide38theta_image110.png"/><Relationship Id="rId1" Type="http://schemas.openxmlformats.org/officeDocument/2006/relationships/slideLayout" Target="../slideLayouts/slideLayout12.xml"/><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1.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png"/><Relationship Id="rId2" Type="http://schemas.openxmlformats.org/officeDocument/2006/relationships/notesSlide" Target="../notesSlides/notesSlide33.xml"/><Relationship Id="rId16" Type="http://schemas.openxmlformats.org/officeDocument/2006/relationships/image" Target="../media/image112.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1.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15.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2.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16.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4.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3.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5.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4.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17.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6.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18.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7.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6.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7.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8.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19.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21.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20.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122.png"/></Relationships>
</file>

<file path=ppt/slides/_rels/slide58.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23.png"/></Relationships>
</file>

<file path=ppt/slides/_rels/slide59.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24.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y</m:t>
                        </m:r>
                      </m:oMath>
                    </m:oMathPara>
                  </a14:m>
                  <a:endParaRPr sz="1998" dirty="0"/>
                </a:p>
              </p:txBody>
            </p:sp>
          </mc:Choice>
          <mc:Fallback>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mc:Choice xmlns:a14="http://schemas.microsoft.com/office/drawing/2010/main"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mc:Choice xmlns:a14="http://schemas.microsoft.com/office/drawing/2010/main"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000000"/>
                          </a:solidFill>
                          <a:latin typeface="Cambria Math"/>
                        </a:rPr>
                        <m:t>≥0</m:t>
                      </m:r>
                    </m:oMath>
                  </m:oMathPara>
                </a14:m>
                <a:endParaRPr sz="2200" dirty="0"/>
              </a:p>
            </p:txBody>
          </p:sp>
        </mc:Choice>
        <mc:Fallback>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mc:Choice xmlns:a14="http://schemas.microsoft.com/office/drawing/2010/main"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This static Θ describes Δ</a:t>
            </a:r>
            <a:endParaRPr sz="1700"/>
          </a:p>
        </p:txBody>
      </p:sp>
      <p:sp>
        <p:nvSpPr>
          <p:cNvPr id="113" name="Specific uncertainty continuation"/>
          <p:cNvSpPr/>
          <p:nvPr/>
        </p:nvSpPr>
        <p:spPr>
          <a:xfrm>
            <a:off x="4178300" y="2936875"/>
            <a:ext cx="45720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in the sector [0, 0.735].</a:t>
            </a:r>
            <a:endParaRPr sz="1700"/>
          </a:p>
        </p:txBody>
      </p:sp>
      <p:sp>
        <p:nvSpPr>
          <p:cNvPr id="114" name="Analyse uncertainty bullet"/>
          <p:cNvSpPr/>
          <p:nvPr/>
        </p:nvSpPr>
        <p:spPr>
          <a:xfrm>
            <a:off x="3937000" y="33972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p:sp>
        <p:nvSpPr>
          <p:cNvPr id="115" name="Analyse uncertainty"/>
          <p:cNvSpPr/>
          <p:nvPr/>
        </p:nvSpPr>
        <p:spPr>
          <a:xfrm>
            <a:off x="4178300" y="3406775"/>
            <a:ext cx="45720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Analyse each Δ to find</a:t>
            </a:r>
            <a:endParaRPr sz="1700"/>
          </a:p>
        </p:txBody>
      </p:sp>
      <p:sp>
        <p:nvSpPr>
          <p:cNvPr id="116" name="Analyse uncertainty continuation"/>
          <p:cNvSpPr/>
          <p:nvPr/>
        </p:nvSpPr>
        <p:spPr>
          <a:xfrm>
            <a:off x="4178300" y="3711575"/>
            <a:ext cx="45720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a suitable Θ.</a:t>
            </a:r>
            <a:endParaRPr sz="1700"/>
          </a:p>
        </p:txBody>
      </p:sp>
      <p:sp>
        <p:nvSpPr>
          <p:cNvPr id="117" name="Dynamic Theta bullet"/>
          <p:cNvSpPr/>
          <p:nvPr/>
        </p:nvSpPr>
        <p:spPr>
          <a:xfrm>
            <a:off x="3937000" y="41719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p:sp>
        <p:nvSpPr>
          <p:cNvPr id="118" name="Dynamic Theta"/>
          <p:cNvSpPr/>
          <p:nvPr/>
        </p:nvSpPr>
        <p:spPr>
          <a:xfrm>
            <a:off x="4178300" y="4181475"/>
            <a:ext cx="45720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Θ can also be dynamic,</a:t>
            </a:r>
            <a:endParaRPr sz="1700"/>
          </a:p>
        </p:txBody>
      </p:sp>
      <p:sp>
        <p:nvSpPr>
          <p:cNvPr id="119" name="Dynamic Theta continuation"/>
          <p:cNvSpPr/>
          <p:nvPr/>
        </p:nvSpPr>
        <p:spPr>
          <a:xfrm>
            <a:off x="4178300" y="4486275"/>
            <a:ext cx="45720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with its own internal states.</a:t>
            </a:r>
            <a:endParaRPr sz="1700"/>
          </a:p>
        </p:txBody>
      </p:sp>
    </p:spTree>
    <p:extLst>
      <p:ext uri="{BB962C8B-B14F-4D97-AF65-F5344CB8AC3E}">
        <p14:creationId xmlns:p14="http://schemas.microsoft.com/office/powerpoint/2010/main" val="12022653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47</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48</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5648</TotalTime>
  <Words>8130</Words>
  <Application>Microsoft Office PowerPoint</Application>
  <PresentationFormat>On-screen Show (16:9)</PresentationFormat>
  <Paragraphs>1081</Paragraphs>
  <Slides>59</Slides>
  <Notes>46</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48</cp:revision>
  <dcterms:created xsi:type="dcterms:W3CDTF">2019-11-27T15:26:32Z</dcterms:created>
  <dcterms:modified xsi:type="dcterms:W3CDTF">2026-09-27T19:34:15Z</dcterms:modified>
</cp:coreProperties>
</file>