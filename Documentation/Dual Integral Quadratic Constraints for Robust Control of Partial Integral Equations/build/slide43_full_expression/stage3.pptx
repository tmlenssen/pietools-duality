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47" name="Full D 3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Multiply by the matrix on the left</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