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7" name="Full D 5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Apply the inverse to obtain the dual filter</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