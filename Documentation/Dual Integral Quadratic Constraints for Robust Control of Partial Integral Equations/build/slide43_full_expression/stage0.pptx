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a:rPr sz="2600">
                              <a:solidFill>
                                <a:srgbClr val="252529"/>
                              </a:solidFill>
                              <a:latin typeface="Cambria Math"/>
                            </a:rPr>
                            <m:t>∗</m:t>
                          </m:r>
                        </m:sup>
                      </m:sSup>
                    </m:oMath>
                  </m:oMathPara>
                </a14:m>
                <a:endParaRPr sz="2600"/>
              </a:p>
            </p:txBody>
          </p:sp>
        </mc:Choice>
        <mc:Fallback>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p:sp>
        <p:nvSpPr>
          <p:cNvPr id="14008" name="Full D 0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Start from the full dual operation</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