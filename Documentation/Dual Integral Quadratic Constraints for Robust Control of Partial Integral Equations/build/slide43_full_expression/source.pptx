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image140.png"/><Relationship Id="rId21" Type="http://schemas.openxmlformats.org/officeDocument/2006/relationships/image" Target="../media/slide43animated_image153.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xmlns:a14="http://schemas.microsoft.com/office/drawing/2010/main">
        <mc:Choice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xmlns="" xmlns:m="http://schemas.openxmlformats.org/officeDocument/2006/math">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1" name="D stage 0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01" name="D stage 0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2" name="D stage 0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xmlns="">
          <p:sp>
            <p:nvSpPr>
              <p:cNvPr id="12002" name="D stage 0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3" name="D stage 0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r>
                        <a:rPr sz="2200">
                          <a:solidFill>
                            <a:srgbClr val="C81919"/>
                          </a:solidFill>
                          <a:latin typeface="Cambria Math"/>
                        </a:rPr>
                        <m:t>𝐾</m:t>
                      </m:r>
                    </m:oMath>
                  </m:oMathPara>
                </a14:m>
                <a:endParaRPr sz="2200"/>
              </a:p>
            </p:txBody>
          </p:sp>
        </mc:Choice>
        <mc:Fallback xmlns="">
          <p:sp>
            <p:nvSpPr>
              <p:cNvPr id="12003" name="D stage 0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4" name="D stage 0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04" name="D stage 0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05" name="D stage 0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Start with the original filter</a:t>
            </a:r>
            <a:endParaRPr sz="1400"/>
          </a:p>
        </p:txBody>
      </p:sp>
      <mc:AlternateContent xmlns:mc="http://schemas.openxmlformats.org/markup-compatibility/2006" xmlns:a14="http://schemas.microsoft.com/office/drawing/2010/main">
        <mc:Choice Requires="a14">
          <p:sp>
            <p:nvSpPr>
              <p:cNvPr id="12006" name="D stage 0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𝛩</m:t>
                      </m:r>
                      <m:r>
                        <a:rPr sz="2200">
                          <a:solidFill>
                            <a:srgbClr val="252529"/>
                          </a:solidFill>
                          <a:latin typeface="Cambria Math"/>
                        </a:rPr>
                        <m:t>=</m:t>
                      </m:r>
                    </m:oMath>
                  </m:oMathPara>
                </a14:m>
                <a:endParaRPr sz="2200"/>
              </a:p>
            </p:txBody>
          </p:sp>
        </mc:Choice>
        <mc:Fallback xmlns="">
          <p:sp>
            <p:nvSpPr>
              <p:cNvPr id="12006" name="D stage 0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7" name="D stage 1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07" name="D stage 1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8" name="D stage 1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xmlns="">
          <p:sp>
            <p:nvSpPr>
              <p:cNvPr id="12008" name="D stage 1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09" name="D stage 1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xmlns="">
          <p:sp>
            <p:nvSpPr>
              <p:cNvPr id="12009" name="D stage 1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10" name="D stage 1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10" name="D stage 1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1" name="D stage 1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1. Transpose: exchange rows and columns</a:t>
            </a:r>
            <a:endParaRPr sz="1400"/>
          </a:p>
        </p:txBody>
      </p:sp>
      <mc:AlternateContent xmlns:mc="http://schemas.openxmlformats.org/markup-compatibility/2006" xmlns:a14="http://schemas.microsoft.com/office/drawing/2010/main">
        <mc:Choice Requires="a14">
          <p:sp>
            <p:nvSpPr>
              <p:cNvPr id="12012" name="D stage 1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252529"/>
                              </a:solidFill>
                              <a:latin typeface="Cambria Math"/>
                            </a:rPr>
                          </m:ctrlPr>
                        </m:sSupPr>
                        <m:e>
                          <m:r>
                            <a:rPr sz="2200">
                              <a:solidFill>
                                <a:srgbClr val="252529"/>
                              </a:solidFill>
                              <a:latin typeface="Cambria Math"/>
                            </a:rPr>
                            <m:t>𝛩</m:t>
                          </m:r>
                        </m:e>
                        <m:sup>
                          <m:r>
                            <a:rPr sz="2200">
                              <a:solidFill>
                                <a:srgbClr val="252529"/>
                              </a:solidFill>
                              <a:latin typeface="Cambria Math"/>
                            </a:rPr>
                            <m:t>⊤</m:t>
                          </m:r>
                        </m:sup>
                      </m:sSup>
                      <m:r>
                        <a:rPr sz="2200">
                          <a:solidFill>
                            <a:srgbClr val="252529"/>
                          </a:solidFill>
                          <a:latin typeface="Cambria Math"/>
                        </a:rPr>
                        <m:t>=</m:t>
                      </m:r>
                    </m:oMath>
                  </m:oMathPara>
                </a14:m>
                <a:endParaRPr sz="2200"/>
              </a:p>
            </p:txBody>
          </p:sp>
        </mc:Choice>
        <mc:Fallback xmlns="">
          <p:sp>
            <p:nvSpPr>
              <p:cNvPr id="12012" name="D stage 1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13" name="D stage 2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13" name="D stage 2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14" name="D stage 2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xmlns="">
          <p:sp>
            <p:nvSpPr>
              <p:cNvPr id="12014" name="D stage 2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15" name="D stage 2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xmlns="">
          <p:sp>
            <p:nvSpPr>
              <p:cNvPr id="12015" name="D stage 2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16" name="D stage 2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16" name="D stage 2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7" name="D stage 2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2. Rotate the blocks and reverse the off-diagonal signs</a:t>
            </a:r>
            <a:endParaRPr sz="1400"/>
          </a:p>
        </p:txBody>
      </p:sp>
      <mc:AlternateContent xmlns:mc="http://schemas.openxmlformats.org/markup-compatibility/2006" xmlns:a14="http://schemas.microsoft.com/office/drawing/2010/main">
        <mc:Choice Requires="a14">
          <p:sp>
            <p:nvSpPr>
              <p:cNvPr id="12018" name="D stage 3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18" name="D stage 3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19" name="D stage 3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xmlns="">
          <p:sp>
            <p:nvSpPr>
              <p:cNvPr id="12019" name="D stage 3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20" name="D stage 3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xmlns="">
          <p:sp>
            <p:nvSpPr>
              <p:cNvPr id="12020" name="D stage 3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21" name="D stage 3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xmlns="">
          <p:sp>
            <p:nvSpPr>
              <p:cNvPr id="12021" name="D stage 3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22" name="D stage 3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3. Invert: recover the required dual filter</a:t>
            </a:r>
            <a:endParaRPr sz="1400"/>
          </a:p>
        </p:txBody>
      </p:sp>
      <mc:AlternateContent xmlns:mc="http://schemas.openxmlformats.org/markup-compatibility/2006" xmlns:a14="http://schemas.microsoft.com/office/drawing/2010/main">
        <mc:Choice Requires="a14">
          <p:sp>
            <p:nvSpPr>
              <p:cNvPr id="12023" name="D stage 3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oMath>
                  </m:oMathPara>
                </a14:m>
                <a:endParaRPr sz="2200"/>
              </a:p>
            </p:txBody>
          </p:sp>
        </mc:Choice>
        <mc:Fallback xmlns="">
          <p:sp>
            <p:nvSpPr>
              <p:cNvPr id="12023" name="D stage 3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24" name="D result suffix"/>
              <p:cNvSpPr/>
              <p:nvPr/>
            </p:nvSpPr>
            <p:spPr>
              <a:xfrm>
                <a:off x="5283200" y="3685540"/>
                <a:ext cx="1016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xmlns="">
          <p:sp>
            <p:nvSpPr>
              <p:cNvPr id="12024" name="D result suffix"/>
              <p:cNvSpPr>
                <a:spLocks noRot="1" noChangeAspect="1" noMove="1" noResize="1" noEditPoints="1" noAdjustHandles="1" noChangeArrowheads="1" noChangeShapeType="1" noTextEdit="1"/>
              </p:cNvSpPr>
              <p:nvPr/>
            </p:nvSpPr>
            <p:spPr>
              <a:xfrm>
                <a:off x="5283200" y="3685540"/>
                <a:ext cx="1016000" cy="782320"/>
              </a:xfrm>
              <a:prstGeom prst="rect">
                <a:avLst/>
              </a:prstGeom>
              <a:blipFill>
                <a:blip r:embed="rId20"/>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xmlns:a14="http://schemas.microsoft.com/office/drawing/2010/main">
        <mc:Choice Requires="a14">
          <p:sp>
            <p:nvSpPr>
              <p:cNvPr id="12027" name="D active formula 1"/>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C81919"/>
                                      </a:solidFill>
                                      <a:latin typeface="Cambria Math"/>
                                    </a:rPr>
                                  </m:ctrlPr>
                                </m:sSupPr>
                                <m:e>
                                  <m:r>
                                    <a:rPr sz="2400">
                                      <a:solidFill>
                                        <a:srgbClr val="C81919"/>
                                      </a:solidFill>
                                      <a:latin typeface="Cambria Math"/>
                                    </a:rPr>
                                    <m:t>𝛩</m:t>
                                  </m:r>
                                </m:e>
                                <m:sup>
                                  <m:r>
                                    <a:rPr sz="2400">
                                      <a:solidFill>
                                        <a:srgbClr val="C8191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xmlns="">
          <p:sp>
            <p:nvSpPr>
              <p:cNvPr id="12027" name="D active formula 1"/>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28" name="D active formula 2"/>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a:rPr sz="2400">
                                            <a:solidFill>
                                              <a:srgbClr val="C81919"/>
                                            </a:solidFill>
                                            <a:latin typeface="Cambria Math"/>
                                          </a:rPr>
                                          <m:t>−</m:t>
                                        </m:r>
                                        <m:r>
                                          <m:rPr>
                                            <m:sty m:val="p"/>
                                          </m:rPr>
                                          <a:rPr sz="2400">
                                            <a:solidFill>
                                              <a:srgbClr val="C81919"/>
                                            </a:solidFill>
                                            <a:latin typeface="Cambria Math"/>
                                          </a:rPr>
                                          <m:t>I</m:t>
                                        </m:r>
                                      </m:e>
                                    </m:mr>
                                    <m:mr>
                                      <m:e>
                                        <m:r>
                                          <m:rPr>
                                            <m:sty m:val="p"/>
                                          </m:rPr>
                                          <a:rPr sz="2400">
                                            <a:solidFill>
                                              <a:srgbClr val="C81919"/>
                                            </a:solidFill>
                                            <a:latin typeface="Cambria Math"/>
                                          </a:rPr>
                                          <m:t>I</m:t>
                                        </m:r>
                                      </m:e>
                                      <m:e>
                                        <m:r>
                                          <a:rPr sz="2400">
                                            <a:solidFill>
                                              <a:srgbClr val="C8191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m:rPr>
                                            <m:sty m:val="p"/>
                                          </m:rPr>
                                          <a:rPr sz="2400">
                                            <a:solidFill>
                                              <a:srgbClr val="C81919"/>
                                            </a:solidFill>
                                            <a:latin typeface="Cambria Math"/>
                                          </a:rPr>
                                          <m:t>I</m:t>
                                        </m:r>
                                      </m:e>
                                    </m:mr>
                                    <m:mr>
                                      <m:e>
                                        <m:r>
                                          <a:rPr sz="2400">
                                            <a:solidFill>
                                              <a:srgbClr val="C81919"/>
                                            </a:solidFill>
                                            <a:latin typeface="Cambria Math"/>
                                          </a:rPr>
                                          <m:t>−</m:t>
                                        </m:r>
                                        <m:r>
                                          <m:rPr>
                                            <m:sty m:val="p"/>
                                          </m:rPr>
                                          <a:rPr sz="2400">
                                            <a:solidFill>
                                              <a:srgbClr val="C81919"/>
                                            </a:solidFill>
                                            <a:latin typeface="Cambria Math"/>
                                          </a:rPr>
                                          <m:t>I</m:t>
                                        </m:r>
                                      </m:e>
                                      <m:e>
                                        <m:r>
                                          <a:rPr sz="2400">
                                            <a:solidFill>
                                              <a:srgbClr val="C81919"/>
                                            </a:solidFill>
                                            <a:latin typeface="Cambria Math"/>
                                          </a:rPr>
                                          <m:t>0</m:t>
                                        </m:r>
                                      </m:e>
                                    </m:mr>
                                  </m:m>
                                </m:e>
                              </m:d>
                            </m:e>
                          </m:d>
                        </m:e>
                        <m:sup>
                          <m:r>
                            <a:rPr sz="2400">
                              <a:solidFill>
                                <a:srgbClr val="252529"/>
                              </a:solidFill>
                              <a:latin typeface="Cambria Math"/>
                            </a:rPr>
                            <m:t>−1</m:t>
                          </m:r>
                        </m:sup>
                      </m:sSup>
                    </m:oMath>
                  </m:oMathPara>
                </a14:m>
                <a:endParaRPr sz="2400"/>
              </a:p>
            </p:txBody>
          </p:sp>
        </mc:Choice>
        <mc:Fallback xmlns="">
          <p:sp>
            <p:nvSpPr>
              <p:cNvPr id="12028" name="D active formula 2"/>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29" name="D active formula 3"/>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C81919"/>
                              </a:solidFill>
                              <a:latin typeface="Cambria Math"/>
                            </a:rPr>
                            <m:t>−1</m:t>
                          </m:r>
                        </m:sup>
                      </m:sSup>
                    </m:oMath>
                  </m:oMathPara>
                </a14:m>
                <a:endParaRPr sz="2400" dirty="0"/>
              </a:p>
            </p:txBody>
          </p:sp>
        </mc:Choice>
        <mc:Fallback xmlns="">
          <p:sp>
            <p:nvSpPr>
              <p:cNvPr id="12029" name="D active formula 3"/>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3"/>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300"/>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400"/>
                                        <p:tgtEl>
                                          <p:spTgt spid="11009"/>
                                        </p:tgtEl>
                                      </p:cBhvr>
                                    </p:animEffect>
                                  </p:childTnLst>
                                </p:cTn>
                              </p:par>
                              <p:par>
                                <p:cTn id="22" presetID="10" presetClass="entr" presetSubtype="0" fill="hold" nodeType="withEffect">
                                  <p:stCondLst>
                                    <p:cond delay="300"/>
                                  </p:stCondLst>
                                  <p:childTnLst>
                                    <p:set>
                                      <p:cBhvr>
                                        <p:cTn id="23" dur="1" fill="hold">
                                          <p:stCondLst>
                                            <p:cond delay="0"/>
                                          </p:stCondLst>
                                        </p:cTn>
                                        <p:tgtEl>
                                          <p:spTgt spid="11010"/>
                                        </p:tgtEl>
                                        <p:attrNameLst>
                                          <p:attrName>style.visibility</p:attrName>
                                        </p:attrNameLst>
                                      </p:cBhvr>
                                      <p:to>
                                        <p:strVal val="visible"/>
                                      </p:to>
                                    </p:set>
                                    <p:animEffect transition="in" filter="fade">
                                      <p:cBhvr>
                                        <p:cTn id="24" dur="400"/>
                                        <p:tgtEl>
                                          <p:spTgt spid="11010"/>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11"/>
                                        </p:tgtEl>
                                        <p:attrNameLst>
                                          <p:attrName>style.visibility</p:attrName>
                                        </p:attrNameLst>
                                      </p:cBhvr>
                                      <p:to>
                                        <p:strVal val="visible"/>
                                      </p:to>
                                    </p:set>
                                    <p:animEffect transition="in" filter="fade">
                                      <p:cBhvr>
                                        <p:cTn id="27" dur="400"/>
                                        <p:tgtEl>
                                          <p:spTgt spid="11011"/>
                                        </p:tgtEl>
                                      </p:cBhvr>
                                    </p:animEffect>
                                  </p:childTnLst>
                                </p:cTn>
                              </p:par>
                              <p:par>
                                <p:cTn id="28" presetID="10" presetClass="entr" presetSubtype="0" fill="hold" nodeType="withEffect">
                                  <p:stCondLst>
                                    <p:cond delay="300"/>
                                  </p:stCondLst>
                                  <p:childTnLst>
                                    <p:animEffect transition="in" filter="fade">
                                      <p:cBhvr>
                                        <p:cTn id="29" dur="400"/>
                                        <p:tgtEl>
                                          <p:spTgt spid="12001"/>
                                        </p:tgtEl>
                                      </p:cBhvr>
                                    </p:animEffect>
                                    <p:set>
                                      <p:cBhvr>
                                        <p:cTn id="30" dur="1" fill="hold">
                                          <p:stCondLst>
                                            <p:cond delay="0"/>
                                          </p:stCondLst>
                                        </p:cTn>
                                        <p:tgtEl>
                                          <p:spTgt spid="12001"/>
                                        </p:tgtEl>
                                        <p:attrNameLst>
                                          <p:attrName>style.visibility</p:attrName>
                                        </p:attrNameLst>
                                      </p:cBhvr>
                                      <p:to>
                                        <p:strVal val="visible"/>
                                      </p:to>
                                    </p:set>
                                  </p:childTnLst>
                                </p:cTn>
                              </p:par>
                              <p:par>
                                <p:cTn id="31" presetID="10" presetClass="entr" presetSubtype="0" fill="hold" nodeType="withEffect">
                                  <p:stCondLst>
                                    <p:cond delay="300"/>
                                  </p:stCondLst>
                                  <p:childTnLst>
                                    <p:animEffect transition="in" filter="fade">
                                      <p:cBhvr>
                                        <p:cTn id="32" dur="400"/>
                                        <p:tgtEl>
                                          <p:spTgt spid="12002"/>
                                        </p:tgtEl>
                                      </p:cBhvr>
                                    </p:animEffect>
                                    <p:set>
                                      <p:cBhvr>
                                        <p:cTn id="33" dur="1" fill="hold">
                                          <p:stCondLst>
                                            <p:cond delay="0"/>
                                          </p:stCondLst>
                                        </p:cTn>
                                        <p:tgtEl>
                                          <p:spTgt spid="12002"/>
                                        </p:tgtEl>
                                        <p:attrNameLst>
                                          <p:attrName>style.visibility</p:attrName>
                                        </p:attrNameLst>
                                      </p:cBhvr>
                                      <p:to>
                                        <p:strVal val="visible"/>
                                      </p:to>
                                    </p:set>
                                  </p:childTnLst>
                                </p:cTn>
                              </p:par>
                              <p:par>
                                <p:cTn id="34" presetID="10" presetClass="entr" presetSubtype="0" fill="hold" nodeType="withEffect">
                                  <p:stCondLst>
                                    <p:cond delay="300"/>
                                  </p:stCondLst>
                                  <p:childTnLst>
                                    <p:animEffect transition="in" filter="fade">
                                      <p:cBhvr>
                                        <p:cTn id="35" dur="400"/>
                                        <p:tgtEl>
                                          <p:spTgt spid="12003"/>
                                        </p:tgtEl>
                                      </p:cBhvr>
                                    </p:animEffect>
                                    <p:set>
                                      <p:cBhvr>
                                        <p:cTn id="36" dur="1" fill="hold">
                                          <p:stCondLst>
                                            <p:cond delay="0"/>
                                          </p:stCondLst>
                                        </p:cTn>
                                        <p:tgtEl>
                                          <p:spTgt spid="12003"/>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2004"/>
                                        </p:tgtEl>
                                      </p:cBhvr>
                                    </p:animEffect>
                                    <p:set>
                                      <p:cBhvr>
                                        <p:cTn id="39" dur="1" fill="hold">
                                          <p:stCondLst>
                                            <p:cond delay="0"/>
                                          </p:stCondLst>
                                        </p:cTn>
                                        <p:tgtEl>
                                          <p:spTgt spid="12004"/>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2005"/>
                                        </p:tgtEl>
                                      </p:cBhvr>
                                    </p:animEffect>
                                    <p:set>
                                      <p:cBhvr>
                                        <p:cTn id="42" dur="1" fill="hold">
                                          <p:stCondLst>
                                            <p:cond delay="0"/>
                                          </p:stCondLst>
                                        </p:cTn>
                                        <p:tgtEl>
                                          <p:spTgt spid="12005"/>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2006"/>
                                        </p:tgtEl>
                                      </p:cBhvr>
                                    </p:animEffect>
                                    <p:set>
                                      <p:cBhvr>
                                        <p:cTn id="45" dur="1" fill="hold">
                                          <p:stCondLst>
                                            <p:cond delay="0"/>
                                          </p:stCondLst>
                                        </p:cTn>
                                        <p:tgtEl>
                                          <p:spTgt spid="12006"/>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2025"/>
                                        </p:tgtEl>
                                      </p:cBhvr>
                                    </p:animEffect>
                                    <p:set>
                                      <p:cBhvr>
                                        <p:cTn id="48" dur="1" fill="hold">
                                          <p:stCondLst>
                                            <p:cond delay="0"/>
                                          </p:stCondLst>
                                        </p:cTn>
                                        <p:tgtEl>
                                          <p:spTgt spid="12025"/>
                                        </p:tgtEl>
                                        <p:attrNameLst>
                                          <p:attrName>style.visibility</p:attrName>
                                        </p:attrNameLst>
                                      </p:cBhvr>
                                      <p:to>
                                        <p:strVal val="visible"/>
                                      </p:to>
                                    </p:set>
                                  </p:childTnLst>
                                </p:cTn>
                              </p:par>
                              <p:par>
                                <p:cTn id="49" presetID="10" presetClass="entr" presetSubtype="0" fill="hold" nodeType="withEffect">
                                  <p:stCondLst>
                                    <p:cond delay="300"/>
                                  </p:stCondLst>
                                  <p:childTnLst>
                                    <p:animEffect transition="in" filter="fade">
                                      <p:cBhvr>
                                        <p:cTn id="50" dur="400"/>
                                        <p:tgtEl>
                                          <p:spTgt spid="12026"/>
                                        </p:tgtEl>
                                      </p:cBhvr>
                                    </p:animEffect>
                                    <p:set>
                                      <p:cBhvr>
                                        <p:cTn id="51" dur="1" fill="hold">
                                          <p:stCondLst>
                                            <p:cond delay="0"/>
                                          </p:stCondLst>
                                        </p:cTn>
                                        <p:tgtEl>
                                          <p:spTgt spid="1202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750"/>
                                  </p:stCondLst>
                                  <p:childTnLst>
                                    <p:animEffect transition="out" filter="fade">
                                      <p:cBhvr>
                                        <p:cTn id="55" dur="250"/>
                                        <p:tgtEl>
                                          <p:spTgt spid="12001"/>
                                        </p:tgtEl>
                                      </p:cBhvr>
                                    </p:animEffect>
                                    <p:set>
                                      <p:cBhvr>
                                        <p:cTn id="56" dur="1" fill="hold">
                                          <p:stCondLst>
                                            <p:cond delay="249"/>
                                          </p:stCondLst>
                                        </p:cTn>
                                        <p:tgtEl>
                                          <p:spTgt spid="12001"/>
                                        </p:tgtEl>
                                        <p:attrNameLst>
                                          <p:attrName>style.visibility</p:attrName>
                                        </p:attrNameLst>
                                      </p:cBhvr>
                                      <p:to>
                                        <p:strVal val="hidden"/>
                                      </p:to>
                                    </p:set>
                                  </p:childTnLst>
                                </p:cTn>
                              </p:par>
                              <p:par>
                                <p:cTn id="57"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58" dur="1000" accel="20000" decel="20000" fill="hold"/>
                                        <p:tgtEl>
                                          <p:spTgt spid="12002"/>
                                        </p:tgtEl>
                                        <p:attrNameLst>
                                          <p:attrName>ppt_x</p:attrName>
                                          <p:attrName>ppt_y</p:attrName>
                                        </p:attrNameLst>
                                      </p:cBhvr>
                                      <p:rCtr x="0" y="0"/>
                                    </p:animMotion>
                                  </p:childTnLst>
                                </p:cTn>
                              </p:par>
                              <p:par>
                                <p:cTn id="59" presetID="10" presetClass="exit" presetSubtype="0" fill="hold" nodeType="withEffect">
                                  <p:stCondLst>
                                    <p:cond delay="750"/>
                                  </p:stCondLst>
                                  <p:childTnLst>
                                    <p:animEffect transition="out" filter="fade">
                                      <p:cBhvr>
                                        <p:cTn id="60" dur="250"/>
                                        <p:tgtEl>
                                          <p:spTgt spid="12002"/>
                                        </p:tgtEl>
                                      </p:cBhvr>
                                    </p:animEffect>
                                    <p:set>
                                      <p:cBhvr>
                                        <p:cTn id="61" dur="1" fill="hold">
                                          <p:stCondLst>
                                            <p:cond delay="249"/>
                                          </p:stCondLst>
                                        </p:cTn>
                                        <p:tgtEl>
                                          <p:spTgt spid="12002"/>
                                        </p:tgtEl>
                                        <p:attrNameLst>
                                          <p:attrName>style.visibility</p:attrName>
                                        </p:attrNameLst>
                                      </p:cBhvr>
                                      <p:to>
                                        <p:strVal val="hidden"/>
                                      </p:to>
                                    </p:set>
                                  </p:childTnLst>
                                </p:cTn>
                              </p:par>
                              <p:par>
                                <p:cTn id="62"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3" dur="1000" accel="20000" decel="20000" fill="hold"/>
                                        <p:tgtEl>
                                          <p:spTgt spid="12003"/>
                                        </p:tgtEl>
                                        <p:attrNameLst>
                                          <p:attrName>ppt_x</p:attrName>
                                          <p:attrName>ppt_y</p:attrName>
                                        </p:attrNameLst>
                                      </p:cBhvr>
                                      <p:rCtr x="0" y="0"/>
                                    </p:animMotion>
                                  </p:childTnLst>
                                </p:cTn>
                              </p:par>
                              <p:par>
                                <p:cTn id="64" presetID="10" presetClass="exit" presetSubtype="0" fill="hold" nodeType="withEffect">
                                  <p:stCondLst>
                                    <p:cond delay="750"/>
                                  </p:stCondLst>
                                  <p:childTnLst>
                                    <p:animEffect transition="out" filter="fade">
                                      <p:cBhvr>
                                        <p:cTn id="65" dur="250"/>
                                        <p:tgtEl>
                                          <p:spTgt spid="12003"/>
                                        </p:tgtEl>
                                      </p:cBhvr>
                                    </p:animEffect>
                                    <p:set>
                                      <p:cBhvr>
                                        <p:cTn id="66" dur="1" fill="hold">
                                          <p:stCondLst>
                                            <p:cond delay="249"/>
                                          </p:stCondLst>
                                        </p:cTn>
                                        <p:tgtEl>
                                          <p:spTgt spid="12003"/>
                                        </p:tgtEl>
                                        <p:attrNameLst>
                                          <p:attrName>style.visibility</p:attrName>
                                        </p:attrNameLst>
                                      </p:cBhvr>
                                      <p:to>
                                        <p:strVal val="hidden"/>
                                      </p:to>
                                    </p:set>
                                  </p:childTnLst>
                                </p:cTn>
                              </p:par>
                              <p:par>
                                <p:cTn id="67" presetID="10" presetClass="exit" presetSubtype="0" fill="hold" nodeType="withEffect">
                                  <p:stCondLst>
                                    <p:cond delay="750"/>
                                  </p:stCondLst>
                                  <p:childTnLst>
                                    <p:animEffect transition="out" filter="fade">
                                      <p:cBhvr>
                                        <p:cTn id="68" dur="250"/>
                                        <p:tgtEl>
                                          <p:spTgt spid="12004"/>
                                        </p:tgtEl>
                                      </p:cBhvr>
                                    </p:animEffect>
                                    <p:set>
                                      <p:cBhvr>
                                        <p:cTn id="69" dur="1" fill="hold">
                                          <p:stCondLst>
                                            <p:cond delay="249"/>
                                          </p:stCondLst>
                                        </p:cTn>
                                        <p:tgtEl>
                                          <p:spTgt spid="1200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250"/>
                                        <p:tgtEl>
                                          <p:spTgt spid="12005"/>
                                        </p:tgtEl>
                                      </p:cBhvr>
                                    </p:animEffect>
                                    <p:set>
                                      <p:cBhvr>
                                        <p:cTn id="72" dur="1" fill="hold">
                                          <p:stCondLst>
                                            <p:cond delay="249"/>
                                          </p:stCondLst>
                                        </p:cTn>
                                        <p:tgtEl>
                                          <p:spTgt spid="12005"/>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250"/>
                                        <p:tgtEl>
                                          <p:spTgt spid="12006"/>
                                        </p:tgtEl>
                                      </p:cBhvr>
                                    </p:animEffect>
                                    <p:set>
                                      <p:cBhvr>
                                        <p:cTn id="75" dur="1" fill="hold">
                                          <p:stCondLst>
                                            <p:cond delay="249"/>
                                          </p:stCondLst>
                                        </p:cTn>
                                        <p:tgtEl>
                                          <p:spTgt spid="12006"/>
                                        </p:tgtEl>
                                        <p:attrNameLst>
                                          <p:attrName>style.visibility</p:attrName>
                                        </p:attrNameLst>
                                      </p:cBhvr>
                                      <p:to>
                                        <p:strVal val="hidden"/>
                                      </p:to>
                                    </p:set>
                                  </p:childTnLst>
                                </p:cTn>
                              </p:par>
                              <p:par>
                                <p:cTn id="76" presetID="10" presetClass="entr" presetSubtype="0" fill="hold" nodeType="withEffect">
                                  <p:stCondLst>
                                    <p:cond delay="750"/>
                                  </p:stCondLst>
                                  <p:childTnLst>
                                    <p:animEffect transition="in" filter="fade">
                                      <p:cBhvr>
                                        <p:cTn id="77" dur="300"/>
                                        <p:tgtEl>
                                          <p:spTgt spid="12007"/>
                                        </p:tgtEl>
                                      </p:cBhvr>
                                    </p:animEffect>
                                    <p:set>
                                      <p:cBhvr>
                                        <p:cTn id="78" dur="1" fill="hold">
                                          <p:stCondLst>
                                            <p:cond delay="0"/>
                                          </p:stCondLst>
                                        </p:cTn>
                                        <p:tgtEl>
                                          <p:spTgt spid="12007"/>
                                        </p:tgtEl>
                                        <p:attrNameLst>
                                          <p:attrName>style.visibility</p:attrName>
                                        </p:attrNameLst>
                                      </p:cBhvr>
                                      <p:to>
                                        <p:strVal val="visible"/>
                                      </p:to>
                                    </p:set>
                                  </p:childTnLst>
                                </p:cTn>
                              </p:par>
                              <p:par>
                                <p:cTn id="79" presetID="10" presetClass="entr" presetSubtype="0" fill="hold" nodeType="withEffect">
                                  <p:stCondLst>
                                    <p:cond delay="750"/>
                                  </p:stCondLst>
                                  <p:childTnLst>
                                    <p:animEffect transition="in" filter="fade">
                                      <p:cBhvr>
                                        <p:cTn id="80" dur="300"/>
                                        <p:tgtEl>
                                          <p:spTgt spid="12008"/>
                                        </p:tgtEl>
                                      </p:cBhvr>
                                    </p:animEffect>
                                    <p:set>
                                      <p:cBhvr>
                                        <p:cTn id="81" dur="1" fill="hold">
                                          <p:stCondLst>
                                            <p:cond delay="0"/>
                                          </p:stCondLst>
                                        </p:cTn>
                                        <p:tgtEl>
                                          <p:spTgt spid="12008"/>
                                        </p:tgtEl>
                                        <p:attrNameLst>
                                          <p:attrName>style.visibility</p:attrName>
                                        </p:attrNameLst>
                                      </p:cBhvr>
                                      <p:to>
                                        <p:strVal val="visible"/>
                                      </p:to>
                                    </p:set>
                                  </p:childTnLst>
                                </p:cTn>
                              </p:par>
                              <p:par>
                                <p:cTn id="82" presetID="10" presetClass="entr" presetSubtype="0" fill="hold" nodeType="withEffect">
                                  <p:stCondLst>
                                    <p:cond delay="750"/>
                                  </p:stCondLst>
                                  <p:childTnLst>
                                    <p:animEffect transition="in" filter="fade">
                                      <p:cBhvr>
                                        <p:cTn id="83" dur="300"/>
                                        <p:tgtEl>
                                          <p:spTgt spid="12009"/>
                                        </p:tgtEl>
                                      </p:cBhvr>
                                    </p:animEffect>
                                    <p:set>
                                      <p:cBhvr>
                                        <p:cTn id="84" dur="1" fill="hold">
                                          <p:stCondLst>
                                            <p:cond delay="0"/>
                                          </p:stCondLst>
                                        </p:cTn>
                                        <p:tgtEl>
                                          <p:spTgt spid="12009"/>
                                        </p:tgtEl>
                                        <p:attrNameLst>
                                          <p:attrName>style.visibility</p:attrName>
                                        </p:attrNameLst>
                                      </p:cBhvr>
                                      <p:to>
                                        <p:strVal val="visible"/>
                                      </p:to>
                                    </p:set>
                                  </p:childTnLst>
                                </p:cTn>
                              </p:par>
                              <p:par>
                                <p:cTn id="85" presetID="10" presetClass="entr" presetSubtype="0" fill="hold" nodeType="withEffect">
                                  <p:stCondLst>
                                    <p:cond delay="750"/>
                                  </p:stCondLst>
                                  <p:childTnLst>
                                    <p:animEffect transition="in" filter="fade">
                                      <p:cBhvr>
                                        <p:cTn id="86" dur="300"/>
                                        <p:tgtEl>
                                          <p:spTgt spid="12010"/>
                                        </p:tgtEl>
                                      </p:cBhvr>
                                    </p:animEffect>
                                    <p:set>
                                      <p:cBhvr>
                                        <p:cTn id="87" dur="1" fill="hold">
                                          <p:stCondLst>
                                            <p:cond delay="0"/>
                                          </p:stCondLst>
                                        </p:cTn>
                                        <p:tgtEl>
                                          <p:spTgt spid="12010"/>
                                        </p:tgtEl>
                                        <p:attrNameLst>
                                          <p:attrName>style.visibility</p:attrName>
                                        </p:attrNameLst>
                                      </p:cBhvr>
                                      <p:to>
                                        <p:strVal val="visible"/>
                                      </p:to>
                                    </p:set>
                                  </p:childTnLst>
                                </p:cTn>
                              </p:par>
                              <p:par>
                                <p:cTn id="88" presetID="10" presetClass="entr" presetSubtype="0" fill="hold" nodeType="withEffect">
                                  <p:stCondLst>
                                    <p:cond delay="750"/>
                                  </p:stCondLst>
                                  <p:childTnLst>
                                    <p:animEffect transition="in" filter="fade">
                                      <p:cBhvr>
                                        <p:cTn id="89" dur="300"/>
                                        <p:tgtEl>
                                          <p:spTgt spid="12011"/>
                                        </p:tgtEl>
                                      </p:cBhvr>
                                    </p:animEffect>
                                    <p:set>
                                      <p:cBhvr>
                                        <p:cTn id="90" dur="1" fill="hold">
                                          <p:stCondLst>
                                            <p:cond delay="0"/>
                                          </p:stCondLst>
                                        </p:cTn>
                                        <p:tgtEl>
                                          <p:spTgt spid="12011"/>
                                        </p:tgtEl>
                                        <p:attrNameLst>
                                          <p:attrName>style.visibility</p:attrName>
                                        </p:attrNameLst>
                                      </p:cBhvr>
                                      <p:to>
                                        <p:strVal val="visible"/>
                                      </p:to>
                                    </p:set>
                                  </p:childTnLst>
                                </p:cTn>
                              </p:par>
                              <p:par>
                                <p:cTn id="91" presetID="10" presetClass="entr" presetSubtype="0" fill="hold" nodeType="withEffect">
                                  <p:stCondLst>
                                    <p:cond delay="750"/>
                                  </p:stCondLst>
                                  <p:childTnLst>
                                    <p:animEffect transition="in" filter="fade">
                                      <p:cBhvr>
                                        <p:cTn id="92" dur="300"/>
                                        <p:tgtEl>
                                          <p:spTgt spid="12012"/>
                                        </p:tgtEl>
                                      </p:cBhvr>
                                    </p:animEffect>
                                    <p:set>
                                      <p:cBhvr>
                                        <p:cTn id="93" dur="1" fill="hold">
                                          <p:stCondLst>
                                            <p:cond delay="0"/>
                                          </p:stCondLst>
                                        </p:cTn>
                                        <p:tgtEl>
                                          <p:spTgt spid="12012"/>
                                        </p:tgtEl>
                                        <p:attrNameLst>
                                          <p:attrName>style.visibility</p:attrName>
                                        </p:attrNameLst>
                                      </p:cBhvr>
                                      <p:to>
                                        <p:strVal val="visible"/>
                                      </p:to>
                                    </p:set>
                                  </p:childTnLst>
                                </p:cTn>
                              </p:par>
                              <p:par>
                                <p:cTn id="94" presetID="10" presetClass="exit" presetSubtype="0" fill="hold" nodeType="withEffect">
                                  <p:stCondLst>
                                    <p:cond delay="0"/>
                                  </p:stCondLst>
                                  <p:childTnLst>
                                    <p:animEffect transition="out" filter="fade">
                                      <p:cBhvr>
                                        <p:cTn id="95" dur="300"/>
                                        <p:tgtEl>
                                          <p:spTgt spid="11011"/>
                                        </p:tgtEl>
                                      </p:cBhvr>
                                    </p:animEffect>
                                    <p:set>
                                      <p:cBhvr>
                                        <p:cTn id="96" dur="1" fill="hold">
                                          <p:stCondLst>
                                            <p:cond delay="299"/>
                                          </p:stCondLst>
                                        </p:cTn>
                                        <p:tgtEl>
                                          <p:spTgt spid="11011"/>
                                        </p:tgtEl>
                                        <p:attrNameLst>
                                          <p:attrName>style.visibility</p:attrName>
                                        </p:attrNameLst>
                                      </p:cBhvr>
                                      <p:to>
                                        <p:strVal val="hidden"/>
                                      </p:to>
                                    </p:set>
                                  </p:childTnLst>
                                </p:cTn>
                              </p:par>
                              <p:par>
                                <p:cTn id="97" presetID="10" presetClass="entr" presetSubtype="0" fill="hold" nodeType="withEffect">
                                  <p:stCondLst>
                                    <p:cond delay="0"/>
                                  </p:stCondLst>
                                  <p:childTnLst>
                                    <p:animEffect transition="in" filter="fade">
                                      <p:cBhvr>
                                        <p:cTn id="98" dur="300"/>
                                        <p:tgtEl>
                                          <p:spTgt spid="12027"/>
                                        </p:tgtEl>
                                      </p:cBhvr>
                                    </p:animEffect>
                                    <p:set>
                                      <p:cBhvr>
                                        <p:cTn id="99" dur="1" fill="hold">
                                          <p:stCondLst>
                                            <p:cond delay="0"/>
                                          </p:stCondLst>
                                        </p:cTn>
                                        <p:tgtEl>
                                          <p:spTgt spid="12027"/>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0" presetClass="path" presetSubtype="0" fill="hold" nodeType="clickEffect">
                                  <p:stCondLst>
                                    <p:cond delay="0"/>
                                  </p:stCondLst>
                                  <p:childTnLst>
                                    <p:animMotion origin="layout" path="M 0 0 C 0.012272994 -0.035455317 0.038389717 -0.046510015 0.058333333 -0.024691358 C 0.078276949 -0.002872701 0.084495217 0.043557028 0.072222222 0.079012346 E" pathEditMode="relative" rAng="0">
                                      <p:cBhvr>
                                        <p:cTn id="103" dur="1400" accel="20000" decel="20000" fill="hold"/>
                                        <p:tgtEl>
                                          <p:spTgt spid="12007"/>
                                        </p:tgtEl>
                                        <p:attrNameLst>
                                          <p:attrName>ppt_x</p:attrName>
                                          <p:attrName>ppt_y</p:attrName>
                                        </p:attrNameLst>
                                      </p:cBhvr>
                                      <p:rCtr x="0" y="0"/>
                                    </p:animMotion>
                                  </p:childTnLst>
                                </p:cTn>
                              </p:par>
                              <p:par>
                                <p:cTn id="104" presetID="10" presetClass="exit" presetSubtype="0" fill="hold" nodeType="withEffect">
                                  <p:stCondLst>
                                    <p:cond delay="1150"/>
                                  </p:stCondLst>
                                  <p:childTnLst>
                                    <p:animEffect transition="out" filter="fade">
                                      <p:cBhvr>
                                        <p:cTn id="105" dur="250"/>
                                        <p:tgtEl>
                                          <p:spTgt spid="12007"/>
                                        </p:tgtEl>
                                      </p:cBhvr>
                                    </p:animEffect>
                                    <p:set>
                                      <p:cBhvr>
                                        <p:cTn id="106" dur="1" fill="hold">
                                          <p:stCondLst>
                                            <p:cond delay="249"/>
                                          </p:stCondLst>
                                        </p:cTn>
                                        <p:tgtEl>
                                          <p:spTgt spid="12007"/>
                                        </p:tgtEl>
                                        <p:attrNameLst>
                                          <p:attrName>style.visibility</p:attrName>
                                        </p:attrNameLst>
                                      </p:cBhvr>
                                      <p:to>
                                        <p:strVal val="hidden"/>
                                      </p:to>
                                    </p:set>
                                  </p:childTnLst>
                                </p:cTn>
                              </p:par>
                              <p:par>
                                <p:cTn id="107"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08" dur="1400" accel="20000" decel="20000" fill="hold"/>
                                        <p:tgtEl>
                                          <p:spTgt spid="12008"/>
                                        </p:tgtEl>
                                        <p:attrNameLst>
                                          <p:attrName>ppt_x</p:attrName>
                                          <p:attrName>ppt_y</p:attrName>
                                        </p:attrNameLst>
                                      </p:cBhvr>
                                      <p:rCtr x="0" y="0"/>
                                    </p:animMotion>
                                  </p:childTnLst>
                                </p:cTn>
                              </p:par>
                              <p:par>
                                <p:cTn id="109" presetID="10" presetClass="exit" presetSubtype="0" fill="hold" nodeType="withEffect">
                                  <p:stCondLst>
                                    <p:cond delay="1150"/>
                                  </p:stCondLst>
                                  <p:childTnLst>
                                    <p:animEffect transition="out" filter="fade">
                                      <p:cBhvr>
                                        <p:cTn id="110" dur="250"/>
                                        <p:tgtEl>
                                          <p:spTgt spid="12008"/>
                                        </p:tgtEl>
                                      </p:cBhvr>
                                    </p:animEffect>
                                    <p:set>
                                      <p:cBhvr>
                                        <p:cTn id="111" dur="1" fill="hold">
                                          <p:stCondLst>
                                            <p:cond delay="249"/>
                                          </p:stCondLst>
                                        </p:cTn>
                                        <p:tgtEl>
                                          <p:spTgt spid="12008"/>
                                        </p:tgtEl>
                                        <p:attrNameLst>
                                          <p:attrName>style.visibility</p:attrName>
                                        </p:attrNameLst>
                                      </p:cBhvr>
                                      <p:to>
                                        <p:strVal val="hidden"/>
                                      </p:to>
                                    </p:set>
                                  </p:childTnLst>
                                </p:cTn>
                              </p:par>
                              <p:par>
                                <p:cTn id="112"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3" dur="1400" accel="20000" decel="20000" fill="hold"/>
                                        <p:tgtEl>
                                          <p:spTgt spid="12009"/>
                                        </p:tgtEl>
                                        <p:attrNameLst>
                                          <p:attrName>ppt_x</p:attrName>
                                          <p:attrName>ppt_y</p:attrName>
                                        </p:attrNameLst>
                                      </p:cBhvr>
                                      <p:rCtr x="0" y="0"/>
                                    </p:animMotion>
                                  </p:childTnLst>
                                </p:cTn>
                              </p:par>
                              <p:par>
                                <p:cTn id="114" presetID="10" presetClass="exit" presetSubtype="0" fill="hold" nodeType="withEffect">
                                  <p:stCondLst>
                                    <p:cond delay="1150"/>
                                  </p:stCondLst>
                                  <p:childTnLst>
                                    <p:animEffect transition="out" filter="fade">
                                      <p:cBhvr>
                                        <p:cTn id="115" dur="250"/>
                                        <p:tgtEl>
                                          <p:spTgt spid="12009"/>
                                        </p:tgtEl>
                                      </p:cBhvr>
                                    </p:animEffect>
                                    <p:set>
                                      <p:cBhvr>
                                        <p:cTn id="116" dur="1" fill="hold">
                                          <p:stCondLst>
                                            <p:cond delay="249"/>
                                          </p:stCondLst>
                                        </p:cTn>
                                        <p:tgtEl>
                                          <p:spTgt spid="12009"/>
                                        </p:tgtEl>
                                        <p:attrNameLst>
                                          <p:attrName>style.visibility</p:attrName>
                                        </p:attrNameLst>
                                      </p:cBhvr>
                                      <p:to>
                                        <p:strVal val="hidden"/>
                                      </p:to>
                                    </p:set>
                                  </p:childTnLst>
                                </p:cTn>
                              </p:par>
                              <p:par>
                                <p:cTn id="117" presetID="0" presetClass="path" presetSubtype="0" fill="hold" nodeType="withEffect">
                                  <p:stCondLst>
                                    <p:cond delay="0"/>
                                  </p:stCondLst>
                                  <p:childTnLst>
                                    <p:animMotion origin="layout" path="M 0 0 C -0.012272994 0.035455317 -0.038389717 0.046510015 -0.058333333 0.024691358 C -0.078276949 0.002872701 -0.084495217 -0.043557028 -0.072222222 -0.079012346 E" pathEditMode="relative" rAng="0">
                                      <p:cBhvr>
                                        <p:cTn id="118" dur="1400" accel="20000" decel="20000" fill="hold"/>
                                        <p:tgtEl>
                                          <p:spTgt spid="12010"/>
                                        </p:tgtEl>
                                        <p:attrNameLst>
                                          <p:attrName>ppt_x</p:attrName>
                                          <p:attrName>ppt_y</p:attrName>
                                        </p:attrNameLst>
                                      </p:cBhvr>
                                      <p:rCtr x="0" y="0"/>
                                    </p:animMotion>
                                  </p:childTnLst>
                                </p:cTn>
                              </p:par>
                              <p:par>
                                <p:cTn id="119" presetID="10" presetClass="exit" presetSubtype="0" fill="hold" nodeType="withEffect">
                                  <p:stCondLst>
                                    <p:cond delay="1150"/>
                                  </p:stCondLst>
                                  <p:childTnLst>
                                    <p:animEffect transition="out" filter="fade">
                                      <p:cBhvr>
                                        <p:cTn id="120" dur="250"/>
                                        <p:tgtEl>
                                          <p:spTgt spid="12010"/>
                                        </p:tgtEl>
                                      </p:cBhvr>
                                    </p:animEffect>
                                    <p:set>
                                      <p:cBhvr>
                                        <p:cTn id="121" dur="1" fill="hold">
                                          <p:stCondLst>
                                            <p:cond delay="249"/>
                                          </p:stCondLst>
                                        </p:cTn>
                                        <p:tgtEl>
                                          <p:spTgt spid="12010"/>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250"/>
                                        <p:tgtEl>
                                          <p:spTgt spid="12011"/>
                                        </p:tgtEl>
                                      </p:cBhvr>
                                    </p:animEffect>
                                    <p:set>
                                      <p:cBhvr>
                                        <p:cTn id="124" dur="1" fill="hold">
                                          <p:stCondLst>
                                            <p:cond delay="249"/>
                                          </p:stCondLst>
                                        </p:cTn>
                                        <p:tgtEl>
                                          <p:spTgt spid="12011"/>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250"/>
                                        <p:tgtEl>
                                          <p:spTgt spid="12012"/>
                                        </p:tgtEl>
                                      </p:cBhvr>
                                    </p:animEffect>
                                    <p:set>
                                      <p:cBhvr>
                                        <p:cTn id="127" dur="1" fill="hold">
                                          <p:stCondLst>
                                            <p:cond delay="249"/>
                                          </p:stCondLst>
                                        </p:cTn>
                                        <p:tgtEl>
                                          <p:spTgt spid="12012"/>
                                        </p:tgtEl>
                                        <p:attrNameLst>
                                          <p:attrName>style.visibility</p:attrName>
                                        </p:attrNameLst>
                                      </p:cBhvr>
                                      <p:to>
                                        <p:strVal val="hidden"/>
                                      </p:to>
                                    </p:set>
                                  </p:childTnLst>
                                </p:cTn>
                              </p:par>
                              <p:par>
                                <p:cTn id="128" presetID="10" presetClass="entr" presetSubtype="0" fill="hold" nodeType="withEffect">
                                  <p:stCondLst>
                                    <p:cond delay="1150"/>
                                  </p:stCondLst>
                                  <p:childTnLst>
                                    <p:animEffect transition="in" filter="fade">
                                      <p:cBhvr>
                                        <p:cTn id="129" dur="300"/>
                                        <p:tgtEl>
                                          <p:spTgt spid="12013"/>
                                        </p:tgtEl>
                                      </p:cBhvr>
                                    </p:animEffect>
                                    <p:set>
                                      <p:cBhvr>
                                        <p:cTn id="130" dur="1" fill="hold">
                                          <p:stCondLst>
                                            <p:cond delay="0"/>
                                          </p:stCondLst>
                                        </p:cTn>
                                        <p:tgtEl>
                                          <p:spTgt spid="12013"/>
                                        </p:tgtEl>
                                        <p:attrNameLst>
                                          <p:attrName>style.visibility</p:attrName>
                                        </p:attrNameLst>
                                      </p:cBhvr>
                                      <p:to>
                                        <p:strVal val="visible"/>
                                      </p:to>
                                    </p:set>
                                  </p:childTnLst>
                                </p:cTn>
                              </p:par>
                              <p:par>
                                <p:cTn id="131" presetID="10" presetClass="entr" presetSubtype="0" fill="hold" nodeType="withEffect">
                                  <p:stCondLst>
                                    <p:cond delay="1150"/>
                                  </p:stCondLst>
                                  <p:childTnLst>
                                    <p:animEffect transition="in" filter="fade">
                                      <p:cBhvr>
                                        <p:cTn id="132" dur="300"/>
                                        <p:tgtEl>
                                          <p:spTgt spid="12014"/>
                                        </p:tgtEl>
                                      </p:cBhvr>
                                    </p:animEffect>
                                    <p:set>
                                      <p:cBhvr>
                                        <p:cTn id="133" dur="1" fill="hold">
                                          <p:stCondLst>
                                            <p:cond delay="0"/>
                                          </p:stCondLst>
                                        </p:cTn>
                                        <p:tgtEl>
                                          <p:spTgt spid="12014"/>
                                        </p:tgtEl>
                                        <p:attrNameLst>
                                          <p:attrName>style.visibility</p:attrName>
                                        </p:attrNameLst>
                                      </p:cBhvr>
                                      <p:to>
                                        <p:strVal val="visible"/>
                                      </p:to>
                                    </p:set>
                                  </p:childTnLst>
                                </p:cTn>
                              </p:par>
                              <p:par>
                                <p:cTn id="134" presetID="10" presetClass="entr" presetSubtype="0" fill="hold" nodeType="withEffect">
                                  <p:stCondLst>
                                    <p:cond delay="1150"/>
                                  </p:stCondLst>
                                  <p:childTnLst>
                                    <p:animEffect transition="in" filter="fade">
                                      <p:cBhvr>
                                        <p:cTn id="135" dur="300"/>
                                        <p:tgtEl>
                                          <p:spTgt spid="12015"/>
                                        </p:tgtEl>
                                      </p:cBhvr>
                                    </p:animEffect>
                                    <p:set>
                                      <p:cBhvr>
                                        <p:cTn id="136" dur="1" fill="hold">
                                          <p:stCondLst>
                                            <p:cond delay="0"/>
                                          </p:stCondLst>
                                        </p:cTn>
                                        <p:tgtEl>
                                          <p:spTgt spid="12015"/>
                                        </p:tgtEl>
                                        <p:attrNameLst>
                                          <p:attrName>style.visibility</p:attrName>
                                        </p:attrNameLst>
                                      </p:cBhvr>
                                      <p:to>
                                        <p:strVal val="visible"/>
                                      </p:to>
                                    </p:set>
                                  </p:childTnLst>
                                </p:cTn>
                              </p:par>
                              <p:par>
                                <p:cTn id="137" presetID="10" presetClass="entr" presetSubtype="0" fill="hold" nodeType="withEffect">
                                  <p:stCondLst>
                                    <p:cond delay="1150"/>
                                  </p:stCondLst>
                                  <p:childTnLst>
                                    <p:animEffect transition="in" filter="fade">
                                      <p:cBhvr>
                                        <p:cTn id="138" dur="300"/>
                                        <p:tgtEl>
                                          <p:spTgt spid="12016"/>
                                        </p:tgtEl>
                                      </p:cBhvr>
                                    </p:animEffect>
                                    <p:set>
                                      <p:cBhvr>
                                        <p:cTn id="139" dur="1" fill="hold">
                                          <p:stCondLst>
                                            <p:cond delay="0"/>
                                          </p:stCondLst>
                                        </p:cTn>
                                        <p:tgtEl>
                                          <p:spTgt spid="12016"/>
                                        </p:tgtEl>
                                        <p:attrNameLst>
                                          <p:attrName>style.visibility</p:attrName>
                                        </p:attrNameLst>
                                      </p:cBhvr>
                                      <p:to>
                                        <p:strVal val="visible"/>
                                      </p:to>
                                    </p:set>
                                  </p:childTnLst>
                                </p:cTn>
                              </p:par>
                              <p:par>
                                <p:cTn id="140" presetID="10" presetClass="entr" presetSubtype="0" fill="hold" nodeType="withEffect">
                                  <p:stCondLst>
                                    <p:cond delay="1150"/>
                                  </p:stCondLst>
                                  <p:childTnLst>
                                    <p:animEffect transition="in" filter="fade">
                                      <p:cBhvr>
                                        <p:cTn id="141" dur="300"/>
                                        <p:tgtEl>
                                          <p:spTgt spid="12017"/>
                                        </p:tgtEl>
                                      </p:cBhvr>
                                    </p:animEffect>
                                    <p:set>
                                      <p:cBhvr>
                                        <p:cTn id="142" dur="1" fill="hold">
                                          <p:stCondLst>
                                            <p:cond delay="0"/>
                                          </p:stCondLst>
                                        </p:cTn>
                                        <p:tgtEl>
                                          <p:spTgt spid="12017"/>
                                        </p:tgtEl>
                                        <p:attrNameLst>
                                          <p:attrName>style.visibility</p:attrName>
                                        </p:attrNameLst>
                                      </p:cBhvr>
                                      <p:to>
                                        <p:strVal val="visible"/>
                                      </p:to>
                                    </p:set>
                                  </p:childTnLst>
                                </p:cTn>
                              </p:par>
                              <p:par>
                                <p:cTn id="143" presetID="10" presetClass="exit" presetSubtype="0" fill="hold" nodeType="withEffect">
                                  <p:stCondLst>
                                    <p:cond delay="0"/>
                                  </p:stCondLst>
                                  <p:childTnLst>
                                    <p:animEffect transition="out" filter="fade">
                                      <p:cBhvr>
                                        <p:cTn id="144" dur="300"/>
                                        <p:tgtEl>
                                          <p:spTgt spid="12027"/>
                                        </p:tgtEl>
                                      </p:cBhvr>
                                    </p:animEffect>
                                    <p:set>
                                      <p:cBhvr>
                                        <p:cTn id="145" dur="1" fill="hold">
                                          <p:stCondLst>
                                            <p:cond delay="299"/>
                                          </p:stCondLst>
                                        </p:cTn>
                                        <p:tgtEl>
                                          <p:spTgt spid="12027"/>
                                        </p:tgtEl>
                                        <p:attrNameLst>
                                          <p:attrName>style.visibility</p:attrName>
                                        </p:attrNameLst>
                                      </p:cBhvr>
                                      <p:to>
                                        <p:strVal val="hidden"/>
                                      </p:to>
                                    </p:set>
                                  </p:childTnLst>
                                </p:cTn>
                              </p:par>
                              <p:par>
                                <p:cTn id="146" presetID="10" presetClass="entr" presetSubtype="0" fill="hold" nodeType="withEffect">
                                  <p:stCondLst>
                                    <p:cond delay="0"/>
                                  </p:stCondLst>
                                  <p:childTnLst>
                                    <p:animEffect transition="in" filter="fade">
                                      <p:cBhvr>
                                        <p:cTn id="147" dur="300"/>
                                        <p:tgtEl>
                                          <p:spTgt spid="12028"/>
                                        </p:tgtEl>
                                      </p:cBhvr>
                                    </p:animEffect>
                                    <p:set>
                                      <p:cBhvr>
                                        <p:cTn id="148" dur="1" fill="hold">
                                          <p:stCondLst>
                                            <p:cond delay="0"/>
                                          </p:stCondLst>
                                        </p:cTn>
                                        <p:tgtEl>
                                          <p:spTgt spid="12028"/>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0" presetClass="exit" presetSubtype="0" fill="hold" nodeType="clickEffect">
                                  <p:stCondLst>
                                    <p:cond delay="400"/>
                                  </p:stCondLst>
                                  <p:childTnLst>
                                    <p:animEffect transition="out" filter="fade">
                                      <p:cBhvr>
                                        <p:cTn id="152" dur="250"/>
                                        <p:tgtEl>
                                          <p:spTgt spid="12013"/>
                                        </p:tgtEl>
                                      </p:cBhvr>
                                    </p:animEffect>
                                    <p:set>
                                      <p:cBhvr>
                                        <p:cTn id="153" dur="1" fill="hold">
                                          <p:stCondLst>
                                            <p:cond delay="249"/>
                                          </p:stCondLst>
                                        </p:cTn>
                                        <p:tgtEl>
                                          <p:spTgt spid="12013"/>
                                        </p:tgtEl>
                                        <p:attrNameLst>
                                          <p:attrName>style.visibility</p:attrName>
                                        </p:attrNameLst>
                                      </p:cBhvr>
                                      <p:to>
                                        <p:strVal val="hidden"/>
                                      </p:to>
                                    </p:set>
                                  </p:childTnLst>
                                </p:cTn>
                              </p:par>
                              <p:par>
                                <p:cTn id="154" presetID="10" presetClass="exit" presetSubtype="0" fill="hold" nodeType="withEffect">
                                  <p:stCondLst>
                                    <p:cond delay="400"/>
                                  </p:stCondLst>
                                  <p:childTnLst>
                                    <p:animEffect transition="out" filter="fade">
                                      <p:cBhvr>
                                        <p:cTn id="155" dur="250"/>
                                        <p:tgtEl>
                                          <p:spTgt spid="12014"/>
                                        </p:tgtEl>
                                      </p:cBhvr>
                                    </p:animEffect>
                                    <p:set>
                                      <p:cBhvr>
                                        <p:cTn id="156" dur="1" fill="hold">
                                          <p:stCondLst>
                                            <p:cond delay="249"/>
                                          </p:stCondLst>
                                        </p:cTn>
                                        <p:tgtEl>
                                          <p:spTgt spid="12014"/>
                                        </p:tgtEl>
                                        <p:attrNameLst>
                                          <p:attrName>style.visibility</p:attrName>
                                        </p:attrNameLst>
                                      </p:cBhvr>
                                      <p:to>
                                        <p:strVal val="hidden"/>
                                      </p:to>
                                    </p:set>
                                  </p:childTnLst>
                                </p:cTn>
                              </p:par>
                              <p:par>
                                <p:cTn id="157" presetID="10" presetClass="exit" presetSubtype="0" fill="hold" nodeType="withEffect">
                                  <p:stCondLst>
                                    <p:cond delay="400"/>
                                  </p:stCondLst>
                                  <p:childTnLst>
                                    <p:animEffect transition="out" filter="fade">
                                      <p:cBhvr>
                                        <p:cTn id="158" dur="250"/>
                                        <p:tgtEl>
                                          <p:spTgt spid="12015"/>
                                        </p:tgtEl>
                                      </p:cBhvr>
                                    </p:animEffect>
                                    <p:set>
                                      <p:cBhvr>
                                        <p:cTn id="159" dur="1" fill="hold">
                                          <p:stCondLst>
                                            <p:cond delay="249"/>
                                          </p:stCondLst>
                                        </p:cTn>
                                        <p:tgtEl>
                                          <p:spTgt spid="12015"/>
                                        </p:tgtEl>
                                        <p:attrNameLst>
                                          <p:attrName>style.visibility</p:attrName>
                                        </p:attrNameLst>
                                      </p:cBhvr>
                                      <p:to>
                                        <p:strVal val="hidden"/>
                                      </p:to>
                                    </p:set>
                                  </p:childTnLst>
                                </p:cTn>
                              </p:par>
                              <p:par>
                                <p:cTn id="160" presetID="10" presetClass="exit" presetSubtype="0" fill="hold" nodeType="withEffect">
                                  <p:stCondLst>
                                    <p:cond delay="400"/>
                                  </p:stCondLst>
                                  <p:childTnLst>
                                    <p:animEffect transition="out" filter="fade">
                                      <p:cBhvr>
                                        <p:cTn id="161" dur="250"/>
                                        <p:tgtEl>
                                          <p:spTgt spid="12016"/>
                                        </p:tgtEl>
                                      </p:cBhvr>
                                    </p:animEffect>
                                    <p:set>
                                      <p:cBhvr>
                                        <p:cTn id="162" dur="1" fill="hold">
                                          <p:stCondLst>
                                            <p:cond delay="249"/>
                                          </p:stCondLst>
                                        </p:cTn>
                                        <p:tgtEl>
                                          <p:spTgt spid="12016"/>
                                        </p:tgtEl>
                                        <p:attrNameLst>
                                          <p:attrName>style.visibility</p:attrName>
                                        </p:attrNameLst>
                                      </p:cBhvr>
                                      <p:to>
                                        <p:strVal val="hidden"/>
                                      </p:to>
                                    </p:set>
                                  </p:childTnLst>
                                </p:cTn>
                              </p:par>
                              <p:par>
                                <p:cTn id="163" presetID="10" presetClass="exit" presetSubtype="0" fill="hold" nodeType="withEffect">
                                  <p:stCondLst>
                                    <p:cond delay="0"/>
                                  </p:stCondLst>
                                  <p:childTnLst>
                                    <p:animEffect transition="out" filter="fade">
                                      <p:cBhvr>
                                        <p:cTn id="164" dur="250"/>
                                        <p:tgtEl>
                                          <p:spTgt spid="12017"/>
                                        </p:tgtEl>
                                      </p:cBhvr>
                                    </p:animEffect>
                                    <p:set>
                                      <p:cBhvr>
                                        <p:cTn id="165" dur="1" fill="hold">
                                          <p:stCondLst>
                                            <p:cond delay="249"/>
                                          </p:stCondLst>
                                        </p:cTn>
                                        <p:tgtEl>
                                          <p:spTgt spid="12017"/>
                                        </p:tgtEl>
                                        <p:attrNameLst>
                                          <p:attrName>style.visibility</p:attrName>
                                        </p:attrNameLst>
                                      </p:cBhvr>
                                      <p:to>
                                        <p:strVal val="hidden"/>
                                      </p:to>
                                    </p:set>
                                  </p:childTnLst>
                                </p:cTn>
                              </p:par>
                              <p:par>
                                <p:cTn id="166" presetID="10" presetClass="entr" presetSubtype="0" fill="hold" nodeType="withEffect">
                                  <p:stCondLst>
                                    <p:cond delay="400"/>
                                  </p:stCondLst>
                                  <p:childTnLst>
                                    <p:animEffect transition="in" filter="fade">
                                      <p:cBhvr>
                                        <p:cTn id="167" dur="300"/>
                                        <p:tgtEl>
                                          <p:spTgt spid="12018"/>
                                        </p:tgtEl>
                                      </p:cBhvr>
                                    </p:animEffect>
                                    <p:set>
                                      <p:cBhvr>
                                        <p:cTn id="168" dur="1" fill="hold">
                                          <p:stCondLst>
                                            <p:cond delay="0"/>
                                          </p:stCondLst>
                                        </p:cTn>
                                        <p:tgtEl>
                                          <p:spTgt spid="12018"/>
                                        </p:tgtEl>
                                        <p:attrNameLst>
                                          <p:attrName>style.visibility</p:attrName>
                                        </p:attrNameLst>
                                      </p:cBhvr>
                                      <p:to>
                                        <p:strVal val="visible"/>
                                      </p:to>
                                    </p:set>
                                  </p:childTnLst>
                                </p:cTn>
                              </p:par>
                              <p:par>
                                <p:cTn id="169" presetID="10" presetClass="entr" presetSubtype="0" fill="hold" nodeType="withEffect">
                                  <p:stCondLst>
                                    <p:cond delay="400"/>
                                  </p:stCondLst>
                                  <p:childTnLst>
                                    <p:animEffect transition="in" filter="fade">
                                      <p:cBhvr>
                                        <p:cTn id="170" dur="300"/>
                                        <p:tgtEl>
                                          <p:spTgt spid="12019"/>
                                        </p:tgtEl>
                                      </p:cBhvr>
                                    </p:animEffect>
                                    <p:set>
                                      <p:cBhvr>
                                        <p:cTn id="171" dur="1" fill="hold">
                                          <p:stCondLst>
                                            <p:cond delay="0"/>
                                          </p:stCondLst>
                                        </p:cTn>
                                        <p:tgtEl>
                                          <p:spTgt spid="12019"/>
                                        </p:tgtEl>
                                        <p:attrNameLst>
                                          <p:attrName>style.visibility</p:attrName>
                                        </p:attrNameLst>
                                      </p:cBhvr>
                                      <p:to>
                                        <p:strVal val="visible"/>
                                      </p:to>
                                    </p:set>
                                  </p:childTnLst>
                                </p:cTn>
                              </p:par>
                              <p:par>
                                <p:cTn id="172" presetID="10" presetClass="entr" presetSubtype="0" fill="hold" nodeType="withEffect">
                                  <p:stCondLst>
                                    <p:cond delay="400"/>
                                  </p:stCondLst>
                                  <p:childTnLst>
                                    <p:animEffect transition="in" filter="fade">
                                      <p:cBhvr>
                                        <p:cTn id="173" dur="300"/>
                                        <p:tgtEl>
                                          <p:spTgt spid="12020"/>
                                        </p:tgtEl>
                                      </p:cBhvr>
                                    </p:animEffect>
                                    <p:set>
                                      <p:cBhvr>
                                        <p:cTn id="174" dur="1" fill="hold">
                                          <p:stCondLst>
                                            <p:cond delay="0"/>
                                          </p:stCondLst>
                                        </p:cTn>
                                        <p:tgtEl>
                                          <p:spTgt spid="12020"/>
                                        </p:tgtEl>
                                        <p:attrNameLst>
                                          <p:attrName>style.visibility</p:attrName>
                                        </p:attrNameLst>
                                      </p:cBhvr>
                                      <p:to>
                                        <p:strVal val="visible"/>
                                      </p:to>
                                    </p:set>
                                  </p:childTnLst>
                                </p:cTn>
                              </p:par>
                              <p:par>
                                <p:cTn id="175" presetID="10" presetClass="entr" presetSubtype="0" fill="hold" nodeType="withEffect">
                                  <p:stCondLst>
                                    <p:cond delay="400"/>
                                  </p:stCondLst>
                                  <p:childTnLst>
                                    <p:animEffect transition="in" filter="fade">
                                      <p:cBhvr>
                                        <p:cTn id="176" dur="300"/>
                                        <p:tgtEl>
                                          <p:spTgt spid="12021"/>
                                        </p:tgtEl>
                                      </p:cBhvr>
                                    </p:animEffect>
                                    <p:set>
                                      <p:cBhvr>
                                        <p:cTn id="177" dur="1" fill="hold">
                                          <p:stCondLst>
                                            <p:cond delay="0"/>
                                          </p:stCondLst>
                                        </p:cTn>
                                        <p:tgtEl>
                                          <p:spTgt spid="12021"/>
                                        </p:tgtEl>
                                        <p:attrNameLst>
                                          <p:attrName>style.visibility</p:attrName>
                                        </p:attrNameLst>
                                      </p:cBhvr>
                                      <p:to>
                                        <p:strVal val="visible"/>
                                      </p:to>
                                    </p:set>
                                  </p:childTnLst>
                                </p:cTn>
                              </p:par>
                              <p:par>
                                <p:cTn id="178" presetID="10" presetClass="entr" presetSubtype="0" fill="hold" nodeType="withEffect">
                                  <p:stCondLst>
                                    <p:cond delay="400"/>
                                  </p:stCondLst>
                                  <p:childTnLst>
                                    <p:animEffect transition="in" filter="fade">
                                      <p:cBhvr>
                                        <p:cTn id="179" dur="300"/>
                                        <p:tgtEl>
                                          <p:spTgt spid="12022"/>
                                        </p:tgtEl>
                                      </p:cBhvr>
                                    </p:animEffect>
                                    <p:set>
                                      <p:cBhvr>
                                        <p:cTn id="180" dur="1" fill="hold">
                                          <p:stCondLst>
                                            <p:cond delay="0"/>
                                          </p:stCondLst>
                                        </p:cTn>
                                        <p:tgtEl>
                                          <p:spTgt spid="12022"/>
                                        </p:tgtEl>
                                        <p:attrNameLst>
                                          <p:attrName>style.visibility</p:attrName>
                                        </p:attrNameLst>
                                      </p:cBhvr>
                                      <p:to>
                                        <p:strVal val="visible"/>
                                      </p:to>
                                    </p:set>
                                  </p:childTnLst>
                                </p:cTn>
                              </p:par>
                              <p:par>
                                <p:cTn id="181" presetID="10" presetClass="entr" presetSubtype="0" fill="hold" nodeType="withEffect">
                                  <p:stCondLst>
                                    <p:cond delay="400"/>
                                  </p:stCondLst>
                                  <p:childTnLst>
                                    <p:animEffect transition="in" filter="fade">
                                      <p:cBhvr>
                                        <p:cTn id="182" dur="300"/>
                                        <p:tgtEl>
                                          <p:spTgt spid="12023"/>
                                        </p:tgtEl>
                                      </p:cBhvr>
                                    </p:animEffect>
                                    <p:set>
                                      <p:cBhvr>
                                        <p:cTn id="183" dur="1" fill="hold">
                                          <p:stCondLst>
                                            <p:cond delay="0"/>
                                          </p:stCondLst>
                                        </p:cTn>
                                        <p:tgtEl>
                                          <p:spTgt spid="12023"/>
                                        </p:tgtEl>
                                        <p:attrNameLst>
                                          <p:attrName>style.visibility</p:attrName>
                                        </p:attrNameLst>
                                      </p:cBhvr>
                                      <p:to>
                                        <p:strVal val="visible"/>
                                      </p:to>
                                    </p:set>
                                  </p:childTnLst>
                                </p:cTn>
                              </p:par>
                              <p:par>
                                <p:cTn id="184" presetID="10" presetClass="entr" presetSubtype="0" fill="hold" nodeType="withEffect">
                                  <p:stCondLst>
                                    <p:cond delay="400"/>
                                  </p:stCondLst>
                                  <p:childTnLst>
                                    <p:animEffect transition="in" filter="fade">
                                      <p:cBhvr>
                                        <p:cTn id="185" dur="300"/>
                                        <p:tgtEl>
                                          <p:spTgt spid="12024"/>
                                        </p:tgtEl>
                                      </p:cBhvr>
                                    </p:animEffect>
                                    <p:set>
                                      <p:cBhvr>
                                        <p:cTn id="186" dur="1" fill="hold">
                                          <p:stCondLst>
                                            <p:cond delay="0"/>
                                          </p:stCondLst>
                                        </p:cTn>
                                        <p:tgtEl>
                                          <p:spTgt spid="12024"/>
                                        </p:tgtEl>
                                        <p:attrNameLst>
                                          <p:attrName>style.visibility</p:attrName>
                                        </p:attrNameLst>
                                      </p:cBhvr>
                                      <p:to>
                                        <p:strVal val="visible"/>
                                      </p:to>
                                    </p:set>
                                  </p:childTnLst>
                                </p:cTn>
                              </p:par>
                              <p:par>
                                <p:cTn id="187" presetID="10" presetClass="exit" presetSubtype="0" fill="hold" nodeType="withEffect">
                                  <p:stCondLst>
                                    <p:cond delay="0"/>
                                  </p:stCondLst>
                                  <p:childTnLst>
                                    <p:animEffect transition="out" filter="fade">
                                      <p:cBhvr>
                                        <p:cTn id="188" dur="300"/>
                                        <p:tgtEl>
                                          <p:spTgt spid="12028"/>
                                        </p:tgtEl>
                                      </p:cBhvr>
                                    </p:animEffect>
                                    <p:set>
                                      <p:cBhvr>
                                        <p:cTn id="189" dur="1" fill="hold">
                                          <p:stCondLst>
                                            <p:cond delay="299"/>
                                          </p:stCondLst>
                                        </p:cTn>
                                        <p:tgtEl>
                                          <p:spTgt spid="12028"/>
                                        </p:tgtEl>
                                        <p:attrNameLst>
                                          <p:attrName>style.visibility</p:attrName>
                                        </p:attrNameLst>
                                      </p:cBhvr>
                                      <p:to>
                                        <p:strVal val="hidden"/>
                                      </p:to>
                                    </p:set>
                                  </p:childTnLst>
                                </p:cTn>
                              </p:par>
                              <p:par>
                                <p:cTn id="190" presetID="10" presetClass="entr" presetSubtype="0" fill="hold" nodeType="withEffect">
                                  <p:stCondLst>
                                    <p:cond delay="0"/>
                                  </p:stCondLst>
                                  <p:childTnLst>
                                    <p:animEffect transition="in" filter="fade">
                                      <p:cBhvr>
                                        <p:cTn id="191" dur="300"/>
                                        <p:tgtEl>
                                          <p:spTgt spid="12029"/>
                                        </p:tgtEl>
                                      </p:cBhvr>
                                    </p:animEffect>
                                    <p:set>
                                      <p:cBhvr>
                                        <p:cTn id="192" dur="1" fill="hold">
                                          <p:stCondLst>
                                            <p:cond delay="0"/>
                                          </p:stCondLst>
                                        </p:cTn>
                                        <p:tgtEl>
                                          <p:spTgt spid="12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P spid="11011"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