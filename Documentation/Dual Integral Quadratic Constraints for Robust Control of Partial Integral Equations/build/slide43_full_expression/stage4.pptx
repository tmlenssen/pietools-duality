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p:sp>
        <p:nvSpPr>
          <p:cNvPr id="14058" name="Full D 4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Multiply by the matrix on the right</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