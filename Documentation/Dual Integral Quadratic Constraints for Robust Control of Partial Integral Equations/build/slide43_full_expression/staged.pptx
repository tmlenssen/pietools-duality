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 standalone="yes"?>
<Relationships xmlns="http://schemas.openxmlformats.org/package/2006/relationships"><Relationship Id="rId8" Type="http://schemas.openxmlformats.org/officeDocument/2006/relationships/image" Target="../media/slide43animated_slide43theta_image145.png"/><Relationship Id="rId13" Type="http://schemas.openxmlformats.org/officeDocument/2006/relationships/image" Target="../media/slide43animated_image144.png"/><Relationship Id="rId18" Type="http://schemas.openxmlformats.org/officeDocument/2006/relationships/image" Target="../media/slide43animated_image149.png"/><Relationship Id="rId3" Type="http://schemas.openxmlformats.org/officeDocument/2006/relationships/image" Target="../media/image140.png"/><Relationship Id="rId21" Type="http://schemas.openxmlformats.org/officeDocument/2006/relationships/image" Target="../media/slide43animated_image153.png"/><Relationship Id="rId12" Type="http://schemas.openxmlformats.org/officeDocument/2006/relationships/image" Target="../media/slide43animated_image143.png"/><Relationship Id="rId17" Type="http://schemas.openxmlformats.org/officeDocument/2006/relationships/image" Target="../media/slide43animated_image148.png"/><Relationship Id="rId2" Type="http://schemas.openxmlformats.org/officeDocument/2006/relationships/notesSlide" Target="../notesSlides/notesSlide36.xml"/><Relationship Id="rId16" Type="http://schemas.openxmlformats.org/officeDocument/2006/relationships/image" Target="../media/slide43animated_image147.png"/><Relationship Id="rId20" Type="http://schemas.openxmlformats.org/officeDocument/2006/relationships/image" Target="../media/slide43animated_image152.png"/><Relationship Id="rId1" Type="http://schemas.openxmlformats.org/officeDocument/2006/relationships/slideLayout" Target="../slideLayouts/slideLayout12.xml"/><Relationship Id="rId6" Type="http://schemas.openxmlformats.org/officeDocument/2006/relationships/image" Target="../media/slide43animated_slide43theta_image143.png"/><Relationship Id="rId11" Type="http://schemas.openxmlformats.org/officeDocument/2006/relationships/image" Target="../media/slide43animated_image142.png"/><Relationship Id="rId5" Type="http://schemas.openxmlformats.org/officeDocument/2006/relationships/image" Target="../media/image142.png"/><Relationship Id="rId15" Type="http://schemas.openxmlformats.org/officeDocument/2006/relationships/image" Target="../media/slide43animated_image146.png"/><Relationship Id="rId23" Type="http://schemas.openxmlformats.org/officeDocument/2006/relationships/image" Target="../media/slide43animated_image155.png"/><Relationship Id="rId10" Type="http://schemas.openxmlformats.org/officeDocument/2006/relationships/image" Target="../media/slide43animated_image141.png"/><Relationship Id="rId19" Type="http://schemas.openxmlformats.org/officeDocument/2006/relationships/image" Target="../media/slide43animated_image151.png"/><Relationship Id="rId4" Type="http://schemas.openxmlformats.org/officeDocument/2006/relationships/image" Target="../media/image141.png"/><Relationship Id="rId9" Type="http://schemas.openxmlformats.org/officeDocument/2006/relationships/image" Target="../media/slide43animated_image140.png"/><Relationship Id="rId14" Type="http://schemas.openxmlformats.org/officeDocument/2006/relationships/image" Target="../media/slide43animated_image145.png"/><Relationship Id="rId22" Type="http://schemas.openxmlformats.org/officeDocument/2006/relationships/image" Target="../media/slide43animated_image154.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3.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4.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5.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6.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7.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9.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8.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1.png"/></Relationships>
</file>

<file path=ppt/slides/_rels/slide58.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2.png"/></Relationships>
</file>

<file path=ppt/slides/_rels/slide5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 xmlns:m="http://schemas.openxmlformats.org/officeDocument/2006/math">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 xmlns:m="http://schemas.openxmlformats.org/officeDocument/2006/math">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 xmlns:m="http://schemas.openxmlformats.org/officeDocument/2006/math">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 xmlns:m="http://schemas.openxmlformats.org/officeDocument/2006/math">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 xmlns:m="http://schemas.openxmlformats.org/officeDocument/2006/math">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 xmlns:m="http://schemas.openxmlformats.org/officeDocument/2006/math">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m="http://schemas.openxmlformats.org/officeDocument/2006/math"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 xmlns:m="http://schemas.openxmlformats.org/officeDocument/2006/math">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 xmlns:m="http://schemas.openxmlformats.org/officeDocument/2006/math">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 xmlns:m="http://schemas.openxmlformats.org/officeDocument/2006/math">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mc:Choice xmlns:a14="http://schemas.microsoft.com/office/drawing/2010/main"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i="1" smtClean="0">
                          <a:solidFill>
                            <a:srgbClr val="252529"/>
                          </a:solidFill>
                          <a:latin typeface="Cambria Math" panose="02040503050406030204" pitchFamily="18" charset="0"/>
                        </a:rPr>
                        <m:t>Θ</m:t>
                      </m: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r>
                                  <a:rPr lang="en-US" sz="2300" i="1" smtClean="0">
                                    <a:solidFill>
                                      <a:srgbClr val="252529"/>
                                    </a:solidFill>
                                    <a:latin typeface="Cambria Math" panose="02040503050406030204" pitchFamily="18" charset="0"/>
                                  </a:rPr>
                                  <m:t>𝐾</m:t>
                                </m:r>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2300" i="1" smtClean="0">
                              <a:solidFill>
                                <a:srgbClr val="252529"/>
                              </a:solidFill>
                              <a:latin typeface="Cambria Math" panose="02040503050406030204" pitchFamily="18" charset="0"/>
                            </a:rPr>
                          </m:ctrlPr>
                        </m:barPr>
                        <m:e>
                          <m:r>
                            <m:rPr>
                              <m:sty m:val="p"/>
                            </m:rPr>
                            <a:rPr lang="en-US" sz="2300" i="1" smtClean="0">
                              <a:solidFill>
                                <a:srgbClr val="252529"/>
                              </a:solidFill>
                              <a:latin typeface="Cambria Math" panose="02040503050406030204" pitchFamily="18" charset="0"/>
                            </a:rPr>
                            <m:t>Θ</m:t>
                          </m:r>
                        </m:e>
                      </m:ba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sSup>
                                  <m:sSupPr>
                                    <m:ctrlPr>
                                      <a:rPr lang="en-US" sz="2300" i="1" smtClean="0">
                                        <a:solidFill>
                                          <a:srgbClr val="252529"/>
                                        </a:solidFill>
                                        <a:latin typeface="Cambria Math" panose="02040503050406030204" pitchFamily="18" charset="0"/>
                                      </a:rPr>
                                    </m:ctrlPr>
                                  </m:sSupPr>
                                  <m:e>
                                    <m:r>
                                      <a:rPr lang="en-US" sz="2300" i="1" smtClean="0">
                                        <a:solidFill>
                                          <a:srgbClr val="252529"/>
                                        </a:solidFill>
                                        <a:latin typeface="Cambria Math" panose="02040503050406030204" pitchFamily="18" charset="0"/>
                                      </a:rPr>
                                      <m:t>𝐾</m:t>
                                    </m:r>
                                  </m:e>
                                  <m:sup>
                                    <m:r>
                                      <a:rPr lang="en-US" sz="2300" b="0" i="1" smtClean="0">
                                        <a:solidFill>
                                          <a:srgbClr val="252529"/>
                                        </a:solidFill>
                                        <a:latin typeface="Cambria Math" panose="02040503050406030204" pitchFamily="18" charset="0"/>
                                      </a:rPr>
                                      <m:t>*</m:t>
                                    </m:r>
                                  </m:sup>
                                </m:sSup>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Transposing moves the controller block to the wrong position.</a:t>
            </a:r>
            <a:endParaRPr sz="170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D</m:t>
                  </m:r>
                  <m:d>
                    <m:dPr>
                      <m:begChr m:val="("/>
                      <m:endChr m:val=")"/>
                      <m:ctrlPr>
                        <a:rPr sz="2300">
                          <a:solidFill>
                            <a:srgbClr val="252529"/>
                          </a:solidFill>
                          <a:latin typeface="Cambria Math"/>
                        </a:rPr>
                      </m:ctrlPr>
                    </m:dPr>
                    <m:e>
                      <m:r>
                        <m:rPr>
                          <m:sty m:val="i"/>
                        </m:rPr>
                        <a:rPr sz="2300">
                          <a:solidFill>
                            <a:srgbClr val="252529"/>
                          </a:solidFill>
                          <a:latin typeface="Cambria Math"/>
                        </a:rPr>
                        <m:t xml:space="preserve">Θ</m:t>
                      </m:r>
                    </m:e>
                  </m:d>
                  <m:r>
                    <m:rPr>
                      <m:sty m:val="i"/>
                    </m:rPr>
                    <a:rPr sz="2300">
                      <a:solidFill>
                        <a:srgbClr val="252529"/>
                      </a:solidFill>
                      <a:latin typeface="Cambria Math"/>
                    </a:rPr>
                    <m:t xml:space="preserve">=</m:t>
                  </m:r>
                </m:oMath>
              </m:oMathPara>
            </a14:m>
            <a:endParaRPr sz="2300"/>
          </a:p>
        </p:txBody>
      </p:sp>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200">
                      <a:solidFill>
                        <a:srgbClr val="252529"/>
                      </a:solidFill>
                      <a:latin typeface="Cambria Math"/>
                    </a:rPr>
                    <m:t xml:space="preserve">(</m:t>
                  </m:r>
                </m:oMath>
              </m:oMathPara>
            </a14:m>
            <a:endParaRPr sz="6200"/>
          </a:p>
        </p:txBody>
      </p:sp>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200">
                      <a:solidFill>
                        <a:srgbClr val="252529"/>
                      </a:solidFill>
                      <a:latin typeface="Cambria Math"/>
                    </a:rPr>
                    <m:t xml:space="preserve">)</m:t>
                  </m:r>
                </m:oMath>
              </m:oMathPara>
            </a14:m>
            <a:endParaRPr sz="6200"/>
          </a:p>
        </p:txBody>
      </p:sp>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600">
                      <a:solidFill>
                        <a:srgbClr val="C81919"/>
                      </a:solidFill>
                      <a:latin typeface="Cambria Math"/>
                    </a:rPr>
                    <m:t xml:space="preserve">−</m:t>
                  </m:r>
                  <m:r>
                    <m:rPr>
                      <m:sty m:val="p"/>
                    </m:rPr>
                    <a:rPr sz="1600">
                      <a:solidFill>
                        <a:srgbClr val="C81919"/>
                      </a:solidFill>
                      <a:latin typeface="Cambria Math"/>
                    </a:rPr>
                    <m:t xml:space="preserve">1</m:t>
                  </m:r>
                </m:oMath>
              </m:oMathPara>
            </a14:m>
            <a:endParaRPr sz="1600"/>
          </a:p>
        </p:txBody>
      </p:sp>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2300">
                          <a:solidFill>
                            <a:srgbClr val="252529"/>
                          </a:solidFill>
                          <a:latin typeface="Cambria Math"/>
                        </a:rPr>
                      </m:ctrlPr>
                    </m:dPr>
                    <m:e>
                      <m:m>
                        <m:mPr>
                          <m:mcs>
                            <m:mc>
                              <m:mcPr>
                                <m:count m:val="2"/>
                                <m:mcJc m:val="center"/>
                              </m:mcPr>
                            </m:mc>
                          </m:mcs>
                          <m:ctrlPr>
                            <a:rPr sz="2300">
                              <a:solidFill>
                                <a:srgbClr val="252529"/>
                              </a:solidFill>
                              <a:latin typeface="Cambria Math"/>
                            </a:rPr>
                          </m:ctrlPr>
                        </m:mPr>
                        <m:mr>
                          <m:e>
                            <m:r>
                              <m:rPr>
                                <m:sty m:val="p"/>
                              </m:rPr>
                              <a:rPr sz="2300">
                                <a:solidFill>
                                  <a:srgbClr val="252529"/>
                                </a:solidFill>
                                <a:latin typeface="Cambria Math"/>
                              </a:rPr>
                              <m:t xml:space="preserve">0</m:t>
                            </m:r>
                          </m:e>
                          <m:e>
                            <m:r>
                              <m:rPr>
                                <m:sty m:val="p"/>
                              </m:rPr>
                              <a:rPr sz="2300">
                                <a:solidFill>
                                  <a:srgbClr val="252529"/>
                                </a:solidFill>
                                <a:latin typeface="Cambria Math"/>
                              </a:rPr>
                              <m:t xml:space="preserve">−</m:t>
                            </m:r>
                            <m:r>
                              <m:rPr>
                                <m:sty m:val="p"/>
                              </m:rPr>
                              <a:rPr sz="2300">
                                <a:solidFill>
                                  <a:srgbClr val="252529"/>
                                </a:solidFill>
                                <a:latin typeface="Cambria Math"/>
                              </a:rPr>
                              <m:t xml:space="preserve">I</m:t>
                            </m:r>
                          </m:e>
                        </m:mr>
                        <m:mr>
                          <m:e>
                            <m:r>
                              <m:rPr>
                                <m:sty m:val="p"/>
                              </m:rPr>
                              <a:rPr sz="2300">
                                <a:solidFill>
                                  <a:srgbClr val="252529"/>
                                </a:solidFill>
                                <a:latin typeface="Cambria Math"/>
                              </a:rPr>
                              <m:t xml:space="preserve">I</m:t>
                            </m:r>
                          </m:e>
                          <m:e>
                            <m:r>
                              <m:rPr>
                                <m:sty m:val="p"/>
                              </m:rPr>
                              <a:rPr sz="2300">
                                <a:solidFill>
                                  <a:srgbClr val="252529"/>
                                </a:solidFill>
                                <a:latin typeface="Cambria Math"/>
                              </a:rPr>
                              <m:t xml:space="preserve">0</m:t>
                            </m:r>
                          </m:e>
                        </m:mr>
                      </m:m>
                    </m:e>
                  </m:d>
                </m:oMath>
              </m:oMathPara>
            </a14:m>
            <a:endParaRPr sz="2300"/>
          </a:p>
        </p:txBody>
      </p:sp>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2300">
                          <a:solidFill>
                            <a:srgbClr val="252529"/>
                          </a:solidFill>
                          <a:latin typeface="Cambria Math"/>
                        </a:rPr>
                      </m:ctrlPr>
                    </m:dPr>
                    <m:e>
                      <m:m>
                        <m:mPr>
                          <m:mcs>
                            <m:mc>
                              <m:mcPr>
                                <m:count m:val="2"/>
                                <m:mcJc m:val="center"/>
                              </m:mcPr>
                            </m:mc>
                          </m:mcs>
                          <m:ctrlPr>
                            <a:rPr sz="2300">
                              <a:solidFill>
                                <a:srgbClr val="252529"/>
                              </a:solidFill>
                              <a:latin typeface="Cambria Math"/>
                            </a:rPr>
                          </m:ctrlPr>
                        </m:mPr>
                        <m:mr>
                          <m:e>
                            <m:r>
                              <m:rPr>
                                <m:sty m:val="p"/>
                              </m:rPr>
                              <a:rPr sz="2300">
                                <a:solidFill>
                                  <a:srgbClr val="252529"/>
                                </a:solidFill>
                                <a:latin typeface="Cambria Math"/>
                              </a:rPr>
                              <m:t xml:space="preserve">0</m:t>
                            </m:r>
                          </m:e>
                          <m:e>
                            <m:r>
                              <m:rPr>
                                <m:sty m:val="p"/>
                              </m:rPr>
                              <a:rPr sz="2300">
                                <a:solidFill>
                                  <a:srgbClr val="252529"/>
                                </a:solidFill>
                                <a:latin typeface="Cambria Math"/>
                              </a:rPr>
                              <m:t xml:space="preserve">I</m:t>
                            </m:r>
                          </m:e>
                        </m:mr>
                        <m:mr>
                          <m:e>
                            <m:r>
                              <m:rPr>
                                <m:sty m:val="p"/>
                              </m:rPr>
                              <a:rPr sz="2300">
                                <a:solidFill>
                                  <a:srgbClr val="252529"/>
                                </a:solidFill>
                                <a:latin typeface="Cambria Math"/>
                              </a:rPr>
                              <m:t xml:space="preserve">−</m:t>
                            </m:r>
                            <m:r>
                              <m:rPr>
                                <m:sty m:val="p"/>
                              </m:rPr>
                              <a:rPr sz="2300">
                                <a:solidFill>
                                  <a:srgbClr val="252529"/>
                                </a:solidFill>
                                <a:latin typeface="Cambria Math"/>
                              </a:rPr>
                              <m:t xml:space="preserve">I</m:t>
                            </m:r>
                          </m:e>
                          <m:e>
                            <m:r>
                              <m:rPr>
                                <m:sty m:val="p"/>
                              </m:rPr>
                              <a:rPr sz="2300">
                                <a:solidFill>
                                  <a:srgbClr val="252529"/>
                                </a:solidFill>
                                <a:latin typeface="Cambria Math"/>
                              </a:rPr>
                              <m:t xml:space="preserve">0</m:t>
                            </m:r>
                          </m:e>
                        </m:mr>
                      </m:m>
                    </m:e>
                  </m:d>
                </m:oMath>
              </m:oMathPara>
            </a14:m>
            <a:endParaRPr sz="2300"/>
          </a:p>
        </p:txBody>
      </p:sp>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2600">
                          <a:solidFill>
                            <a:srgbClr val="252529"/>
                          </a:solidFill>
                          <a:latin typeface="Cambria Math"/>
                        </a:rPr>
                      </m:ctrlPr>
                    </m:sSupPr>
                    <m:e>
                      <m:r>
                        <m:rPr>
                          <m:sty m:val="i"/>
                        </m:rPr>
                        <a:rPr sz="2600">
                          <a:solidFill>
                            <a:srgbClr val="252529"/>
                          </a:solidFill>
                          <a:latin typeface="Cambria Math"/>
                        </a:rPr>
                        <m:t xml:space="preserve">Θ</m:t>
                      </m:r>
                    </m:e>
                    <m:sup>
                      <m:r>
                        <m:rPr>
                          <m:sty m:val="p"/>
                        </m:rPr>
                        <a:rPr sz="2600">
                          <a:solidFill>
                            <a:srgbClr val="252529"/>
                          </a:solidFill>
                          <a:latin typeface="Cambria Math"/>
                        </a:rPr>
                        <m:t xml:space="preserve">*</m:t>
                      </m:r>
                    </m:sup>
                  </m:sSup>
                </m:oMath>
              </m:oMathPara>
            </a14:m>
            <a:endParaRPr sz="2600"/>
          </a:p>
        </p:txBody>
      </p:sp>
      <p:sp>
        <p:nvSpPr>
          <p:cNvPr id="14008" name="Full D 0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aseline="0" b="0" i="0" u="none">
                <a:solidFill>
                  <a:srgbClr val="252529"/>
                </a:solidFill>
                <a:latin typeface="Aptos"/>
                <a:ea typeface="Aptos"/>
                <a:cs typeface="Aptos"/>
              </a:rPr>
              <a:t xml:space="preserve">Start from the full dual operation</a:t>
            </a:r>
            <a:endParaRPr sz="1600"/>
          </a:p>
        </p:txBody>
      </p:sp>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D</m:t>
                  </m:r>
                  <m:d>
                    <m:dPr>
                      <m:begChr m:val="("/>
                      <m:endChr m:val=")"/>
                      <m:ctrlPr>
                        <a:rPr sz="2300">
                          <a:solidFill>
                            <a:srgbClr val="252529"/>
                          </a:solidFill>
                          <a:latin typeface="Cambria Math"/>
                        </a:rPr>
                      </m:ctrlPr>
                    </m:dPr>
                    <m:e>
                      <m:r>
                        <m:rPr>
                          <m:sty m:val="i"/>
                        </m:rPr>
                        <a:rPr sz="2300">
                          <a:solidFill>
                            <a:srgbClr val="252529"/>
                          </a:solidFill>
                          <a:latin typeface="Cambria Math"/>
                        </a:rPr>
                        <m:t xml:space="preserve">Θ</m:t>
                      </m:r>
                    </m:e>
                  </m:d>
                  <m:r>
                    <m:rPr>
                      <m:sty m:val="i"/>
                    </m:rPr>
                    <a:rPr sz="2300">
                      <a:solidFill>
                        <a:srgbClr val="252529"/>
                      </a:solidFill>
                      <a:latin typeface="Cambria Math"/>
                    </a:rPr>
                    <m:t xml:space="preserve">=</m:t>
                  </m:r>
                </m:oMath>
              </m:oMathPara>
            </a14:m>
            <a:endParaRPr sz="2300"/>
          </a:p>
        </p:txBody>
      </p:sp>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200">
                      <a:solidFill>
                        <a:srgbClr val="252529"/>
                      </a:solidFill>
                      <a:latin typeface="Cambria Math"/>
                    </a:rPr>
                    <m:t xml:space="preserve">(</m:t>
                  </m:r>
                </m:oMath>
              </m:oMathPara>
            </a14:m>
            <a:endParaRPr sz="6200"/>
          </a:p>
        </p:txBody>
      </p:sp>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200">
                      <a:solidFill>
                        <a:srgbClr val="252529"/>
                      </a:solidFill>
                      <a:latin typeface="Cambria Math"/>
                    </a:rPr>
                    <m:t xml:space="preserve">)</m:t>
                  </m:r>
                </m:oMath>
              </m:oMathPara>
            </a14:m>
            <a:endParaRPr sz="6200"/>
          </a:p>
        </p:txBody>
      </p:sp>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600">
                      <a:solidFill>
                        <a:srgbClr val="C81919"/>
                      </a:solidFill>
                      <a:latin typeface="Cambria Math"/>
                    </a:rPr>
                    <m:t xml:space="preserve">−</m:t>
                  </m:r>
                  <m:r>
                    <m:rPr>
                      <m:sty m:val="p"/>
                    </m:rPr>
                    <a:rPr sz="1600">
                      <a:solidFill>
                        <a:srgbClr val="C81919"/>
                      </a:solidFill>
                      <a:latin typeface="Cambria Math"/>
                    </a:rPr>
                    <m:t xml:space="preserve">1</m:t>
                  </m:r>
                </m:oMath>
              </m:oMathPara>
            </a14:m>
            <a:endParaRPr sz="1600"/>
          </a:p>
        </p:txBody>
      </p:sp>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2300">
                          <a:solidFill>
                            <a:srgbClr val="252529"/>
                          </a:solidFill>
                          <a:latin typeface="Cambria Math"/>
                        </a:rPr>
                      </m:ctrlPr>
                    </m:dPr>
                    <m:e>
                      <m:m>
                        <m:mPr>
                          <m:mcs>
                            <m:mc>
                              <m:mcPr>
                                <m:count m:val="2"/>
                                <m:mcJc m:val="center"/>
                              </m:mcPr>
                            </m:mc>
                          </m:mcs>
                          <m:ctrlPr>
                            <a:rPr sz="2300">
                              <a:solidFill>
                                <a:srgbClr val="252529"/>
                              </a:solidFill>
                              <a:latin typeface="Cambria Math"/>
                            </a:rPr>
                          </m:ctrlPr>
                        </m:mPr>
                        <m:mr>
                          <m:e>
                            <m:r>
                              <m:rPr>
                                <m:sty m:val="p"/>
                              </m:rPr>
                              <a:rPr sz="2300">
                                <a:solidFill>
                                  <a:srgbClr val="252529"/>
                                </a:solidFill>
                                <a:latin typeface="Cambria Math"/>
                              </a:rPr>
                              <m:t xml:space="preserve">0</m:t>
                            </m:r>
                          </m:e>
                          <m:e>
                            <m:r>
                              <m:rPr>
                                <m:sty m:val="p"/>
                              </m:rPr>
                              <a:rPr sz="2300">
                                <a:solidFill>
                                  <a:srgbClr val="252529"/>
                                </a:solidFill>
                                <a:latin typeface="Cambria Math"/>
                              </a:rPr>
                              <m:t xml:space="preserve">−</m:t>
                            </m:r>
                            <m:r>
                              <m:rPr>
                                <m:sty m:val="p"/>
                              </m:rPr>
                              <a:rPr sz="2300">
                                <a:solidFill>
                                  <a:srgbClr val="252529"/>
                                </a:solidFill>
                                <a:latin typeface="Cambria Math"/>
                              </a:rPr>
                              <m:t xml:space="preserve">I</m:t>
                            </m:r>
                          </m:e>
                        </m:mr>
                        <m:mr>
                          <m:e>
                            <m:r>
                              <m:rPr>
                                <m:sty m:val="p"/>
                              </m:rPr>
                              <a:rPr sz="2300">
                                <a:solidFill>
                                  <a:srgbClr val="252529"/>
                                </a:solidFill>
                                <a:latin typeface="Cambria Math"/>
                              </a:rPr>
                              <m:t xml:space="preserve">I</m:t>
                            </m:r>
                          </m:e>
                          <m:e>
                            <m:r>
                              <m:rPr>
                                <m:sty m:val="p"/>
                              </m:rPr>
                              <a:rPr sz="2300">
                                <a:solidFill>
                                  <a:srgbClr val="252529"/>
                                </a:solidFill>
                                <a:latin typeface="Cambria Math"/>
                              </a:rPr>
                              <m:t xml:space="preserve">0</m:t>
                            </m:r>
                          </m:e>
                        </m:mr>
                      </m:m>
                    </m:e>
                  </m:d>
                </m:oMath>
              </m:oMathPara>
            </a14:m>
            <a:endParaRPr sz="2300"/>
          </a:p>
        </p:txBody>
      </p:sp>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2300">
                          <a:solidFill>
                            <a:srgbClr val="252529"/>
                          </a:solidFill>
                          <a:latin typeface="Cambria Math"/>
                        </a:rPr>
                      </m:ctrlPr>
                    </m:dPr>
                    <m:e>
                      <m:m>
                        <m:mPr>
                          <m:mcs>
                            <m:mc>
                              <m:mcPr>
                                <m:count m:val="2"/>
                                <m:mcJc m:val="center"/>
                              </m:mcPr>
                            </m:mc>
                          </m:mcs>
                          <m:ctrlPr>
                            <a:rPr sz="2300">
                              <a:solidFill>
                                <a:srgbClr val="252529"/>
                              </a:solidFill>
                              <a:latin typeface="Cambria Math"/>
                            </a:rPr>
                          </m:ctrlPr>
                        </m:mPr>
                        <m:mr>
                          <m:e>
                            <m:r>
                              <m:rPr>
                                <m:sty m:val="p"/>
                              </m:rPr>
                              <a:rPr sz="2300">
                                <a:solidFill>
                                  <a:srgbClr val="252529"/>
                                </a:solidFill>
                                <a:latin typeface="Cambria Math"/>
                              </a:rPr>
                              <m:t xml:space="preserve">0</m:t>
                            </m:r>
                          </m:e>
                          <m:e>
                            <m:r>
                              <m:rPr>
                                <m:sty m:val="p"/>
                              </m:rPr>
                              <a:rPr sz="2300">
                                <a:solidFill>
                                  <a:srgbClr val="252529"/>
                                </a:solidFill>
                                <a:latin typeface="Cambria Math"/>
                              </a:rPr>
                              <m:t xml:space="preserve">I</m:t>
                            </m:r>
                          </m:e>
                        </m:mr>
                        <m:mr>
                          <m:e>
                            <m:r>
                              <m:rPr>
                                <m:sty m:val="p"/>
                              </m:rPr>
                              <a:rPr sz="2300">
                                <a:solidFill>
                                  <a:srgbClr val="252529"/>
                                </a:solidFill>
                                <a:latin typeface="Cambria Math"/>
                              </a:rPr>
                              <m:t xml:space="preserve">−</m:t>
                            </m:r>
                            <m:r>
                              <m:rPr>
                                <m:sty m:val="p"/>
                              </m:rPr>
                              <a:rPr sz="2300">
                                <a:solidFill>
                                  <a:srgbClr val="252529"/>
                                </a:solidFill>
                                <a:latin typeface="Cambria Math"/>
                              </a:rPr>
                              <m:t xml:space="preserve">I</m:t>
                            </m:r>
                          </m:e>
                          <m:e>
                            <m:r>
                              <m:rPr>
                                <m:sty m:val="p"/>
                              </m:rPr>
                              <a:rPr sz="2300">
                                <a:solidFill>
                                  <a:srgbClr val="252529"/>
                                </a:solidFill>
                                <a:latin typeface="Cambria Math"/>
                              </a:rPr>
                              <m:t xml:space="preserve">0</m:t>
                            </m:r>
                          </m:e>
                        </m:mr>
                      </m:m>
                    </m:e>
                  </m:d>
                </m:oMath>
              </m:oMathPara>
            </a14:m>
            <a:endParaRPr sz="2300"/>
          </a:p>
        </p:txBody>
      </p:sp>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I</m:t>
                  </m:r>
                </m:oMath>
              </m:oMathPara>
            </a14:m>
            <a:endParaRPr sz="2300"/>
          </a:p>
        </p:txBody>
      </p:sp>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0</m:t>
                  </m:r>
                </m:oMath>
              </m:oMathPara>
            </a14:m>
            <a:endParaRPr sz="2300"/>
          </a:p>
        </p:txBody>
      </p:sp>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300">
                      <a:solidFill>
                        <a:srgbClr val="C81919"/>
                      </a:solidFill>
                      <a:latin typeface="Cambria Math"/>
                    </a:rPr>
                    <m:t xml:space="preserve">−</m:t>
                  </m:r>
                  <m:r>
                    <m:rPr>
                      <m:sty m:val="i"/>
                    </m:rPr>
                    <a:rPr sz="2300">
                      <a:solidFill>
                        <a:srgbClr val="C81919"/>
                      </a:solidFill>
                      <a:latin typeface="Cambria Math"/>
                    </a:rPr>
                    <m:t xml:space="preserve">K</m:t>
                  </m:r>
                </m:oMath>
              </m:oMathPara>
            </a14:m>
            <a:endParaRPr sz="2300"/>
          </a:p>
        </p:txBody>
      </p:sp>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I</m:t>
                  </m:r>
                </m:oMath>
              </m:oMathPara>
            </a14:m>
            <a:endParaRPr sz="2300"/>
          </a:p>
        </p:txBody>
      </p:sp>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600">
                      <a:solidFill>
                        <a:srgbClr val="C81919"/>
                      </a:solidFill>
                      <a:latin typeface="Cambria Math"/>
                    </a:rPr>
                    <m:t xml:space="preserve">*</m:t>
                  </m:r>
                </m:oMath>
              </m:oMathPara>
            </a14:m>
            <a:endParaRPr sz="1600"/>
          </a:p>
        </p:txBody>
      </p:sp>
      <p:sp>
        <p:nvSpPr>
          <p:cNvPr id="14022" name="Full D 1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aseline="0" b="0" i="0" u="none">
                <a:solidFill>
                  <a:srgbClr val="252529"/>
                </a:solidFill>
                <a:latin typeface="Aptos"/>
                <a:ea typeface="Aptos"/>
                <a:cs typeface="Aptos"/>
              </a:rPr>
              <a:t xml:space="preserve">Substitute the filter into the full expression</a:t>
            </a:r>
            <a:endParaRPr sz="1600"/>
          </a:p>
        </p:txBody>
      </p:sp>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D</m:t>
                  </m:r>
                  <m:d>
                    <m:dPr>
                      <m:begChr m:val="("/>
                      <m:endChr m:val=")"/>
                      <m:ctrlPr>
                        <a:rPr sz="2300">
                          <a:solidFill>
                            <a:srgbClr val="252529"/>
                          </a:solidFill>
                          <a:latin typeface="Cambria Math"/>
                        </a:rPr>
                      </m:ctrlPr>
                    </m:dPr>
                    <m:e>
                      <m:r>
                        <m:rPr>
                          <m:sty m:val="i"/>
                        </m:rPr>
                        <a:rPr sz="2300">
                          <a:solidFill>
                            <a:srgbClr val="252529"/>
                          </a:solidFill>
                          <a:latin typeface="Cambria Math"/>
                        </a:rPr>
                        <m:t xml:space="preserve">Θ</m:t>
                      </m:r>
                    </m:e>
                  </m:d>
                  <m:r>
                    <m:rPr>
                      <m:sty m:val="i"/>
                    </m:rPr>
                    <a:rPr sz="2300">
                      <a:solidFill>
                        <a:srgbClr val="252529"/>
                      </a:solidFill>
                      <a:latin typeface="Cambria Math"/>
                    </a:rPr>
                    <m:t xml:space="preserve">=</m:t>
                  </m:r>
                </m:oMath>
              </m:oMathPara>
            </a14:m>
            <a:endParaRPr sz="2300"/>
          </a:p>
        </p:txBody>
      </p:sp>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200">
                      <a:solidFill>
                        <a:srgbClr val="252529"/>
                      </a:solidFill>
                      <a:latin typeface="Cambria Math"/>
                    </a:rPr>
                    <m:t xml:space="preserve">(</m:t>
                  </m:r>
                </m:oMath>
              </m:oMathPara>
            </a14:m>
            <a:endParaRPr sz="6200"/>
          </a:p>
        </p:txBody>
      </p:sp>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200">
                      <a:solidFill>
                        <a:srgbClr val="252529"/>
                      </a:solidFill>
                      <a:latin typeface="Cambria Math"/>
                    </a:rPr>
                    <m:t xml:space="preserve">)</m:t>
                  </m:r>
                </m:oMath>
              </m:oMathPara>
            </a14:m>
            <a:endParaRPr sz="6200"/>
          </a:p>
        </p:txBody>
      </p:sp>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600">
                      <a:solidFill>
                        <a:srgbClr val="C81919"/>
                      </a:solidFill>
                      <a:latin typeface="Cambria Math"/>
                    </a:rPr>
                    <m:t xml:space="preserve">−</m:t>
                  </m:r>
                  <m:r>
                    <m:rPr>
                      <m:sty m:val="p"/>
                    </m:rPr>
                    <a:rPr sz="1600">
                      <a:solidFill>
                        <a:srgbClr val="C81919"/>
                      </a:solidFill>
                      <a:latin typeface="Cambria Math"/>
                    </a:rPr>
                    <m:t xml:space="preserve">1</m:t>
                  </m:r>
                </m:oMath>
              </m:oMathPara>
            </a14:m>
            <a:endParaRPr sz="1600"/>
          </a:p>
        </p:txBody>
      </p:sp>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2300">
                          <a:solidFill>
                            <a:srgbClr val="252529"/>
                          </a:solidFill>
                          <a:latin typeface="Cambria Math"/>
                        </a:rPr>
                      </m:ctrlPr>
                    </m:dPr>
                    <m:e>
                      <m:m>
                        <m:mPr>
                          <m:mcs>
                            <m:mc>
                              <m:mcPr>
                                <m:count m:val="2"/>
                                <m:mcJc m:val="center"/>
                              </m:mcPr>
                            </m:mc>
                          </m:mcs>
                          <m:ctrlPr>
                            <a:rPr sz="2300">
                              <a:solidFill>
                                <a:srgbClr val="252529"/>
                              </a:solidFill>
                              <a:latin typeface="Cambria Math"/>
                            </a:rPr>
                          </m:ctrlPr>
                        </m:mPr>
                        <m:mr>
                          <m:e>
                            <m:r>
                              <m:rPr>
                                <m:sty m:val="p"/>
                              </m:rPr>
                              <a:rPr sz="2300">
                                <a:solidFill>
                                  <a:srgbClr val="252529"/>
                                </a:solidFill>
                                <a:latin typeface="Cambria Math"/>
                              </a:rPr>
                              <m:t xml:space="preserve">0</m:t>
                            </m:r>
                          </m:e>
                          <m:e>
                            <m:r>
                              <m:rPr>
                                <m:sty m:val="p"/>
                              </m:rPr>
                              <a:rPr sz="2300">
                                <a:solidFill>
                                  <a:srgbClr val="252529"/>
                                </a:solidFill>
                                <a:latin typeface="Cambria Math"/>
                              </a:rPr>
                              <m:t xml:space="preserve">−</m:t>
                            </m:r>
                            <m:r>
                              <m:rPr>
                                <m:sty m:val="p"/>
                              </m:rPr>
                              <a:rPr sz="2300">
                                <a:solidFill>
                                  <a:srgbClr val="252529"/>
                                </a:solidFill>
                                <a:latin typeface="Cambria Math"/>
                              </a:rPr>
                              <m:t xml:space="preserve">I</m:t>
                            </m:r>
                          </m:e>
                        </m:mr>
                        <m:mr>
                          <m:e>
                            <m:r>
                              <m:rPr>
                                <m:sty m:val="p"/>
                              </m:rPr>
                              <a:rPr sz="2300">
                                <a:solidFill>
                                  <a:srgbClr val="252529"/>
                                </a:solidFill>
                                <a:latin typeface="Cambria Math"/>
                              </a:rPr>
                              <m:t xml:space="preserve">I</m:t>
                            </m:r>
                          </m:e>
                          <m:e>
                            <m:r>
                              <m:rPr>
                                <m:sty m:val="p"/>
                              </m:rPr>
                              <a:rPr sz="2300">
                                <a:solidFill>
                                  <a:srgbClr val="252529"/>
                                </a:solidFill>
                                <a:latin typeface="Cambria Math"/>
                              </a:rPr>
                              <m:t xml:space="preserve">0</m:t>
                            </m:r>
                          </m:e>
                        </m:mr>
                      </m:m>
                    </m:e>
                  </m:d>
                </m:oMath>
              </m:oMathPara>
            </a14:m>
            <a:endParaRPr sz="2300"/>
          </a:p>
        </p:txBody>
      </p:sp>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2300">
                          <a:solidFill>
                            <a:srgbClr val="252529"/>
                          </a:solidFill>
                          <a:latin typeface="Cambria Math"/>
                        </a:rPr>
                      </m:ctrlPr>
                    </m:dPr>
                    <m:e>
                      <m:m>
                        <m:mPr>
                          <m:mcs>
                            <m:mc>
                              <m:mcPr>
                                <m:count m:val="2"/>
                                <m:mcJc m:val="center"/>
                              </m:mcPr>
                            </m:mc>
                          </m:mcs>
                          <m:ctrlPr>
                            <a:rPr sz="2300">
                              <a:solidFill>
                                <a:srgbClr val="252529"/>
                              </a:solidFill>
                              <a:latin typeface="Cambria Math"/>
                            </a:rPr>
                          </m:ctrlPr>
                        </m:mPr>
                        <m:mr>
                          <m:e>
                            <m:r>
                              <m:rPr>
                                <m:sty m:val="p"/>
                              </m:rPr>
                              <a:rPr sz="2300">
                                <a:solidFill>
                                  <a:srgbClr val="252529"/>
                                </a:solidFill>
                                <a:latin typeface="Cambria Math"/>
                              </a:rPr>
                              <m:t xml:space="preserve">0</m:t>
                            </m:r>
                          </m:e>
                          <m:e>
                            <m:r>
                              <m:rPr>
                                <m:sty m:val="p"/>
                              </m:rPr>
                              <a:rPr sz="2300">
                                <a:solidFill>
                                  <a:srgbClr val="252529"/>
                                </a:solidFill>
                                <a:latin typeface="Cambria Math"/>
                              </a:rPr>
                              <m:t xml:space="preserve">I</m:t>
                            </m:r>
                          </m:e>
                        </m:mr>
                        <m:mr>
                          <m:e>
                            <m:r>
                              <m:rPr>
                                <m:sty m:val="p"/>
                              </m:rPr>
                              <a:rPr sz="2300">
                                <a:solidFill>
                                  <a:srgbClr val="252529"/>
                                </a:solidFill>
                                <a:latin typeface="Cambria Math"/>
                              </a:rPr>
                              <m:t xml:space="preserve">−</m:t>
                            </m:r>
                            <m:r>
                              <m:rPr>
                                <m:sty m:val="p"/>
                              </m:rPr>
                              <a:rPr sz="2300">
                                <a:solidFill>
                                  <a:srgbClr val="252529"/>
                                </a:solidFill>
                                <a:latin typeface="Cambria Math"/>
                              </a:rPr>
                              <m:t xml:space="preserve">I</m:t>
                            </m:r>
                          </m:e>
                          <m:e>
                            <m:r>
                              <m:rPr>
                                <m:sty m:val="p"/>
                              </m:rPr>
                              <a:rPr sz="2300">
                                <a:solidFill>
                                  <a:srgbClr val="252529"/>
                                </a:solidFill>
                                <a:latin typeface="Cambria Math"/>
                              </a:rPr>
                              <m:t xml:space="preserve">0</m:t>
                            </m:r>
                          </m:e>
                        </m:mr>
                      </m:m>
                    </m:e>
                  </m:d>
                </m:oMath>
              </m:oMathPara>
            </a14:m>
            <a:endParaRPr sz="2300"/>
          </a:p>
        </p:txBody>
      </p:sp>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I</m:t>
                  </m:r>
                </m:oMath>
              </m:oMathPara>
            </a14:m>
            <a:endParaRPr sz="2300"/>
          </a:p>
        </p:txBody>
      </p:sp>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300">
                      <a:solidFill>
                        <a:srgbClr val="C81919"/>
                      </a:solidFill>
                      <a:latin typeface="Cambria Math"/>
                    </a:rPr>
                    <m:t xml:space="preserve">−</m:t>
                  </m:r>
                  <m:sSup>
                    <m:sSupPr>
                      <m:ctrlPr>
                        <a:rPr sz="2300">
                          <a:solidFill>
                            <a:srgbClr val="252529"/>
                          </a:solidFill>
                          <a:latin typeface="Cambria Math"/>
                        </a:rPr>
                      </m:ctrlPr>
                    </m:sSupPr>
                    <m:e>
                      <m:r>
                        <m:rPr>
                          <m:sty m:val="i"/>
                        </m:rPr>
                        <a:rPr sz="2300">
                          <a:solidFill>
                            <a:srgbClr val="C81919"/>
                          </a:solidFill>
                          <a:latin typeface="Cambria Math"/>
                        </a:rPr>
                        <m:t xml:space="preserve">K</m:t>
                      </m:r>
                    </m:e>
                    <m:sup>
                      <m:r>
                        <m:rPr>
                          <m:sty m:val="p"/>
                        </m:rPr>
                        <a:rPr sz="2300">
                          <a:solidFill>
                            <a:srgbClr val="C81919"/>
                          </a:solidFill>
                          <a:latin typeface="Cambria Math"/>
                        </a:rPr>
                        <m:t xml:space="preserve">*</m:t>
                      </m:r>
                    </m:sup>
                  </m:sSup>
                </m:oMath>
              </m:oMathPara>
            </a14:m>
            <a:endParaRPr sz="2300"/>
          </a:p>
        </p:txBody>
      </p:sp>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0</m:t>
                  </m:r>
                </m:oMath>
              </m:oMathPara>
            </a14:m>
            <a:endParaRPr sz="2300"/>
          </a:p>
        </p:txBody>
      </p:sp>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I</m:t>
                  </m:r>
                </m:oMath>
              </m:oMathPara>
            </a14:m>
            <a:endParaRPr sz="2300"/>
          </a:p>
        </p:txBody>
      </p:sp>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p:sp>
        <p:nvSpPr>
          <p:cNvPr id="14035" name="Full D 2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aseline="0" b="0" i="0" u="none">
                <a:solidFill>
                  <a:srgbClr val="252529"/>
                </a:solidFill>
                <a:latin typeface="Aptos"/>
                <a:ea typeface="Aptos"/>
                <a:cs typeface="Aptos"/>
              </a:rPr>
              <a:t xml:space="preserve">Transpose the filter matrix</a:t>
            </a:r>
            <a:endParaRPr sz="1600"/>
          </a:p>
        </p:txBody>
      </p:sp>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D</m:t>
                  </m:r>
                  <m:d>
                    <m:dPr>
                      <m:begChr m:val="("/>
                      <m:endChr m:val=")"/>
                      <m:ctrlPr>
                        <a:rPr sz="2300">
                          <a:solidFill>
                            <a:srgbClr val="252529"/>
                          </a:solidFill>
                          <a:latin typeface="Cambria Math"/>
                        </a:rPr>
                      </m:ctrlPr>
                    </m:dPr>
                    <m:e>
                      <m:r>
                        <m:rPr>
                          <m:sty m:val="i"/>
                        </m:rPr>
                        <a:rPr sz="2300">
                          <a:solidFill>
                            <a:srgbClr val="252529"/>
                          </a:solidFill>
                          <a:latin typeface="Cambria Math"/>
                        </a:rPr>
                        <m:t xml:space="preserve">Θ</m:t>
                      </m:r>
                    </m:e>
                  </m:d>
                  <m:r>
                    <m:rPr>
                      <m:sty m:val="i"/>
                    </m:rPr>
                    <a:rPr sz="2300">
                      <a:solidFill>
                        <a:srgbClr val="252529"/>
                      </a:solidFill>
                      <a:latin typeface="Cambria Math"/>
                    </a:rPr>
                    <m:t xml:space="preserve">=</m:t>
                  </m:r>
                </m:oMath>
              </m:oMathPara>
            </a14:m>
            <a:endParaRPr sz="2300"/>
          </a:p>
        </p:txBody>
      </p:sp>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200">
                      <a:solidFill>
                        <a:srgbClr val="252529"/>
                      </a:solidFill>
                      <a:latin typeface="Cambria Math"/>
                    </a:rPr>
                    <m:t xml:space="preserve">(</m:t>
                  </m:r>
                </m:oMath>
              </m:oMathPara>
            </a14:m>
            <a:endParaRPr sz="6200"/>
          </a:p>
        </p:txBody>
      </p:sp>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200">
                      <a:solidFill>
                        <a:srgbClr val="252529"/>
                      </a:solidFill>
                      <a:latin typeface="Cambria Math"/>
                    </a:rPr>
                    <m:t xml:space="preserve">)</m:t>
                  </m:r>
                </m:oMath>
              </m:oMathPara>
            </a14:m>
            <a:endParaRPr sz="6200"/>
          </a:p>
        </p:txBody>
      </p:sp>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600">
                      <a:solidFill>
                        <a:srgbClr val="C81919"/>
                      </a:solidFill>
                      <a:latin typeface="Cambria Math"/>
                    </a:rPr>
                    <m:t xml:space="preserve">−</m:t>
                  </m:r>
                  <m:r>
                    <m:rPr>
                      <m:sty m:val="p"/>
                    </m:rPr>
                    <a:rPr sz="1600">
                      <a:solidFill>
                        <a:srgbClr val="C81919"/>
                      </a:solidFill>
                      <a:latin typeface="Cambria Math"/>
                    </a:rPr>
                    <m:t xml:space="preserve">1</m:t>
                  </m:r>
                </m:oMath>
              </m:oMathPara>
            </a14:m>
            <a:endParaRPr sz="1600"/>
          </a:p>
        </p:txBody>
      </p:sp>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m:oMathParaPr>
                  <m:jc m:val="center"/>
                </m:oMathParaPr>
                <m:oMath>
                  <m:d>
                    <m:dPr>
                      <m:begChr m:val="["/>
                      <m:endChr m:val="]"/>
                      <m:ctrlPr>
                        <a:rPr sz="2300">
                          <a:solidFill>
                            <a:srgbClr val="252529"/>
                          </a:solidFill>
                          <a:latin typeface="Cambria Math"/>
                        </a:rPr>
                      </m:ctrlPr>
                    </m:dPr>
                    <m:e>
                      <m:m>
                        <m:mPr>
                          <m:mcs>
                            <m:mc>
                              <m:mcPr>
                                <m:count m:val="2"/>
                                <m:mcJc m:val="center"/>
                              </m:mcPr>
                            </m:mc>
                          </m:mcs>
                          <m:ctrlPr>
                            <a:rPr sz="2300">
                              <a:solidFill>
                                <a:srgbClr val="252529"/>
                              </a:solidFill>
                              <a:latin typeface="Cambria Math"/>
                            </a:rPr>
                          </m:ctrlPr>
                        </m:mPr>
                        <m:mr>
                          <m:e>
                            <m:r>
                              <m:rPr>
                                <m:sty m:val="p"/>
                              </m:rPr>
                              <a:rPr sz="2300">
                                <a:solidFill>
                                  <a:srgbClr val="252529"/>
                                </a:solidFill>
                                <a:latin typeface="Cambria Math"/>
                              </a:rPr>
                              <m:t xml:space="preserve">0</m:t>
                            </m:r>
                          </m:e>
                          <m:e>
                            <m:r>
                              <m:rPr>
                                <m:sty m:val="p"/>
                              </m:rPr>
                              <a:rPr sz="2300">
                                <a:solidFill>
                                  <a:srgbClr val="252529"/>
                                </a:solidFill>
                                <a:latin typeface="Cambria Math"/>
                              </a:rPr>
                              <m:t xml:space="preserve">I</m:t>
                            </m:r>
                          </m:e>
                        </m:mr>
                        <m:mr>
                          <m:e>
                            <m:r>
                              <m:rPr>
                                <m:sty m:val="p"/>
                              </m:rPr>
                              <a:rPr sz="2300">
                                <a:solidFill>
                                  <a:srgbClr val="252529"/>
                                </a:solidFill>
                                <a:latin typeface="Cambria Math"/>
                              </a:rPr>
                              <m:t xml:space="preserve">−</m:t>
                            </m:r>
                            <m:r>
                              <m:rPr>
                                <m:sty m:val="p"/>
                              </m:rPr>
                              <a:rPr sz="2300">
                                <a:solidFill>
                                  <a:srgbClr val="252529"/>
                                </a:solidFill>
                                <a:latin typeface="Cambria Math"/>
                              </a:rPr>
                              <m:t xml:space="preserve">I</m:t>
                            </m:r>
                          </m:e>
                          <m:e>
                            <m:r>
                              <m:rPr>
                                <m:sty m:val="p"/>
                              </m:rPr>
                              <a:rPr sz="2300">
                                <a:solidFill>
                                  <a:srgbClr val="252529"/>
                                </a:solidFill>
                                <a:latin typeface="Cambria Math"/>
                              </a:rPr>
                              <m:t xml:space="preserve">0</m:t>
                            </m:r>
                          </m:e>
                        </m:mr>
                      </m:m>
                    </m:e>
                  </m:d>
                </m:oMath>
              </m:oMathPara>
            </a14:m>
            <a:endParaRPr sz="2300"/>
          </a:p>
        </p:txBody>
      </p:sp>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0</m:t>
                  </m:r>
                </m:oMath>
              </m:oMathPara>
            </a14:m>
            <a:endParaRPr sz="2300"/>
          </a:p>
        </p:txBody>
      </p:sp>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C81919"/>
                      </a:solidFill>
                      <a:latin typeface="Cambria Math"/>
                    </a:rPr>
                    <m:t xml:space="preserve">−</m:t>
                  </m:r>
                  <m:r>
                    <m:rPr>
                      <m:sty m:val="p"/>
                    </m:rPr>
                    <a:rPr sz="2300">
                      <a:solidFill>
                        <a:srgbClr val="C81919"/>
                      </a:solidFill>
                      <a:latin typeface="Cambria Math"/>
                    </a:rPr>
                    <m:t xml:space="preserve">I</m:t>
                  </m:r>
                </m:oMath>
              </m:oMathPara>
            </a14:m>
            <a:endParaRPr sz="2300"/>
          </a:p>
        </p:txBody>
      </p:sp>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I</m:t>
                  </m:r>
                </m:oMath>
              </m:oMathPara>
            </a14:m>
            <a:endParaRPr sz="2300"/>
          </a:p>
        </p:txBody>
      </p:sp>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300">
                      <a:solidFill>
                        <a:srgbClr val="C81919"/>
                      </a:solidFill>
                      <a:latin typeface="Cambria Math"/>
                    </a:rPr>
                    <m:t xml:space="preserve">−</m:t>
                  </m:r>
                  <m:sSup>
                    <m:sSupPr>
                      <m:ctrlPr>
                        <a:rPr sz="2300">
                          <a:solidFill>
                            <a:srgbClr val="252529"/>
                          </a:solidFill>
                          <a:latin typeface="Cambria Math"/>
                        </a:rPr>
                      </m:ctrlPr>
                    </m:sSupPr>
                    <m:e>
                      <m:r>
                        <m:rPr>
                          <m:sty m:val="i"/>
                        </m:rPr>
                        <a:rPr sz="2300">
                          <a:solidFill>
                            <a:srgbClr val="C81919"/>
                          </a:solidFill>
                          <a:latin typeface="Cambria Math"/>
                        </a:rPr>
                        <m:t xml:space="preserve">K</m:t>
                      </m:r>
                    </m:e>
                    <m:sup>
                      <m:r>
                        <m:rPr>
                          <m:sty m:val="p"/>
                        </m:rPr>
                        <a:rPr sz="2300">
                          <a:solidFill>
                            <a:srgbClr val="C81919"/>
                          </a:solidFill>
                          <a:latin typeface="Cambria Math"/>
                        </a:rPr>
                        <m:t xml:space="preserve">*</m:t>
                      </m:r>
                    </m:sup>
                  </m:sSup>
                </m:oMath>
              </m:oMathPara>
            </a14:m>
            <a:endParaRPr sz="2300"/>
          </a:p>
        </p:txBody>
      </p:sp>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p:sp>
        <p:nvSpPr>
          <p:cNvPr id="14047" name="Full D 3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aseline="0" b="0" i="0" u="none">
                <a:solidFill>
                  <a:srgbClr val="252529"/>
                </a:solidFill>
                <a:latin typeface="Aptos"/>
                <a:ea typeface="Aptos"/>
                <a:cs typeface="Aptos"/>
              </a:rPr>
              <a:t xml:space="preserve">Multiply by the matrix on the left</a:t>
            </a:r>
            <a:endParaRPr sz="1600"/>
          </a:p>
        </p:txBody>
      </p:sp>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D</m:t>
                  </m:r>
                  <m:d>
                    <m:dPr>
                      <m:begChr m:val="("/>
                      <m:endChr m:val=")"/>
                      <m:ctrlPr>
                        <a:rPr sz="2300">
                          <a:solidFill>
                            <a:srgbClr val="252529"/>
                          </a:solidFill>
                          <a:latin typeface="Cambria Math"/>
                        </a:rPr>
                      </m:ctrlPr>
                    </m:dPr>
                    <m:e>
                      <m:r>
                        <m:rPr>
                          <m:sty m:val="i"/>
                        </m:rPr>
                        <a:rPr sz="2300">
                          <a:solidFill>
                            <a:srgbClr val="252529"/>
                          </a:solidFill>
                          <a:latin typeface="Cambria Math"/>
                        </a:rPr>
                        <m:t xml:space="preserve">Θ</m:t>
                      </m:r>
                    </m:e>
                  </m:d>
                  <m:r>
                    <m:rPr>
                      <m:sty m:val="i"/>
                    </m:rPr>
                    <a:rPr sz="2300">
                      <a:solidFill>
                        <a:srgbClr val="252529"/>
                      </a:solidFill>
                      <a:latin typeface="Cambria Math"/>
                    </a:rPr>
                    <m:t xml:space="preserve">=</m:t>
                  </m:r>
                </m:oMath>
              </m:oMathPara>
            </a14:m>
            <a:endParaRPr sz="2300"/>
          </a:p>
        </p:txBody>
      </p:sp>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200">
                      <a:solidFill>
                        <a:srgbClr val="252529"/>
                      </a:solidFill>
                      <a:latin typeface="Cambria Math"/>
                    </a:rPr>
                    <m:t xml:space="preserve">(</m:t>
                  </m:r>
                </m:oMath>
              </m:oMathPara>
            </a14:m>
            <a:endParaRPr sz="6200"/>
          </a:p>
        </p:txBody>
      </p:sp>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6200">
                      <a:solidFill>
                        <a:srgbClr val="252529"/>
                      </a:solidFill>
                      <a:latin typeface="Cambria Math"/>
                    </a:rPr>
                    <m:t xml:space="preserve">)</m:t>
                  </m:r>
                </m:oMath>
              </m:oMathPara>
            </a14:m>
            <a:endParaRPr sz="6200"/>
          </a:p>
        </p:txBody>
      </p:sp>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600">
                      <a:solidFill>
                        <a:srgbClr val="C81919"/>
                      </a:solidFill>
                      <a:latin typeface="Cambria Math"/>
                    </a:rPr>
                    <m:t xml:space="preserve">−</m:t>
                  </m:r>
                  <m:r>
                    <m:rPr>
                      <m:sty m:val="p"/>
                    </m:rPr>
                    <a:rPr sz="1600">
                      <a:solidFill>
                        <a:srgbClr val="C81919"/>
                      </a:solidFill>
                      <a:latin typeface="Cambria Math"/>
                    </a:rPr>
                    <m:t xml:space="preserve">1</m:t>
                  </m:r>
                </m:oMath>
              </m:oMathPara>
            </a14:m>
            <a:endParaRPr sz="1600"/>
          </a:p>
        </p:txBody>
      </p:sp>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I</m:t>
                  </m:r>
                </m:oMath>
              </m:oMathPara>
            </a14:m>
            <a:endParaRPr sz="2300"/>
          </a:p>
        </p:txBody>
      </p:sp>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0</m:t>
                  </m:r>
                </m:oMath>
              </m:oMathPara>
            </a14:m>
            <a:endParaRPr sz="2300"/>
          </a:p>
        </p:txBody>
      </p:sp>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sSup>
                    <m:sSupPr>
                      <m:ctrlPr>
                        <a:rPr sz="2300">
                          <a:solidFill>
                            <a:srgbClr val="252529"/>
                          </a:solidFill>
                          <a:latin typeface="Cambria Math"/>
                        </a:rPr>
                      </m:ctrlPr>
                    </m:sSupPr>
                    <m:e>
                      <m:r>
                        <m:rPr>
                          <m:sty m:val="i"/>
                        </m:rPr>
                        <a:rPr sz="2300">
                          <a:solidFill>
                            <a:srgbClr val="C81919"/>
                          </a:solidFill>
                          <a:latin typeface="Cambria Math"/>
                        </a:rPr>
                        <m:t xml:space="preserve">K</m:t>
                      </m:r>
                    </m:e>
                    <m:sup>
                      <m:r>
                        <m:rPr>
                          <m:sty m:val="p"/>
                        </m:rPr>
                        <a:rPr sz="2300">
                          <a:solidFill>
                            <a:srgbClr val="C81919"/>
                          </a:solidFill>
                          <a:latin typeface="Cambria Math"/>
                        </a:rPr>
                        <m:t xml:space="preserve">*</m:t>
                      </m:r>
                    </m:sup>
                  </m:sSup>
                </m:oMath>
              </m:oMathPara>
            </a14:m>
            <a:endParaRPr sz="2300"/>
          </a:p>
        </p:txBody>
      </p:sp>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I</m:t>
                  </m:r>
                </m:oMath>
              </m:oMathPara>
            </a14:m>
            <a:endParaRPr sz="2300"/>
          </a:p>
        </p:txBody>
      </p:sp>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p:sp>
        <p:nvSpPr>
          <p:cNvPr id="14058" name="Full D 4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aseline="0" b="0" i="0" u="none">
                <a:solidFill>
                  <a:srgbClr val="252529"/>
                </a:solidFill>
                <a:latin typeface="Aptos"/>
                <a:ea typeface="Aptos"/>
                <a:cs typeface="Aptos"/>
              </a:rPr>
              <a:t xml:space="preserve">Multiply by the matrix on the right</a:t>
            </a:r>
            <a:endParaRPr sz="1600"/>
          </a:p>
        </p:txBody>
      </p:sp>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D</m:t>
                  </m:r>
                  <m:d>
                    <m:dPr>
                      <m:begChr m:val="("/>
                      <m:endChr m:val=")"/>
                      <m:ctrlPr>
                        <a:rPr sz="2300">
                          <a:solidFill>
                            <a:srgbClr val="252529"/>
                          </a:solidFill>
                          <a:latin typeface="Cambria Math"/>
                        </a:rPr>
                      </m:ctrlPr>
                    </m:dPr>
                    <m:e>
                      <m:r>
                        <m:rPr>
                          <m:sty m:val="i"/>
                        </m:rPr>
                        <a:rPr sz="2300">
                          <a:solidFill>
                            <a:srgbClr val="252529"/>
                          </a:solidFill>
                          <a:latin typeface="Cambria Math"/>
                        </a:rPr>
                        <m:t xml:space="preserve">Θ</m:t>
                      </m:r>
                    </m:e>
                  </m:d>
                  <m:r>
                    <m:rPr>
                      <m:sty m:val="i"/>
                    </m:rPr>
                    <a:rPr sz="2300">
                      <a:solidFill>
                        <a:srgbClr val="252529"/>
                      </a:solidFill>
                      <a:latin typeface="Cambria Math"/>
                    </a:rPr>
                    <m:t xml:space="preserve">=</m:t>
                  </m:r>
                </m:oMath>
              </m:oMathPara>
            </a14:m>
            <a:endParaRPr sz="2300"/>
          </a:p>
        </p:txBody>
      </p:sp>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I</m:t>
                  </m:r>
                </m:oMath>
              </m:oMathPara>
            </a14:m>
            <a:endParaRPr sz="2300"/>
          </a:p>
        </p:txBody>
      </p:sp>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0</m:t>
                  </m:r>
                </m:oMath>
              </m:oMathPara>
            </a14:m>
            <a:endParaRPr sz="2300"/>
          </a:p>
        </p:txBody>
      </p:sp>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300">
                      <a:solidFill>
                        <a:srgbClr val="C81919"/>
                      </a:solidFill>
                      <a:latin typeface="Cambria Math"/>
                    </a:rPr>
                    <m:t xml:space="preserve">−</m:t>
                  </m:r>
                  <m:sSup>
                    <m:sSupPr>
                      <m:ctrlPr>
                        <a:rPr sz="2300">
                          <a:solidFill>
                            <a:srgbClr val="252529"/>
                          </a:solidFill>
                          <a:latin typeface="Cambria Math"/>
                        </a:rPr>
                      </m:ctrlPr>
                    </m:sSupPr>
                    <m:e>
                      <m:r>
                        <m:rPr>
                          <m:sty m:val="i"/>
                        </m:rPr>
                        <a:rPr sz="2300">
                          <a:solidFill>
                            <a:srgbClr val="C81919"/>
                          </a:solidFill>
                          <a:latin typeface="Cambria Math"/>
                        </a:rPr>
                        <m:t xml:space="preserve">K</m:t>
                      </m:r>
                    </m:e>
                    <m:sup>
                      <m:r>
                        <m:rPr>
                          <m:sty m:val="p"/>
                        </m:rPr>
                        <a:rPr sz="2300">
                          <a:solidFill>
                            <a:srgbClr val="C81919"/>
                          </a:solidFill>
                          <a:latin typeface="Cambria Math"/>
                        </a:rPr>
                        <m:t xml:space="preserve">*</m:t>
                      </m:r>
                    </m:sup>
                  </m:sSup>
                </m:oMath>
              </m:oMathPara>
            </a14:m>
            <a:endParaRPr sz="2300"/>
          </a:p>
        </p:txBody>
      </p:sp>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2300">
                      <a:solidFill>
                        <a:srgbClr val="252529"/>
                      </a:solidFill>
                      <a:latin typeface="Cambria Math"/>
                    </a:rPr>
                    <m:t xml:space="preserve">I</m:t>
                  </m:r>
                </m:oMath>
              </m:oMathPara>
            </a14:m>
            <a:endParaRPr sz="2300"/>
          </a:p>
        </p:txBody>
      </p:sp>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500">
                      <a:solidFill>
                        <a:srgbClr val="252529"/>
                      </a:solidFill>
                      <a:latin typeface="Cambria Math"/>
                    </a:rPr>
                    <m:t xml:space="preserve">=</m:t>
                  </m:r>
                  <m:bar>
                    <m:barPr>
                      <m:pos m:val="bot"/>
                      <m:ctrlPr>
                        <a:rPr sz="2500">
                          <a:solidFill>
                            <a:srgbClr val="252529"/>
                          </a:solidFill>
                          <a:latin typeface="Cambria Math"/>
                        </a:rPr>
                      </m:ctrlPr>
                    </m:barPr>
                    <m:e>
                      <m:r>
                        <m:rPr>
                          <m:sty m:val="i"/>
                        </m:rPr>
                        <a:rPr sz="2500">
                          <a:solidFill>
                            <a:srgbClr val="252529"/>
                          </a:solidFill>
                          <a:latin typeface="Cambria Math"/>
                        </a:rPr>
                        <m:t xml:space="preserve">Θ</m:t>
                      </m:r>
                    </m:e>
                  </m:bar>
                </m:oMath>
              </m:oMathPara>
            </a14:m>
            <a:endParaRPr sz="2500"/>
          </a:p>
        </p:txBody>
      </p:sp>
      <p:sp>
        <p:nvSpPr>
          <p:cNvPr id="14067" name="Full D 5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aseline="0" b="0" i="0" u="none">
                <a:solidFill>
                  <a:srgbClr val="252529"/>
                </a:solidFill>
                <a:latin typeface="Aptos"/>
                <a:ea typeface="Aptos"/>
                <a:cs typeface="Aptos"/>
              </a:rPr>
              <a:t xml:space="preserve">Apply the inverse to obtain the dual filter</a:t>
            </a:r>
            <a:endParaRPr sz="1600"/>
          </a:p>
        </p:txBody>
      </p:sp>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300"/>
                                        <p:tgtEl>
                                          <p:spTgt spid="11005"/>
                                        </p:tgtEl>
                                      </p:cBhvr>
                                    </p:animEffect>
                                    <p:set>
                                      <p:cBhvr>
                                        <p:cTn id="15" dur="1" fill="hold">
                                          <p:stCondLst>
                                            <p:cond delay="299"/>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300"/>
                                        <p:tgtEl>
                                          <p:spTgt spid="11006"/>
                                        </p:tgtEl>
                                      </p:cBhvr>
                                    </p:animEffect>
                                    <p:set>
                                      <p:cBhvr>
                                        <p:cTn id="18" dur="1" fill="hold">
                                          <p:stCondLst>
                                            <p:cond delay="299"/>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300"/>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400"/>
                                        <p:tgtEl>
                                          <p:spTgt spid="11009"/>
                                        </p:tgtEl>
                                      </p:cBhvr>
                                    </p:animEffect>
                                  </p:childTnLst>
                                </p:cTn>
                              </p:par>
                              <p:par>
                                <p:cTn id="22" presetID="10" presetClass="entr" presetSubtype="0" fill="hold" nodeType="withEffect">
                                  <p:stCondLst>
                                    <p:cond delay="300"/>
                                  </p:stCondLst>
                                  <p:childTnLst>
                                    <p:animEffect transition="in" filter="fade">
                                      <p:cBhvr>
                                        <p:cTn id="23" dur="400"/>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300"/>
                                  </p:stCondLst>
                                  <p:childTnLst>
                                    <p:animEffect transition="in" filter="fade">
                                      <p:cBhvr>
                                        <p:cTn id="26" dur="400"/>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300"/>
                                  </p:stCondLst>
                                  <p:childTnLst>
                                    <p:animEffect transition="in" filter="fade">
                                      <p:cBhvr>
                                        <p:cTn id="29" dur="400"/>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300"/>
                                  </p:stCondLst>
                                  <p:childTnLst>
                                    <p:animEffect transition="in" filter="fade">
                                      <p:cBhvr>
                                        <p:cTn id="32" dur="400"/>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300"/>
                                  </p:stCondLst>
                                  <p:childTnLst>
                                    <p:animEffect transition="in" filter="fade">
                                      <p:cBhvr>
                                        <p:cTn id="35" dur="400"/>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300"/>
                                  </p:stCondLst>
                                  <p:childTnLst>
                                    <p:animEffect transition="in" filter="fade">
                                      <p:cBhvr>
                                        <p:cTn id="38" dur="400"/>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300"/>
                                  </p:stCondLst>
                                  <p:childTnLst>
                                    <p:animEffect transition="in" filter="fade">
                                      <p:cBhvr>
                                        <p:cTn id="41" dur="400"/>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300"/>
                                  </p:stCondLst>
                                  <p:childTnLst>
                                    <p:animEffect transition="in" filter="fade">
                                      <p:cBhvr>
                                        <p:cTn id="44" dur="400"/>
                                        <p:tgtEl>
                                          <p:spTgt spid="14008"/>
                                        </p:tgtEl>
                                      </p:cBhvr>
                                    </p:animEffect>
                                    <p:set>
                                      <p:cBhvr>
                                        <p:cTn id="45" dur="1" fill="hold">
                                          <p:stCondLst>
                                            <p:cond delay="0"/>
                                          </p:stCondLst>
                                        </p:cTn>
                                        <p:tgtEl>
                                          <p:spTgt spid="14008"/>
                                        </p:tgtEl>
                                        <p:attrNameLst>
                                          <p:attrName>style.visibility</p:attrName>
                                        </p:attrNameLst>
                                      </p:cBhvr>
                                      <p:to>
                                        <p:strVal val="visible"/>
                                      </p:to>
                                    </p:set>
                                  </p:childTnLst>
                                </p:cTn>
                              </p:par>
                              <p:par>
                                <p:cTn id="46" presetID="10" presetClass="entr" presetSubtype="0" fill="hold" nodeType="withEffect">
                                  <p:stCondLst>
                                    <p:cond delay="300"/>
                                  </p:stCondLst>
                                  <p:childTnLst>
                                    <p:animEffect transition="in" filter="fade">
                                      <p:cBhvr>
                                        <p:cTn id="47" dur="400"/>
                                        <p:tgtEl>
                                          <p:spTgt spid="14068"/>
                                        </p:tgtEl>
                                      </p:cBhvr>
                                    </p:animEffect>
                                    <p:set>
                                      <p:cBhvr>
                                        <p:cTn id="48" dur="1" fill="hold">
                                          <p:stCondLst>
                                            <p:cond delay="0"/>
                                          </p:stCondLst>
                                        </p:cTn>
                                        <p:tgtEl>
                                          <p:spTgt spid="14068"/>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49" presetID="10" presetClass="exit" presetSubtype="0" fill="hold" nodeType="clickEffect">
                                  <p:stCondLst>
                                    <p:cond delay="0"/>
                                  </p:stCondLst>
                                  <p:childTnLst>
                                    <p:animEffect transition="out" filter="fade">
                                      <p:cBhvr>
                                        <p:cTn id="50" dur="200"/>
                                        <p:tgtEl>
                                          <p:spTgt spid="14008"/>
                                        </p:tgtEl>
                                      </p:cBhvr>
                                    </p:animEffect>
                                    <p:set>
                                      <p:cBhvr>
                                        <p:cTn id="51" dur="1" fill="hold">
                                          <p:stCondLst>
                                            <p:cond delay="199"/>
                                          </p:stCondLst>
                                        </p:cTn>
                                        <p:tgtEl>
                                          <p:spTgt spid="14008"/>
                                        </p:tgtEl>
                                        <p:attrNameLst>
                                          <p:attrName>style.visibility</p:attrName>
                                        </p:attrNameLst>
                                      </p:cBhvr>
                                      <p:to>
                                        <p:strVal val="hidden"/>
                                      </p:to>
                                    </p:set>
                                  </p:childTnLst>
                                </p:cTn>
                              </p:par>
                              <p:par>
                                <p:cTn id="52" presetID="10" presetClass="exit" presetSubtype="0" fill="hold" nodeType="withEffect">
                                  <p:stCondLst>
                                    <p:cond delay="450"/>
                                  </p:stCondLst>
                                  <p:childTnLst>
                                    <p:animEffect transition="out" filter="fade">
                                      <p:cBhvr>
                                        <p:cTn id="53" dur="250"/>
                                        <p:tgtEl>
                                          <p:spTgt spid="14001"/>
                                        </p:tgtEl>
                                      </p:cBhvr>
                                    </p:animEffect>
                                    <p:set>
                                      <p:cBhvr>
                                        <p:cTn id="54" dur="1" fill="hold">
                                          <p:stCondLst>
                                            <p:cond delay="249"/>
                                          </p:stCondLst>
                                        </p:cTn>
                                        <p:tgtEl>
                                          <p:spTgt spid="14001"/>
                                        </p:tgtEl>
                                        <p:attrNameLst>
                                          <p:attrName>style.visibility</p:attrName>
                                        </p:attrNameLst>
                                      </p:cBhvr>
                                      <p:to>
                                        <p:strVal val="hidden"/>
                                      </p:to>
                                    </p:set>
                                  </p:childTnLst>
                                </p:cTn>
                              </p:par>
                              <p:par>
                                <p:cTn id="55" presetID="10" presetClass="exit" presetSubtype="0" fill="hold" nodeType="withEffect">
                                  <p:stCondLst>
                                    <p:cond delay="450"/>
                                  </p:stCondLst>
                                  <p:childTnLst>
                                    <p:animEffect transition="out" filter="fade">
                                      <p:cBhvr>
                                        <p:cTn id="56" dur="250"/>
                                        <p:tgtEl>
                                          <p:spTgt spid="14002"/>
                                        </p:tgtEl>
                                      </p:cBhvr>
                                    </p:animEffect>
                                    <p:set>
                                      <p:cBhvr>
                                        <p:cTn id="57" dur="1" fill="hold">
                                          <p:stCondLst>
                                            <p:cond delay="249"/>
                                          </p:stCondLst>
                                        </p:cTn>
                                        <p:tgtEl>
                                          <p:spTgt spid="14002"/>
                                        </p:tgtEl>
                                        <p:attrNameLst>
                                          <p:attrName>style.visibility</p:attrName>
                                        </p:attrNameLst>
                                      </p:cBhvr>
                                      <p:to>
                                        <p:strVal val="hidden"/>
                                      </p:to>
                                    </p:set>
                                  </p:childTnLst>
                                </p:cTn>
                              </p:par>
                              <p:par>
                                <p:cTn id="58" presetID="10" presetClass="exit" presetSubtype="0" fill="hold" nodeType="withEffect">
                                  <p:stCondLst>
                                    <p:cond delay="450"/>
                                  </p:stCondLst>
                                  <p:childTnLst>
                                    <p:animEffect transition="out" filter="fade">
                                      <p:cBhvr>
                                        <p:cTn id="59" dur="250"/>
                                        <p:tgtEl>
                                          <p:spTgt spid="14003"/>
                                        </p:tgtEl>
                                      </p:cBhvr>
                                    </p:animEffect>
                                    <p:set>
                                      <p:cBhvr>
                                        <p:cTn id="60" dur="1" fill="hold">
                                          <p:stCondLst>
                                            <p:cond delay="249"/>
                                          </p:stCondLst>
                                        </p:cTn>
                                        <p:tgtEl>
                                          <p:spTgt spid="14003"/>
                                        </p:tgtEl>
                                        <p:attrNameLst>
                                          <p:attrName>style.visibility</p:attrName>
                                        </p:attrNameLst>
                                      </p:cBhvr>
                                      <p:to>
                                        <p:strVal val="hidden"/>
                                      </p:to>
                                    </p:set>
                                  </p:childTnLst>
                                </p:cTn>
                              </p:par>
                              <p:par>
                                <p:cTn id="61" presetID="10" presetClass="exit" presetSubtype="0" fill="hold" nodeType="withEffect">
                                  <p:stCondLst>
                                    <p:cond delay="450"/>
                                  </p:stCondLst>
                                  <p:childTnLst>
                                    <p:animEffect transition="out" filter="fade">
                                      <p:cBhvr>
                                        <p:cTn id="62" dur="250"/>
                                        <p:tgtEl>
                                          <p:spTgt spid="14004"/>
                                        </p:tgtEl>
                                      </p:cBhvr>
                                    </p:animEffect>
                                    <p:set>
                                      <p:cBhvr>
                                        <p:cTn id="63" dur="1" fill="hold">
                                          <p:stCondLst>
                                            <p:cond delay="249"/>
                                          </p:stCondLst>
                                        </p:cTn>
                                        <p:tgtEl>
                                          <p:spTgt spid="14004"/>
                                        </p:tgtEl>
                                        <p:attrNameLst>
                                          <p:attrName>style.visibility</p:attrName>
                                        </p:attrNameLst>
                                      </p:cBhvr>
                                      <p:to>
                                        <p:strVal val="hidden"/>
                                      </p:to>
                                    </p:set>
                                  </p:childTnLst>
                                </p:cTn>
                              </p:par>
                              <p:par>
                                <p:cTn id="64" presetID="10" presetClass="exit" presetSubtype="0" fill="hold" nodeType="withEffect">
                                  <p:stCondLst>
                                    <p:cond delay="450"/>
                                  </p:stCondLst>
                                  <p:childTnLst>
                                    <p:animEffect transition="out" filter="fade">
                                      <p:cBhvr>
                                        <p:cTn id="65" dur="250"/>
                                        <p:tgtEl>
                                          <p:spTgt spid="14005"/>
                                        </p:tgtEl>
                                      </p:cBhvr>
                                    </p:animEffect>
                                    <p:set>
                                      <p:cBhvr>
                                        <p:cTn id="66" dur="1" fill="hold">
                                          <p:stCondLst>
                                            <p:cond delay="249"/>
                                          </p:stCondLst>
                                        </p:cTn>
                                        <p:tgtEl>
                                          <p:spTgt spid="14005"/>
                                        </p:tgtEl>
                                        <p:attrNameLst>
                                          <p:attrName>style.visibility</p:attrName>
                                        </p:attrNameLst>
                                      </p:cBhvr>
                                      <p:to>
                                        <p:strVal val="hidden"/>
                                      </p:to>
                                    </p:set>
                                  </p:childTnLst>
                                </p:cTn>
                              </p:par>
                              <p:par>
                                <p:cTn id="67" presetID="10" presetClass="exit" presetSubtype="0" fill="hold" nodeType="withEffect">
                                  <p:stCondLst>
                                    <p:cond delay="450"/>
                                  </p:stCondLst>
                                  <p:childTnLst>
                                    <p:animEffect transition="out" filter="fade">
                                      <p:cBhvr>
                                        <p:cTn id="68" dur="250"/>
                                        <p:tgtEl>
                                          <p:spTgt spid="14006"/>
                                        </p:tgtEl>
                                      </p:cBhvr>
                                    </p:animEffect>
                                    <p:set>
                                      <p:cBhvr>
                                        <p:cTn id="69" dur="1" fill="hold">
                                          <p:stCondLst>
                                            <p:cond delay="249"/>
                                          </p:stCondLst>
                                        </p:cTn>
                                        <p:tgtEl>
                                          <p:spTgt spid="14006"/>
                                        </p:tgtEl>
                                        <p:attrNameLst>
                                          <p:attrName>style.visibility</p:attrName>
                                        </p:attrNameLst>
                                      </p:cBhvr>
                                      <p:to>
                                        <p:strVal val="hidden"/>
                                      </p:to>
                                    </p:set>
                                  </p:childTnLst>
                                </p:cTn>
                              </p:par>
                              <p:par>
                                <p:cTn id="70" presetID="10" presetClass="exit" presetSubtype="0" fill="hold" nodeType="withEffect">
                                  <p:stCondLst>
                                    <p:cond delay="0"/>
                                  </p:stCondLst>
                                  <p:childTnLst>
                                    <p:animEffect transition="out" filter="fade">
                                      <p:cBhvr>
                                        <p:cTn id="71" dur="250"/>
                                        <p:tgtEl>
                                          <p:spTgt spid="14007"/>
                                        </p:tgtEl>
                                      </p:cBhvr>
                                    </p:animEffect>
                                    <p:set>
                                      <p:cBhvr>
                                        <p:cTn id="72" dur="1" fill="hold">
                                          <p:stCondLst>
                                            <p:cond delay="249"/>
                                          </p:stCondLst>
                                        </p:cTn>
                                        <p:tgtEl>
                                          <p:spTgt spid="14007"/>
                                        </p:tgtEl>
                                        <p:attrNameLst>
                                          <p:attrName>style.visibility</p:attrName>
                                        </p:attrNameLst>
                                      </p:cBhvr>
                                      <p:to>
                                        <p:strVal val="hidden"/>
                                      </p:to>
                                    </p:set>
                                  </p:childTnLst>
                                </p:cTn>
                              </p:par>
                              <p:par>
                                <p:cTn id="73" presetID="10" presetClass="entr" presetSubtype="0" fill="hold" nodeType="withEffect">
                                  <p:stCondLst>
                                    <p:cond delay="450"/>
                                  </p:stCondLst>
                                  <p:childTnLst>
                                    <p:animEffect transition="in" filter="fade">
                                      <p:cBhvr>
                                        <p:cTn id="74" dur="300"/>
                                        <p:tgtEl>
                                          <p:spTgt spid="14009"/>
                                        </p:tgtEl>
                                      </p:cBhvr>
                                    </p:animEffect>
                                    <p:set>
                                      <p:cBhvr>
                                        <p:cTn id="75" dur="1" fill="hold">
                                          <p:stCondLst>
                                            <p:cond delay="0"/>
                                          </p:stCondLst>
                                        </p:cTn>
                                        <p:tgtEl>
                                          <p:spTgt spid="14009"/>
                                        </p:tgtEl>
                                        <p:attrNameLst>
                                          <p:attrName>style.visibility</p:attrName>
                                        </p:attrNameLst>
                                      </p:cBhvr>
                                      <p:to>
                                        <p:strVal val="visible"/>
                                      </p:to>
                                    </p:set>
                                  </p:childTnLst>
                                </p:cTn>
                              </p:par>
                              <p:par>
                                <p:cTn id="76" presetID="10" presetClass="entr" presetSubtype="0" fill="hold" nodeType="withEffect">
                                  <p:stCondLst>
                                    <p:cond delay="450"/>
                                  </p:stCondLst>
                                  <p:childTnLst>
                                    <p:animEffect transition="in" filter="fade">
                                      <p:cBhvr>
                                        <p:cTn id="77" dur="300"/>
                                        <p:tgtEl>
                                          <p:spTgt spid="14010"/>
                                        </p:tgtEl>
                                      </p:cBhvr>
                                    </p:animEffect>
                                    <p:set>
                                      <p:cBhvr>
                                        <p:cTn id="78" dur="1" fill="hold">
                                          <p:stCondLst>
                                            <p:cond delay="0"/>
                                          </p:stCondLst>
                                        </p:cTn>
                                        <p:tgtEl>
                                          <p:spTgt spid="14010"/>
                                        </p:tgtEl>
                                        <p:attrNameLst>
                                          <p:attrName>style.visibility</p:attrName>
                                        </p:attrNameLst>
                                      </p:cBhvr>
                                      <p:to>
                                        <p:strVal val="visible"/>
                                      </p:to>
                                    </p:set>
                                  </p:childTnLst>
                                </p:cTn>
                              </p:par>
                              <p:par>
                                <p:cTn id="79" presetID="10" presetClass="entr" presetSubtype="0" fill="hold" nodeType="withEffect">
                                  <p:stCondLst>
                                    <p:cond delay="450"/>
                                  </p:stCondLst>
                                  <p:childTnLst>
                                    <p:animEffect transition="in" filter="fade">
                                      <p:cBhvr>
                                        <p:cTn id="80" dur="300"/>
                                        <p:tgtEl>
                                          <p:spTgt spid="14011"/>
                                        </p:tgtEl>
                                      </p:cBhvr>
                                    </p:animEffect>
                                    <p:set>
                                      <p:cBhvr>
                                        <p:cTn id="81" dur="1" fill="hold">
                                          <p:stCondLst>
                                            <p:cond delay="0"/>
                                          </p:stCondLst>
                                        </p:cTn>
                                        <p:tgtEl>
                                          <p:spTgt spid="14011"/>
                                        </p:tgtEl>
                                        <p:attrNameLst>
                                          <p:attrName>style.visibility</p:attrName>
                                        </p:attrNameLst>
                                      </p:cBhvr>
                                      <p:to>
                                        <p:strVal val="visible"/>
                                      </p:to>
                                    </p:set>
                                  </p:childTnLst>
                                </p:cTn>
                              </p:par>
                              <p:par>
                                <p:cTn id="82" presetID="10" presetClass="entr" presetSubtype="0" fill="hold" nodeType="withEffect">
                                  <p:stCondLst>
                                    <p:cond delay="450"/>
                                  </p:stCondLst>
                                  <p:childTnLst>
                                    <p:animEffect transition="in" filter="fade">
                                      <p:cBhvr>
                                        <p:cTn id="83" dur="300"/>
                                        <p:tgtEl>
                                          <p:spTgt spid="14012"/>
                                        </p:tgtEl>
                                      </p:cBhvr>
                                    </p:animEffect>
                                    <p:set>
                                      <p:cBhvr>
                                        <p:cTn id="84" dur="1" fill="hold">
                                          <p:stCondLst>
                                            <p:cond delay="0"/>
                                          </p:stCondLst>
                                        </p:cTn>
                                        <p:tgtEl>
                                          <p:spTgt spid="14012"/>
                                        </p:tgtEl>
                                        <p:attrNameLst>
                                          <p:attrName>style.visibility</p:attrName>
                                        </p:attrNameLst>
                                      </p:cBhvr>
                                      <p:to>
                                        <p:strVal val="visible"/>
                                      </p:to>
                                    </p:set>
                                  </p:childTnLst>
                                </p:cTn>
                              </p:par>
                              <p:par>
                                <p:cTn id="85" presetID="10" presetClass="entr" presetSubtype="0" fill="hold" nodeType="withEffect">
                                  <p:stCondLst>
                                    <p:cond delay="450"/>
                                  </p:stCondLst>
                                  <p:childTnLst>
                                    <p:animEffect transition="in" filter="fade">
                                      <p:cBhvr>
                                        <p:cTn id="86" dur="300"/>
                                        <p:tgtEl>
                                          <p:spTgt spid="14013"/>
                                        </p:tgtEl>
                                      </p:cBhvr>
                                    </p:animEffect>
                                    <p:set>
                                      <p:cBhvr>
                                        <p:cTn id="87" dur="1" fill="hold">
                                          <p:stCondLst>
                                            <p:cond delay="0"/>
                                          </p:stCondLst>
                                        </p:cTn>
                                        <p:tgtEl>
                                          <p:spTgt spid="14013"/>
                                        </p:tgtEl>
                                        <p:attrNameLst>
                                          <p:attrName>style.visibility</p:attrName>
                                        </p:attrNameLst>
                                      </p:cBhvr>
                                      <p:to>
                                        <p:strVal val="visible"/>
                                      </p:to>
                                    </p:set>
                                  </p:childTnLst>
                                </p:cTn>
                              </p:par>
                              <p:par>
                                <p:cTn id="88" presetID="10" presetClass="entr" presetSubtype="0" fill="hold" nodeType="withEffect">
                                  <p:stCondLst>
                                    <p:cond delay="450"/>
                                  </p:stCondLst>
                                  <p:childTnLst>
                                    <p:animEffect transition="in" filter="fade">
                                      <p:cBhvr>
                                        <p:cTn id="89" dur="300"/>
                                        <p:tgtEl>
                                          <p:spTgt spid="14014"/>
                                        </p:tgtEl>
                                      </p:cBhvr>
                                    </p:animEffect>
                                    <p:set>
                                      <p:cBhvr>
                                        <p:cTn id="90" dur="1" fill="hold">
                                          <p:stCondLst>
                                            <p:cond delay="0"/>
                                          </p:stCondLst>
                                        </p:cTn>
                                        <p:tgtEl>
                                          <p:spTgt spid="14014"/>
                                        </p:tgtEl>
                                        <p:attrNameLst>
                                          <p:attrName>style.visibility</p:attrName>
                                        </p:attrNameLst>
                                      </p:cBhvr>
                                      <p:to>
                                        <p:strVal val="visible"/>
                                      </p:to>
                                    </p:set>
                                  </p:childTnLst>
                                </p:cTn>
                              </p:par>
                              <p:par>
                                <p:cTn id="91" presetID="10" presetClass="entr" presetSubtype="0" fill="hold" nodeType="withEffect">
                                  <p:stCondLst>
                                    <p:cond delay="450"/>
                                  </p:stCondLst>
                                  <p:childTnLst>
                                    <p:animEffect transition="in" filter="fade">
                                      <p:cBhvr>
                                        <p:cTn id="92" dur="300"/>
                                        <p:tgtEl>
                                          <p:spTgt spid="14015"/>
                                        </p:tgtEl>
                                      </p:cBhvr>
                                    </p:animEffect>
                                    <p:set>
                                      <p:cBhvr>
                                        <p:cTn id="93" dur="1" fill="hold">
                                          <p:stCondLst>
                                            <p:cond delay="0"/>
                                          </p:stCondLst>
                                        </p:cTn>
                                        <p:tgtEl>
                                          <p:spTgt spid="14015"/>
                                        </p:tgtEl>
                                        <p:attrNameLst>
                                          <p:attrName>style.visibility</p:attrName>
                                        </p:attrNameLst>
                                      </p:cBhvr>
                                      <p:to>
                                        <p:strVal val="visible"/>
                                      </p:to>
                                    </p:set>
                                  </p:childTnLst>
                                </p:cTn>
                              </p:par>
                              <p:par>
                                <p:cTn id="94" presetID="10" presetClass="entr" presetSubtype="0" fill="hold" nodeType="withEffect">
                                  <p:stCondLst>
                                    <p:cond delay="450"/>
                                  </p:stCondLst>
                                  <p:childTnLst>
                                    <p:animEffect transition="in" filter="fade">
                                      <p:cBhvr>
                                        <p:cTn id="95" dur="300"/>
                                        <p:tgtEl>
                                          <p:spTgt spid="14016"/>
                                        </p:tgtEl>
                                      </p:cBhvr>
                                    </p:animEffect>
                                    <p:set>
                                      <p:cBhvr>
                                        <p:cTn id="96" dur="1" fill="hold">
                                          <p:stCondLst>
                                            <p:cond delay="0"/>
                                          </p:stCondLst>
                                        </p:cTn>
                                        <p:tgtEl>
                                          <p:spTgt spid="14016"/>
                                        </p:tgtEl>
                                        <p:attrNameLst>
                                          <p:attrName>style.visibility</p:attrName>
                                        </p:attrNameLst>
                                      </p:cBhvr>
                                      <p:to>
                                        <p:strVal val="visible"/>
                                      </p:to>
                                    </p:set>
                                  </p:childTnLst>
                                </p:cTn>
                              </p:par>
                              <p:par>
                                <p:cTn id="97" presetID="10" presetClass="entr" presetSubtype="0" fill="hold" nodeType="withEffect">
                                  <p:stCondLst>
                                    <p:cond delay="450"/>
                                  </p:stCondLst>
                                  <p:childTnLst>
                                    <p:animEffect transition="in" filter="fade">
                                      <p:cBhvr>
                                        <p:cTn id="98" dur="300"/>
                                        <p:tgtEl>
                                          <p:spTgt spid="14017"/>
                                        </p:tgtEl>
                                      </p:cBhvr>
                                    </p:animEffect>
                                    <p:set>
                                      <p:cBhvr>
                                        <p:cTn id="99" dur="1" fill="hold">
                                          <p:stCondLst>
                                            <p:cond delay="0"/>
                                          </p:stCondLst>
                                        </p:cTn>
                                        <p:tgtEl>
                                          <p:spTgt spid="14017"/>
                                        </p:tgtEl>
                                        <p:attrNameLst>
                                          <p:attrName>style.visibility</p:attrName>
                                        </p:attrNameLst>
                                      </p:cBhvr>
                                      <p:to>
                                        <p:strVal val="visible"/>
                                      </p:to>
                                    </p:set>
                                  </p:childTnLst>
                                </p:cTn>
                              </p:par>
                              <p:par>
                                <p:cTn id="100" presetID="10" presetClass="entr" presetSubtype="0" fill="hold" nodeType="withEffect">
                                  <p:stCondLst>
                                    <p:cond delay="450"/>
                                  </p:stCondLst>
                                  <p:childTnLst>
                                    <p:animEffect transition="in" filter="fade">
                                      <p:cBhvr>
                                        <p:cTn id="101" dur="300"/>
                                        <p:tgtEl>
                                          <p:spTgt spid="14018"/>
                                        </p:tgtEl>
                                      </p:cBhvr>
                                    </p:animEffect>
                                    <p:set>
                                      <p:cBhvr>
                                        <p:cTn id="102" dur="1" fill="hold">
                                          <p:stCondLst>
                                            <p:cond delay="0"/>
                                          </p:stCondLst>
                                        </p:cTn>
                                        <p:tgtEl>
                                          <p:spTgt spid="14018"/>
                                        </p:tgtEl>
                                        <p:attrNameLst>
                                          <p:attrName>style.visibility</p:attrName>
                                        </p:attrNameLst>
                                      </p:cBhvr>
                                      <p:to>
                                        <p:strVal val="visible"/>
                                      </p:to>
                                    </p:set>
                                  </p:childTnLst>
                                </p:cTn>
                              </p:par>
                              <p:par>
                                <p:cTn id="103" presetID="10" presetClass="entr" presetSubtype="0" fill="hold" nodeType="withEffect">
                                  <p:stCondLst>
                                    <p:cond delay="450"/>
                                  </p:stCondLst>
                                  <p:childTnLst>
                                    <p:animEffect transition="in" filter="fade">
                                      <p:cBhvr>
                                        <p:cTn id="104" dur="300"/>
                                        <p:tgtEl>
                                          <p:spTgt spid="14019"/>
                                        </p:tgtEl>
                                      </p:cBhvr>
                                    </p:animEffect>
                                    <p:set>
                                      <p:cBhvr>
                                        <p:cTn id="105" dur="1" fill="hold">
                                          <p:stCondLst>
                                            <p:cond delay="0"/>
                                          </p:stCondLst>
                                        </p:cTn>
                                        <p:tgtEl>
                                          <p:spTgt spid="14019"/>
                                        </p:tgtEl>
                                        <p:attrNameLst>
                                          <p:attrName>style.visibility</p:attrName>
                                        </p:attrNameLst>
                                      </p:cBhvr>
                                      <p:to>
                                        <p:strVal val="visible"/>
                                      </p:to>
                                    </p:set>
                                  </p:childTnLst>
                                </p:cTn>
                              </p:par>
                              <p:par>
                                <p:cTn id="106" presetID="10" presetClass="entr" presetSubtype="0" fill="hold" nodeType="withEffect">
                                  <p:stCondLst>
                                    <p:cond delay="450"/>
                                  </p:stCondLst>
                                  <p:childTnLst>
                                    <p:animEffect transition="in" filter="fade">
                                      <p:cBhvr>
                                        <p:cTn id="107" dur="300"/>
                                        <p:tgtEl>
                                          <p:spTgt spid="14020"/>
                                        </p:tgtEl>
                                      </p:cBhvr>
                                    </p:animEffect>
                                    <p:set>
                                      <p:cBhvr>
                                        <p:cTn id="108" dur="1" fill="hold">
                                          <p:stCondLst>
                                            <p:cond delay="0"/>
                                          </p:stCondLst>
                                        </p:cTn>
                                        <p:tgtEl>
                                          <p:spTgt spid="14020"/>
                                        </p:tgtEl>
                                        <p:attrNameLst>
                                          <p:attrName>style.visibility</p:attrName>
                                        </p:attrNameLst>
                                      </p:cBhvr>
                                      <p:to>
                                        <p:strVal val="visible"/>
                                      </p:to>
                                    </p:set>
                                  </p:childTnLst>
                                </p:cTn>
                              </p:par>
                              <p:par>
                                <p:cTn id="109" presetID="10" presetClass="entr" presetSubtype="0" fill="hold" nodeType="withEffect">
                                  <p:stCondLst>
                                    <p:cond delay="450"/>
                                  </p:stCondLst>
                                  <p:childTnLst>
                                    <p:animEffect transition="in" filter="fade">
                                      <p:cBhvr>
                                        <p:cTn id="110" dur="300"/>
                                        <p:tgtEl>
                                          <p:spTgt spid="14021"/>
                                        </p:tgtEl>
                                      </p:cBhvr>
                                    </p:animEffect>
                                    <p:set>
                                      <p:cBhvr>
                                        <p:cTn id="111" dur="1" fill="hold">
                                          <p:stCondLst>
                                            <p:cond delay="0"/>
                                          </p:stCondLst>
                                        </p:cTn>
                                        <p:tgtEl>
                                          <p:spTgt spid="14021"/>
                                        </p:tgtEl>
                                        <p:attrNameLst>
                                          <p:attrName>style.visibility</p:attrName>
                                        </p:attrNameLst>
                                      </p:cBhvr>
                                      <p:to>
                                        <p:strVal val="visible"/>
                                      </p:to>
                                    </p:set>
                                  </p:childTnLst>
                                </p:cTn>
                              </p:par>
                              <p:par>
                                <p:cTn id="112" presetID="10" presetClass="entr" presetSubtype="0" fill="hold" nodeType="withEffect">
                                  <p:stCondLst>
                                    <p:cond delay="0"/>
                                  </p:stCondLst>
                                  <p:childTnLst>
                                    <p:animEffect transition="in" filter="fade">
                                      <p:cBhvr>
                                        <p:cTn id="113" dur="300"/>
                                        <p:tgtEl>
                                          <p:spTgt spid="14022"/>
                                        </p:tgtEl>
                                      </p:cBhvr>
                                    </p:animEffect>
                                    <p:set>
                                      <p:cBhvr>
                                        <p:cTn id="114" dur="1" fill="hold">
                                          <p:stCondLst>
                                            <p:cond delay="0"/>
                                          </p:stCondLst>
                                        </p:cTn>
                                        <p:tgtEl>
                                          <p:spTgt spid="14022"/>
                                        </p:tgtEl>
                                        <p:attrNameLst>
                                          <p:attrName>style.visibility</p:attrName>
                                        </p:attrNameLst>
                                      </p:cBhvr>
                                      <p:to>
                                        <p:strVal val="visible"/>
                                      </p:to>
                                    </p:set>
                                  </p:childTnLst>
                                </p:cTn>
                              </p:par>
                            </p:childTnLst>
                          </p:cTn>
                        </p:par>
                      </p:childTnLst>
                    </p:cTn>
                  </p:par>
                  <p:par>
                    <p:cTn id="206" fill="hold">
                      <p:stCondLst>
                        <p:cond delay="indefinite"/>
                      </p:stCondLst>
                      <p:childTnLst>
                        <p:par>
                          <p:cTn id="207" fill="hold">
                            <p:stCondLst>
                              <p:cond delay="0"/>
                            </p:stCondLst>
                            <p:childTnLst>
                              <p:par>
                                <p:cTn id="117" presetID="10" presetClass="exit" presetSubtype="0" fill="hold" nodeType="clickEffect">
                                  <p:stCondLst>
                                    <p:cond delay="0"/>
                                  </p:stCondLst>
                                  <p:childTnLst>
                                    <p:animEffect transition="out" filter="fade">
                                      <p:cBhvr>
                                        <p:cTn id="118" dur="200"/>
                                        <p:tgtEl>
                                          <p:spTgt spid="14022"/>
                                        </p:tgtEl>
                                      </p:cBhvr>
                                    </p:animEffect>
                                    <p:set>
                                      <p:cBhvr>
                                        <p:cTn id="119" dur="1" fill="hold">
                                          <p:stCondLst>
                                            <p:cond delay="199"/>
                                          </p:stCondLst>
                                        </p:cTn>
                                        <p:tgtEl>
                                          <p:spTgt spid="14022"/>
                                        </p:tgtEl>
                                        <p:attrNameLst>
                                          <p:attrName>style.visibility</p:attrName>
                                        </p:attrNameLst>
                                      </p:cBhvr>
                                      <p:to>
                                        <p:strVal val="hidden"/>
                                      </p:to>
                                    </p:set>
                                  </p:childTnLst>
                                </p:cTn>
                              </p:par>
                              <p:par>
                                <p:cTn id="120" presetID="10" presetClass="exit" presetSubtype="0" fill="hold" nodeType="withEffect">
                                  <p:stCondLst>
                                    <p:cond delay="950"/>
                                  </p:stCondLst>
                                  <p:childTnLst>
                                    <p:animEffect transition="out" filter="fade">
                                      <p:cBhvr>
                                        <p:cTn id="121" dur="250"/>
                                        <p:tgtEl>
                                          <p:spTgt spid="14009"/>
                                        </p:tgtEl>
                                      </p:cBhvr>
                                    </p:animEffect>
                                    <p:set>
                                      <p:cBhvr>
                                        <p:cTn id="122" dur="1" fill="hold">
                                          <p:stCondLst>
                                            <p:cond delay="249"/>
                                          </p:stCondLst>
                                        </p:cTn>
                                        <p:tgtEl>
                                          <p:spTgt spid="14009"/>
                                        </p:tgtEl>
                                        <p:attrNameLst>
                                          <p:attrName>style.visibility</p:attrName>
                                        </p:attrNameLst>
                                      </p:cBhvr>
                                      <p:to>
                                        <p:strVal val="hidden"/>
                                      </p:to>
                                    </p:set>
                                  </p:childTnLst>
                                </p:cTn>
                              </p:par>
                              <p:par>
                                <p:cTn id="123" presetID="10" presetClass="exit" presetSubtype="0" fill="hold" nodeType="withEffect">
                                  <p:stCondLst>
                                    <p:cond delay="950"/>
                                  </p:stCondLst>
                                  <p:childTnLst>
                                    <p:animEffect transition="out" filter="fade">
                                      <p:cBhvr>
                                        <p:cTn id="124" dur="250"/>
                                        <p:tgtEl>
                                          <p:spTgt spid="14010"/>
                                        </p:tgtEl>
                                      </p:cBhvr>
                                    </p:animEffect>
                                    <p:set>
                                      <p:cBhvr>
                                        <p:cTn id="125" dur="1" fill="hold">
                                          <p:stCondLst>
                                            <p:cond delay="249"/>
                                          </p:stCondLst>
                                        </p:cTn>
                                        <p:tgtEl>
                                          <p:spTgt spid="14010"/>
                                        </p:tgtEl>
                                        <p:attrNameLst>
                                          <p:attrName>style.visibility</p:attrName>
                                        </p:attrNameLst>
                                      </p:cBhvr>
                                      <p:to>
                                        <p:strVal val="hidden"/>
                                      </p:to>
                                    </p:set>
                                  </p:childTnLst>
                                </p:cTn>
                              </p:par>
                              <p:par>
                                <p:cTn id="126" presetID="10" presetClass="exit" presetSubtype="0" fill="hold" nodeType="withEffect">
                                  <p:stCondLst>
                                    <p:cond delay="950"/>
                                  </p:stCondLst>
                                  <p:childTnLst>
                                    <p:animEffect transition="out" filter="fade">
                                      <p:cBhvr>
                                        <p:cTn id="127" dur="250"/>
                                        <p:tgtEl>
                                          <p:spTgt spid="14011"/>
                                        </p:tgtEl>
                                      </p:cBhvr>
                                    </p:animEffect>
                                    <p:set>
                                      <p:cBhvr>
                                        <p:cTn id="128" dur="1" fill="hold">
                                          <p:stCondLst>
                                            <p:cond delay="249"/>
                                          </p:stCondLst>
                                        </p:cTn>
                                        <p:tgtEl>
                                          <p:spTgt spid="14011"/>
                                        </p:tgtEl>
                                        <p:attrNameLst>
                                          <p:attrName>style.visibility</p:attrName>
                                        </p:attrNameLst>
                                      </p:cBhvr>
                                      <p:to>
                                        <p:strVal val="hidden"/>
                                      </p:to>
                                    </p:set>
                                  </p:childTnLst>
                                </p:cTn>
                              </p:par>
                              <p:par>
                                <p:cTn id="129" presetID="10" presetClass="exit" presetSubtype="0" fill="hold" nodeType="withEffect">
                                  <p:stCondLst>
                                    <p:cond delay="950"/>
                                  </p:stCondLst>
                                  <p:childTnLst>
                                    <p:animEffect transition="out" filter="fade">
                                      <p:cBhvr>
                                        <p:cTn id="130" dur="250"/>
                                        <p:tgtEl>
                                          <p:spTgt spid="14012"/>
                                        </p:tgtEl>
                                      </p:cBhvr>
                                    </p:animEffect>
                                    <p:set>
                                      <p:cBhvr>
                                        <p:cTn id="131" dur="1" fill="hold">
                                          <p:stCondLst>
                                            <p:cond delay="249"/>
                                          </p:stCondLst>
                                        </p:cTn>
                                        <p:tgtEl>
                                          <p:spTgt spid="14012"/>
                                        </p:tgtEl>
                                        <p:attrNameLst>
                                          <p:attrName>style.visibility</p:attrName>
                                        </p:attrNameLst>
                                      </p:cBhvr>
                                      <p:to>
                                        <p:strVal val="hidden"/>
                                      </p:to>
                                    </p:set>
                                  </p:childTnLst>
                                </p:cTn>
                              </p:par>
                              <p:par>
                                <p:cTn id="132" presetID="10" presetClass="exit" presetSubtype="0" fill="hold" nodeType="withEffect">
                                  <p:stCondLst>
                                    <p:cond delay="950"/>
                                  </p:stCondLst>
                                  <p:childTnLst>
                                    <p:animEffect transition="out" filter="fade">
                                      <p:cBhvr>
                                        <p:cTn id="133" dur="250"/>
                                        <p:tgtEl>
                                          <p:spTgt spid="14013"/>
                                        </p:tgtEl>
                                      </p:cBhvr>
                                    </p:animEffect>
                                    <p:set>
                                      <p:cBhvr>
                                        <p:cTn id="134" dur="1" fill="hold">
                                          <p:stCondLst>
                                            <p:cond delay="249"/>
                                          </p:stCondLst>
                                        </p:cTn>
                                        <p:tgtEl>
                                          <p:spTgt spid="14013"/>
                                        </p:tgtEl>
                                        <p:attrNameLst>
                                          <p:attrName>style.visibility</p:attrName>
                                        </p:attrNameLst>
                                      </p:cBhvr>
                                      <p:to>
                                        <p:strVal val="hidden"/>
                                      </p:to>
                                    </p:set>
                                  </p:childTnLst>
                                </p:cTn>
                              </p:par>
                              <p:par>
                                <p:cTn id="135" presetID="10" presetClass="exit" presetSubtype="0" fill="hold" nodeType="withEffect">
                                  <p:stCondLst>
                                    <p:cond delay="950"/>
                                  </p:stCondLst>
                                  <p:childTnLst>
                                    <p:animEffect transition="out" filter="fade">
                                      <p:cBhvr>
                                        <p:cTn id="136" dur="250"/>
                                        <p:tgtEl>
                                          <p:spTgt spid="14014"/>
                                        </p:tgtEl>
                                      </p:cBhvr>
                                    </p:animEffect>
                                    <p:set>
                                      <p:cBhvr>
                                        <p:cTn id="137" dur="1" fill="hold">
                                          <p:stCondLst>
                                            <p:cond delay="249"/>
                                          </p:stCondLst>
                                        </p:cTn>
                                        <p:tgtEl>
                                          <p:spTgt spid="14014"/>
                                        </p:tgtEl>
                                        <p:attrNameLst>
                                          <p:attrName>style.visibility</p:attrName>
                                        </p:attrNameLst>
                                      </p:cBhvr>
                                      <p:to>
                                        <p:strVal val="hidden"/>
                                      </p:to>
                                    </p:set>
                                  </p:childTnLst>
                                </p:cTn>
                              </p:par>
                              <p:par>
                                <p:cTn id="138" presetID="0" presetClass="path" presetSubtype="0" fill="hold" nodeType="withEffect">
                                  <p:stCondLst>
                                    <p:cond delay="0"/>
                                  </p:stCondLst>
                                  <p:childTnLst>
                                    <p:animMotion origin="layout" path="M 0 0 C 0.009971808 -0.035455317 0.034223051 -0.049826424 0.054166667 -0.032098765 C 0.074110283 -0.014371107 0.082194030 0.028742214 0.072222222 0.064197531 E" pathEditMode="relative" rAng="0">
                                      <p:cBhvr>
                                        <p:cTn id="139" dur="1200" fill="hold" accel="20000" decel="20000"/>
                                        <p:tgtEl>
                                          <p:spTgt spid="14015"/>
                                        </p:tgtEl>
                                        <p:attrNameLst>
                                          <p:attrName>ppt_x</p:attrName>
                                          <p:attrName>ppt_y</p:attrName>
                                        </p:attrNameLst>
                                      </p:cBhvr>
                                      <p:rCtr x="0" y="0"/>
                                    </p:animMotion>
                                  </p:childTnLst>
                                </p:cTn>
                              </p:par>
                              <p:par>
                                <p:cTn id="140" presetID="10" presetClass="exit" presetSubtype="0" fill="hold" nodeType="withEffect">
                                  <p:stCondLst>
                                    <p:cond delay="950"/>
                                  </p:stCondLst>
                                  <p:childTnLst>
                                    <p:animEffect transition="out" filter="fade">
                                      <p:cBhvr>
                                        <p:cTn id="141" dur="250"/>
                                        <p:tgtEl>
                                          <p:spTgt spid="14015"/>
                                        </p:tgtEl>
                                      </p:cBhvr>
                                    </p:animEffect>
                                    <p:set>
                                      <p:cBhvr>
                                        <p:cTn id="142" dur="1" fill="hold">
                                          <p:stCondLst>
                                            <p:cond delay="249"/>
                                          </p:stCondLst>
                                        </p:cTn>
                                        <p:tgtEl>
                                          <p:spTgt spid="14015"/>
                                        </p:tgtEl>
                                        <p:attrNameLst>
                                          <p:attrName>style.visibility</p:attrName>
                                        </p:attrNameLst>
                                      </p:cBhvr>
                                      <p:to>
                                        <p:strVal val="hidden"/>
                                      </p:to>
                                    </p:set>
                                  </p:childTnLst>
                                </p:cTn>
                              </p:par>
                              <p:par>
                                <p:cTn id="143" presetID="0" presetClass="path" presetSubtype="0" fill="hold" nodeType="withEffect">
                                  <p:stCondLst>
                                    <p:cond delay="0"/>
                                  </p:stCondLst>
                                  <p:childTnLst>
                                    <p:animMotion origin="layout" path="M 0 0 C 0.009971808 0.035455317 0.001888060 0.078568638 -0.018055556 0.096296296 C -0.037999172 0.114023955 -0.062250414 0.099652848 -0.072222222 0.064197531 E" pathEditMode="relative" rAng="0">
                                      <p:cBhvr>
                                        <p:cTn id="144" dur="1200" fill="hold" accel="20000" decel="20000"/>
                                        <p:tgtEl>
                                          <p:spTgt spid="14016"/>
                                        </p:tgtEl>
                                        <p:attrNameLst>
                                          <p:attrName>ppt_x</p:attrName>
                                          <p:attrName>ppt_y</p:attrName>
                                        </p:attrNameLst>
                                      </p:cBhvr>
                                      <p:rCtr x="0" y="0"/>
                                    </p:animMotion>
                                  </p:childTnLst>
                                </p:cTn>
                              </p:par>
                              <p:par>
                                <p:cTn id="145" presetID="10" presetClass="exit" presetSubtype="0" fill="hold" nodeType="withEffect">
                                  <p:stCondLst>
                                    <p:cond delay="950"/>
                                  </p:stCondLst>
                                  <p:childTnLst>
                                    <p:animEffect transition="out" filter="fade">
                                      <p:cBhvr>
                                        <p:cTn id="146" dur="250"/>
                                        <p:tgtEl>
                                          <p:spTgt spid="14016"/>
                                        </p:tgtEl>
                                      </p:cBhvr>
                                    </p:animEffect>
                                    <p:set>
                                      <p:cBhvr>
                                        <p:cTn id="147" dur="1" fill="hold">
                                          <p:stCondLst>
                                            <p:cond delay="249"/>
                                          </p:stCondLst>
                                        </p:cTn>
                                        <p:tgtEl>
                                          <p:spTgt spid="14016"/>
                                        </p:tgtEl>
                                        <p:attrNameLst>
                                          <p:attrName>style.visibility</p:attrName>
                                        </p:attrNameLst>
                                      </p:cBhvr>
                                      <p:to>
                                        <p:strVal val="hidden"/>
                                      </p:to>
                                    </p:set>
                                  </p:childTnLst>
                                </p:cTn>
                              </p:par>
                              <p:par>
                                <p:cTn id="148" presetID="0" presetClass="path" presetSubtype="0" fill="hold" nodeType="withEffect">
                                  <p:stCondLst>
                                    <p:cond delay="0"/>
                                  </p:stCondLst>
                                  <p:childTnLst>
                                    <p:animMotion origin="layout" path="M 0 0 C -0.009971808 -0.035455317 -0.001888060 -0.078568638 0.018055556 -0.096296296 C 0.037999172 -0.114023955 0.062250414 -0.099652848 0.072222222 -0.064197531 E" pathEditMode="relative" rAng="0">
                                      <p:cBhvr>
                                        <p:cTn id="149" dur="1200" fill="hold" accel="20000" decel="20000"/>
                                        <p:tgtEl>
                                          <p:spTgt spid="14017"/>
                                        </p:tgtEl>
                                        <p:attrNameLst>
                                          <p:attrName>ppt_x</p:attrName>
                                          <p:attrName>ppt_y</p:attrName>
                                        </p:attrNameLst>
                                      </p:cBhvr>
                                      <p:rCtr x="0" y="0"/>
                                    </p:animMotion>
                                  </p:childTnLst>
                                </p:cTn>
                              </p:par>
                              <p:par>
                                <p:cTn id="150" presetID="10" presetClass="exit" presetSubtype="0" fill="hold" nodeType="withEffect">
                                  <p:stCondLst>
                                    <p:cond delay="950"/>
                                  </p:stCondLst>
                                  <p:childTnLst>
                                    <p:animEffect transition="out" filter="fade">
                                      <p:cBhvr>
                                        <p:cTn id="151" dur="250"/>
                                        <p:tgtEl>
                                          <p:spTgt spid="14017"/>
                                        </p:tgtEl>
                                      </p:cBhvr>
                                    </p:animEffect>
                                    <p:set>
                                      <p:cBhvr>
                                        <p:cTn id="152" dur="1" fill="hold">
                                          <p:stCondLst>
                                            <p:cond delay="249"/>
                                          </p:stCondLst>
                                        </p:cTn>
                                        <p:tgtEl>
                                          <p:spTgt spid="14017"/>
                                        </p:tgtEl>
                                        <p:attrNameLst>
                                          <p:attrName>style.visibility</p:attrName>
                                        </p:attrNameLst>
                                      </p:cBhvr>
                                      <p:to>
                                        <p:strVal val="hidden"/>
                                      </p:to>
                                    </p:set>
                                  </p:childTnLst>
                                </p:cTn>
                              </p:par>
                              <p:par>
                                <p:cTn id="153" presetID="0" presetClass="path" presetSubtype="0" fill="hold" nodeType="withEffect">
                                  <p:stCondLst>
                                    <p:cond delay="0"/>
                                  </p:stCondLst>
                                  <p:childTnLst>
                                    <p:animMotion origin="layout" path="M 0 0 C -0.009971808 0.035455317 -0.034223051 0.049826424 -0.054166667 0.032098765 C -0.074110283 0.014371107 -0.082194030 -0.028742214 -0.072222222 -0.064197531 E" pathEditMode="relative" rAng="0">
                                      <p:cBhvr>
                                        <p:cTn id="154" dur="1200" fill="hold" accel="20000" decel="20000"/>
                                        <p:tgtEl>
                                          <p:spTgt spid="14018"/>
                                        </p:tgtEl>
                                        <p:attrNameLst>
                                          <p:attrName>ppt_x</p:attrName>
                                          <p:attrName>ppt_y</p:attrName>
                                        </p:attrNameLst>
                                      </p:cBhvr>
                                      <p:rCtr x="0" y="0"/>
                                    </p:animMotion>
                                  </p:childTnLst>
                                </p:cTn>
                              </p:par>
                              <p:par>
                                <p:cTn id="155" presetID="10" presetClass="exit" presetSubtype="0" fill="hold" nodeType="withEffect">
                                  <p:stCondLst>
                                    <p:cond delay="950"/>
                                  </p:stCondLst>
                                  <p:childTnLst>
                                    <p:animEffect transition="out" filter="fade">
                                      <p:cBhvr>
                                        <p:cTn id="156" dur="250"/>
                                        <p:tgtEl>
                                          <p:spTgt spid="14018"/>
                                        </p:tgtEl>
                                      </p:cBhvr>
                                    </p:animEffect>
                                    <p:set>
                                      <p:cBhvr>
                                        <p:cTn id="157" dur="1" fill="hold">
                                          <p:stCondLst>
                                            <p:cond delay="249"/>
                                          </p:stCondLst>
                                        </p:cTn>
                                        <p:tgtEl>
                                          <p:spTgt spid="14018"/>
                                        </p:tgtEl>
                                        <p:attrNameLst>
                                          <p:attrName>style.visibility</p:attrName>
                                        </p:attrNameLst>
                                      </p:cBhvr>
                                      <p:to>
                                        <p:strVal val="hidden"/>
                                      </p:to>
                                    </p:set>
                                  </p:childTnLst>
                                </p:cTn>
                              </p:par>
                              <p:par>
                                <p:cTn id="158" presetID="10" presetClass="exit" presetSubtype="0" fill="hold" nodeType="withEffect">
                                  <p:stCondLst>
                                    <p:cond delay="950"/>
                                  </p:stCondLst>
                                  <p:childTnLst>
                                    <p:animEffect transition="out" filter="fade">
                                      <p:cBhvr>
                                        <p:cTn id="159" dur="250"/>
                                        <p:tgtEl>
                                          <p:spTgt spid="14019"/>
                                        </p:tgtEl>
                                      </p:cBhvr>
                                    </p:animEffect>
                                    <p:set>
                                      <p:cBhvr>
                                        <p:cTn id="160" dur="1" fill="hold">
                                          <p:stCondLst>
                                            <p:cond delay="249"/>
                                          </p:stCondLst>
                                        </p:cTn>
                                        <p:tgtEl>
                                          <p:spTgt spid="14019"/>
                                        </p:tgtEl>
                                        <p:attrNameLst>
                                          <p:attrName>style.visibility</p:attrName>
                                        </p:attrNameLst>
                                      </p:cBhvr>
                                      <p:to>
                                        <p:strVal val="hidden"/>
                                      </p:to>
                                    </p:set>
                                  </p:childTnLst>
                                </p:cTn>
                              </p:par>
                              <p:par>
                                <p:cTn id="161" presetID="10" presetClass="exit" presetSubtype="0" fill="hold" nodeType="withEffect">
                                  <p:stCondLst>
                                    <p:cond delay="950"/>
                                  </p:stCondLst>
                                  <p:childTnLst>
                                    <p:animEffect transition="out" filter="fade">
                                      <p:cBhvr>
                                        <p:cTn id="162" dur="250"/>
                                        <p:tgtEl>
                                          <p:spTgt spid="14020"/>
                                        </p:tgtEl>
                                      </p:cBhvr>
                                    </p:animEffect>
                                    <p:set>
                                      <p:cBhvr>
                                        <p:cTn id="163" dur="1" fill="hold">
                                          <p:stCondLst>
                                            <p:cond delay="249"/>
                                          </p:stCondLst>
                                        </p:cTn>
                                        <p:tgtEl>
                                          <p:spTgt spid="14020"/>
                                        </p:tgtEl>
                                        <p:attrNameLst>
                                          <p:attrName>style.visibility</p:attrName>
                                        </p:attrNameLst>
                                      </p:cBhvr>
                                      <p:to>
                                        <p:strVal val="hidden"/>
                                      </p:to>
                                    </p:set>
                                  </p:childTnLst>
                                </p:cTn>
                              </p:par>
                              <p:par>
                                <p:cTn id="164" presetID="10" presetClass="exit" presetSubtype="0" fill="hold" nodeType="withEffect">
                                  <p:stCondLst>
                                    <p:cond delay="0"/>
                                  </p:stCondLst>
                                  <p:childTnLst>
                                    <p:animEffect transition="out" filter="fade">
                                      <p:cBhvr>
                                        <p:cTn id="165" dur="250"/>
                                        <p:tgtEl>
                                          <p:spTgt spid="14021"/>
                                        </p:tgtEl>
                                      </p:cBhvr>
                                    </p:animEffect>
                                    <p:set>
                                      <p:cBhvr>
                                        <p:cTn id="166" dur="1" fill="hold">
                                          <p:stCondLst>
                                            <p:cond delay="249"/>
                                          </p:stCondLst>
                                        </p:cTn>
                                        <p:tgtEl>
                                          <p:spTgt spid="14021"/>
                                        </p:tgtEl>
                                        <p:attrNameLst>
                                          <p:attrName>style.visibility</p:attrName>
                                        </p:attrNameLst>
                                      </p:cBhvr>
                                      <p:to>
                                        <p:strVal val="hidden"/>
                                      </p:to>
                                    </p:set>
                                  </p:childTnLst>
                                </p:cTn>
                              </p:par>
                              <p:par>
                                <p:cTn id="167" presetID="10" presetClass="entr" presetSubtype="0" fill="hold" nodeType="withEffect">
                                  <p:stCondLst>
                                    <p:cond delay="950"/>
                                  </p:stCondLst>
                                  <p:childTnLst>
                                    <p:animEffect transition="in" filter="fade">
                                      <p:cBhvr>
                                        <p:cTn id="168" dur="300"/>
                                        <p:tgtEl>
                                          <p:spTgt spid="14023"/>
                                        </p:tgtEl>
                                      </p:cBhvr>
                                    </p:animEffect>
                                    <p:set>
                                      <p:cBhvr>
                                        <p:cTn id="169" dur="1" fill="hold">
                                          <p:stCondLst>
                                            <p:cond delay="0"/>
                                          </p:stCondLst>
                                        </p:cTn>
                                        <p:tgtEl>
                                          <p:spTgt spid="14023"/>
                                        </p:tgtEl>
                                        <p:attrNameLst>
                                          <p:attrName>style.visibility</p:attrName>
                                        </p:attrNameLst>
                                      </p:cBhvr>
                                      <p:to>
                                        <p:strVal val="visible"/>
                                      </p:to>
                                    </p:set>
                                  </p:childTnLst>
                                </p:cTn>
                              </p:par>
                              <p:par>
                                <p:cTn id="170" presetID="10" presetClass="entr" presetSubtype="0" fill="hold" nodeType="withEffect">
                                  <p:stCondLst>
                                    <p:cond delay="950"/>
                                  </p:stCondLst>
                                  <p:childTnLst>
                                    <p:animEffect transition="in" filter="fade">
                                      <p:cBhvr>
                                        <p:cTn id="171" dur="300"/>
                                        <p:tgtEl>
                                          <p:spTgt spid="14024"/>
                                        </p:tgtEl>
                                      </p:cBhvr>
                                    </p:animEffect>
                                    <p:set>
                                      <p:cBhvr>
                                        <p:cTn id="172" dur="1" fill="hold">
                                          <p:stCondLst>
                                            <p:cond delay="0"/>
                                          </p:stCondLst>
                                        </p:cTn>
                                        <p:tgtEl>
                                          <p:spTgt spid="14024"/>
                                        </p:tgtEl>
                                        <p:attrNameLst>
                                          <p:attrName>style.visibility</p:attrName>
                                        </p:attrNameLst>
                                      </p:cBhvr>
                                      <p:to>
                                        <p:strVal val="visible"/>
                                      </p:to>
                                    </p:set>
                                  </p:childTnLst>
                                </p:cTn>
                              </p:par>
                              <p:par>
                                <p:cTn id="173" presetID="10" presetClass="entr" presetSubtype="0" fill="hold" nodeType="withEffect">
                                  <p:stCondLst>
                                    <p:cond delay="950"/>
                                  </p:stCondLst>
                                  <p:childTnLst>
                                    <p:animEffect transition="in" filter="fade">
                                      <p:cBhvr>
                                        <p:cTn id="174" dur="300"/>
                                        <p:tgtEl>
                                          <p:spTgt spid="14025"/>
                                        </p:tgtEl>
                                      </p:cBhvr>
                                    </p:animEffect>
                                    <p:set>
                                      <p:cBhvr>
                                        <p:cTn id="175" dur="1" fill="hold">
                                          <p:stCondLst>
                                            <p:cond delay="0"/>
                                          </p:stCondLst>
                                        </p:cTn>
                                        <p:tgtEl>
                                          <p:spTgt spid="14025"/>
                                        </p:tgtEl>
                                        <p:attrNameLst>
                                          <p:attrName>style.visibility</p:attrName>
                                        </p:attrNameLst>
                                      </p:cBhvr>
                                      <p:to>
                                        <p:strVal val="visible"/>
                                      </p:to>
                                    </p:set>
                                  </p:childTnLst>
                                </p:cTn>
                              </p:par>
                              <p:par>
                                <p:cTn id="176" presetID="10" presetClass="entr" presetSubtype="0" fill="hold" nodeType="withEffect">
                                  <p:stCondLst>
                                    <p:cond delay="950"/>
                                  </p:stCondLst>
                                  <p:childTnLst>
                                    <p:animEffect transition="in" filter="fade">
                                      <p:cBhvr>
                                        <p:cTn id="177" dur="300"/>
                                        <p:tgtEl>
                                          <p:spTgt spid="14026"/>
                                        </p:tgtEl>
                                      </p:cBhvr>
                                    </p:animEffect>
                                    <p:set>
                                      <p:cBhvr>
                                        <p:cTn id="178" dur="1" fill="hold">
                                          <p:stCondLst>
                                            <p:cond delay="0"/>
                                          </p:stCondLst>
                                        </p:cTn>
                                        <p:tgtEl>
                                          <p:spTgt spid="14026"/>
                                        </p:tgtEl>
                                        <p:attrNameLst>
                                          <p:attrName>style.visibility</p:attrName>
                                        </p:attrNameLst>
                                      </p:cBhvr>
                                      <p:to>
                                        <p:strVal val="visible"/>
                                      </p:to>
                                    </p:set>
                                  </p:childTnLst>
                                </p:cTn>
                              </p:par>
                              <p:par>
                                <p:cTn id="179" presetID="10" presetClass="entr" presetSubtype="0" fill="hold" nodeType="withEffect">
                                  <p:stCondLst>
                                    <p:cond delay="950"/>
                                  </p:stCondLst>
                                  <p:childTnLst>
                                    <p:animEffect transition="in" filter="fade">
                                      <p:cBhvr>
                                        <p:cTn id="180" dur="300"/>
                                        <p:tgtEl>
                                          <p:spTgt spid="14027"/>
                                        </p:tgtEl>
                                      </p:cBhvr>
                                    </p:animEffect>
                                    <p:set>
                                      <p:cBhvr>
                                        <p:cTn id="181" dur="1" fill="hold">
                                          <p:stCondLst>
                                            <p:cond delay="0"/>
                                          </p:stCondLst>
                                        </p:cTn>
                                        <p:tgtEl>
                                          <p:spTgt spid="14027"/>
                                        </p:tgtEl>
                                        <p:attrNameLst>
                                          <p:attrName>style.visibility</p:attrName>
                                        </p:attrNameLst>
                                      </p:cBhvr>
                                      <p:to>
                                        <p:strVal val="visible"/>
                                      </p:to>
                                    </p:set>
                                  </p:childTnLst>
                                </p:cTn>
                              </p:par>
                              <p:par>
                                <p:cTn id="182" presetID="10" presetClass="entr" presetSubtype="0" fill="hold" nodeType="withEffect">
                                  <p:stCondLst>
                                    <p:cond delay="950"/>
                                  </p:stCondLst>
                                  <p:childTnLst>
                                    <p:animEffect transition="in" filter="fade">
                                      <p:cBhvr>
                                        <p:cTn id="183" dur="300"/>
                                        <p:tgtEl>
                                          <p:spTgt spid="14028"/>
                                        </p:tgtEl>
                                      </p:cBhvr>
                                    </p:animEffect>
                                    <p:set>
                                      <p:cBhvr>
                                        <p:cTn id="184" dur="1" fill="hold">
                                          <p:stCondLst>
                                            <p:cond delay="0"/>
                                          </p:stCondLst>
                                        </p:cTn>
                                        <p:tgtEl>
                                          <p:spTgt spid="14028"/>
                                        </p:tgtEl>
                                        <p:attrNameLst>
                                          <p:attrName>style.visibility</p:attrName>
                                        </p:attrNameLst>
                                      </p:cBhvr>
                                      <p:to>
                                        <p:strVal val="visible"/>
                                      </p:to>
                                    </p:set>
                                  </p:childTnLst>
                                </p:cTn>
                              </p:par>
                              <p:par>
                                <p:cTn id="185" presetID="10" presetClass="entr" presetSubtype="0" fill="hold" nodeType="withEffect">
                                  <p:stCondLst>
                                    <p:cond delay="950"/>
                                  </p:stCondLst>
                                  <p:childTnLst>
                                    <p:animEffect transition="in" filter="fade">
                                      <p:cBhvr>
                                        <p:cTn id="186" dur="300"/>
                                        <p:tgtEl>
                                          <p:spTgt spid="14029"/>
                                        </p:tgtEl>
                                      </p:cBhvr>
                                    </p:animEffect>
                                    <p:set>
                                      <p:cBhvr>
                                        <p:cTn id="187" dur="1" fill="hold">
                                          <p:stCondLst>
                                            <p:cond delay="0"/>
                                          </p:stCondLst>
                                        </p:cTn>
                                        <p:tgtEl>
                                          <p:spTgt spid="14029"/>
                                        </p:tgtEl>
                                        <p:attrNameLst>
                                          <p:attrName>style.visibility</p:attrName>
                                        </p:attrNameLst>
                                      </p:cBhvr>
                                      <p:to>
                                        <p:strVal val="visible"/>
                                      </p:to>
                                    </p:set>
                                  </p:childTnLst>
                                </p:cTn>
                              </p:par>
                              <p:par>
                                <p:cTn id="188" presetID="10" presetClass="entr" presetSubtype="0" fill="hold" nodeType="withEffect">
                                  <p:stCondLst>
                                    <p:cond delay="950"/>
                                  </p:stCondLst>
                                  <p:childTnLst>
                                    <p:animEffect transition="in" filter="fade">
                                      <p:cBhvr>
                                        <p:cTn id="189" dur="300"/>
                                        <p:tgtEl>
                                          <p:spTgt spid="14030"/>
                                        </p:tgtEl>
                                      </p:cBhvr>
                                    </p:animEffect>
                                    <p:set>
                                      <p:cBhvr>
                                        <p:cTn id="190" dur="1" fill="hold">
                                          <p:stCondLst>
                                            <p:cond delay="0"/>
                                          </p:stCondLst>
                                        </p:cTn>
                                        <p:tgtEl>
                                          <p:spTgt spid="14030"/>
                                        </p:tgtEl>
                                        <p:attrNameLst>
                                          <p:attrName>style.visibility</p:attrName>
                                        </p:attrNameLst>
                                      </p:cBhvr>
                                      <p:to>
                                        <p:strVal val="visible"/>
                                      </p:to>
                                    </p:set>
                                  </p:childTnLst>
                                </p:cTn>
                              </p:par>
                              <p:par>
                                <p:cTn id="191" presetID="10" presetClass="entr" presetSubtype="0" fill="hold" nodeType="withEffect">
                                  <p:stCondLst>
                                    <p:cond delay="950"/>
                                  </p:stCondLst>
                                  <p:childTnLst>
                                    <p:animEffect transition="in" filter="fade">
                                      <p:cBhvr>
                                        <p:cTn id="192" dur="300"/>
                                        <p:tgtEl>
                                          <p:spTgt spid="14031"/>
                                        </p:tgtEl>
                                      </p:cBhvr>
                                    </p:animEffect>
                                    <p:set>
                                      <p:cBhvr>
                                        <p:cTn id="193" dur="1" fill="hold">
                                          <p:stCondLst>
                                            <p:cond delay="0"/>
                                          </p:stCondLst>
                                        </p:cTn>
                                        <p:tgtEl>
                                          <p:spTgt spid="14031"/>
                                        </p:tgtEl>
                                        <p:attrNameLst>
                                          <p:attrName>style.visibility</p:attrName>
                                        </p:attrNameLst>
                                      </p:cBhvr>
                                      <p:to>
                                        <p:strVal val="visible"/>
                                      </p:to>
                                    </p:set>
                                  </p:childTnLst>
                                </p:cTn>
                              </p:par>
                              <p:par>
                                <p:cTn id="194" presetID="10" presetClass="entr" presetSubtype="0" fill="hold" nodeType="withEffect">
                                  <p:stCondLst>
                                    <p:cond delay="950"/>
                                  </p:stCondLst>
                                  <p:childTnLst>
                                    <p:animEffect transition="in" filter="fade">
                                      <p:cBhvr>
                                        <p:cTn id="195" dur="300"/>
                                        <p:tgtEl>
                                          <p:spTgt spid="14032"/>
                                        </p:tgtEl>
                                      </p:cBhvr>
                                    </p:animEffect>
                                    <p:set>
                                      <p:cBhvr>
                                        <p:cTn id="196" dur="1" fill="hold">
                                          <p:stCondLst>
                                            <p:cond delay="0"/>
                                          </p:stCondLst>
                                        </p:cTn>
                                        <p:tgtEl>
                                          <p:spTgt spid="14032"/>
                                        </p:tgtEl>
                                        <p:attrNameLst>
                                          <p:attrName>style.visibility</p:attrName>
                                        </p:attrNameLst>
                                      </p:cBhvr>
                                      <p:to>
                                        <p:strVal val="visible"/>
                                      </p:to>
                                    </p:set>
                                  </p:childTnLst>
                                </p:cTn>
                              </p:par>
                              <p:par>
                                <p:cTn id="197" presetID="10" presetClass="entr" presetSubtype="0" fill="hold" nodeType="withEffect">
                                  <p:stCondLst>
                                    <p:cond delay="950"/>
                                  </p:stCondLst>
                                  <p:childTnLst>
                                    <p:animEffect transition="in" filter="fade">
                                      <p:cBhvr>
                                        <p:cTn id="198" dur="300"/>
                                        <p:tgtEl>
                                          <p:spTgt spid="14033"/>
                                        </p:tgtEl>
                                      </p:cBhvr>
                                    </p:animEffect>
                                    <p:set>
                                      <p:cBhvr>
                                        <p:cTn id="199" dur="1" fill="hold">
                                          <p:stCondLst>
                                            <p:cond delay="0"/>
                                          </p:stCondLst>
                                        </p:cTn>
                                        <p:tgtEl>
                                          <p:spTgt spid="14033"/>
                                        </p:tgtEl>
                                        <p:attrNameLst>
                                          <p:attrName>style.visibility</p:attrName>
                                        </p:attrNameLst>
                                      </p:cBhvr>
                                      <p:to>
                                        <p:strVal val="visible"/>
                                      </p:to>
                                    </p:set>
                                  </p:childTnLst>
                                </p:cTn>
                              </p:par>
                              <p:par>
                                <p:cTn id="200" presetID="10" presetClass="entr" presetSubtype="0" fill="hold" nodeType="withEffect">
                                  <p:stCondLst>
                                    <p:cond delay="950"/>
                                  </p:stCondLst>
                                  <p:childTnLst>
                                    <p:animEffect transition="in" filter="fade">
                                      <p:cBhvr>
                                        <p:cTn id="201" dur="300"/>
                                        <p:tgtEl>
                                          <p:spTgt spid="14034"/>
                                        </p:tgtEl>
                                      </p:cBhvr>
                                    </p:animEffect>
                                    <p:set>
                                      <p:cBhvr>
                                        <p:cTn id="202" dur="1" fill="hold">
                                          <p:stCondLst>
                                            <p:cond delay="0"/>
                                          </p:stCondLst>
                                        </p:cTn>
                                        <p:tgtEl>
                                          <p:spTgt spid="14034"/>
                                        </p:tgtEl>
                                        <p:attrNameLst>
                                          <p:attrName>style.visibility</p:attrName>
                                        </p:attrNameLst>
                                      </p:cBhvr>
                                      <p:to>
                                        <p:strVal val="visible"/>
                                      </p:to>
                                    </p:set>
                                  </p:childTnLst>
                                </p:cTn>
                              </p:par>
                              <p:par>
                                <p:cTn id="203" presetID="10" presetClass="entr" presetSubtype="0" fill="hold" nodeType="withEffect">
                                  <p:stCondLst>
                                    <p:cond delay="0"/>
                                  </p:stCondLst>
                                  <p:childTnLst>
                                    <p:animEffect transition="in" filter="fade">
                                      <p:cBhvr>
                                        <p:cTn id="204" dur="300"/>
                                        <p:tgtEl>
                                          <p:spTgt spid="14035"/>
                                        </p:tgtEl>
                                      </p:cBhvr>
                                    </p:animEffect>
                                    <p:set>
                                      <p:cBhvr>
                                        <p:cTn id="205" dur="1" fill="hold">
                                          <p:stCondLst>
                                            <p:cond delay="0"/>
                                          </p:stCondLst>
                                        </p:cTn>
                                        <p:tgtEl>
                                          <p:spTgt spid="14035"/>
                                        </p:tgtEl>
                                        <p:attrNameLst>
                                          <p:attrName>style.visibility</p:attrName>
                                        </p:attrNameLst>
                                      </p:cBhvr>
                                      <p:to>
                                        <p:strVal val="visible"/>
                                      </p:to>
                                    </p:set>
                                  </p:childTnLst>
                                </p:cTn>
                              </p:par>
                            </p:childTnLst>
                          </p:cTn>
                        </p:par>
                      </p:childTnLst>
                    </p:cTn>
                  </p:par>
                  <p:par>
                    <p:cTn id="295" fill="hold">
                      <p:stCondLst>
                        <p:cond delay="indefinite"/>
                      </p:stCondLst>
                      <p:childTnLst>
                        <p:par>
                          <p:cTn id="296" fill="hold">
                            <p:stCondLst>
                              <p:cond delay="0"/>
                            </p:stCondLst>
                            <p:childTnLst>
                              <p:par>
                                <p:cTn id="208" presetID="10" presetClass="exit" presetSubtype="0" fill="hold" nodeType="clickEffect">
                                  <p:stCondLst>
                                    <p:cond delay="0"/>
                                  </p:stCondLst>
                                  <p:childTnLst>
                                    <p:animEffect transition="out" filter="fade">
                                      <p:cBhvr>
                                        <p:cTn id="209" dur="200"/>
                                        <p:tgtEl>
                                          <p:spTgt spid="14035"/>
                                        </p:tgtEl>
                                      </p:cBhvr>
                                    </p:animEffect>
                                    <p:set>
                                      <p:cBhvr>
                                        <p:cTn id="210" dur="1" fill="hold">
                                          <p:stCondLst>
                                            <p:cond delay="199"/>
                                          </p:stCondLst>
                                        </p:cTn>
                                        <p:tgtEl>
                                          <p:spTgt spid="14035"/>
                                        </p:tgtEl>
                                        <p:attrNameLst>
                                          <p:attrName>style.visibility</p:attrName>
                                        </p:attrNameLst>
                                      </p:cBhvr>
                                      <p:to>
                                        <p:strVal val="hidden"/>
                                      </p:to>
                                    </p:set>
                                  </p:childTnLst>
                                </p:cTn>
                              </p:par>
                              <p:par>
                                <p:cTn id="211" presetID="0" presetClass="path" presetSubtype="0" fill="hold" nodeType="withEffect">
                                  <p:stCondLst>
                                    <p:cond delay="0"/>
                                  </p:stCondLst>
                                  <p:childTnLst>
                                    <p:animMotion origin="layout" path="M 0 0 L 0.118055556 0.000000000 E" pathEditMode="relative" rAng="0">
                                      <p:cBhvr>
                                        <p:cTn id="212" dur="1200" fill="hold" accel="20000" decel="20000"/>
                                        <p:tgtEl>
                                          <p:spTgt spid="14023"/>
                                        </p:tgtEl>
                                        <p:attrNameLst>
                                          <p:attrName>ppt_x</p:attrName>
                                          <p:attrName>ppt_y</p:attrName>
                                        </p:attrNameLst>
                                      </p:cBhvr>
                                      <p:rCtr x="0" y="0"/>
                                    </p:animMotion>
                                  </p:childTnLst>
                                </p:cTn>
                              </p:par>
                              <p:par>
                                <p:cTn id="213" presetID="10" presetClass="exit" presetSubtype="0" fill="hold" nodeType="withEffect">
                                  <p:stCondLst>
                                    <p:cond delay="950"/>
                                  </p:stCondLst>
                                  <p:childTnLst>
                                    <p:animEffect transition="out" filter="fade">
                                      <p:cBhvr>
                                        <p:cTn id="214" dur="250"/>
                                        <p:tgtEl>
                                          <p:spTgt spid="14023"/>
                                        </p:tgtEl>
                                      </p:cBhvr>
                                    </p:animEffect>
                                    <p:set>
                                      <p:cBhvr>
                                        <p:cTn id="215" dur="1" fill="hold">
                                          <p:stCondLst>
                                            <p:cond delay="249"/>
                                          </p:stCondLst>
                                        </p:cTn>
                                        <p:tgtEl>
                                          <p:spTgt spid="14023"/>
                                        </p:tgtEl>
                                        <p:attrNameLst>
                                          <p:attrName>style.visibility</p:attrName>
                                        </p:attrNameLst>
                                      </p:cBhvr>
                                      <p:to>
                                        <p:strVal val="hidden"/>
                                      </p:to>
                                    </p:set>
                                  </p:childTnLst>
                                </p:cTn>
                              </p:par>
                              <p:par>
                                <p:cTn id="216" presetID="0" presetClass="path" presetSubtype="0" fill="hold" nodeType="withEffect">
                                  <p:stCondLst>
                                    <p:cond delay="0"/>
                                  </p:stCondLst>
                                  <p:childTnLst>
                                    <p:animMotion origin="layout" path="M 0 0 L 0.137500000 0.000000000 E" pathEditMode="relative" rAng="0">
                                      <p:cBhvr>
                                        <p:cTn id="217" dur="1200" fill="hold" accel="20000" decel="20000"/>
                                        <p:tgtEl>
                                          <p:spTgt spid="14024"/>
                                        </p:tgtEl>
                                        <p:attrNameLst>
                                          <p:attrName>ppt_x</p:attrName>
                                          <p:attrName>ppt_y</p:attrName>
                                        </p:attrNameLst>
                                      </p:cBhvr>
                                      <p:rCtr x="0" y="0"/>
                                    </p:animMotion>
                                  </p:childTnLst>
                                </p:cTn>
                              </p:par>
                              <p:par>
                                <p:cTn id="218" presetID="10" presetClass="exit" presetSubtype="0" fill="hold" nodeType="withEffect">
                                  <p:stCondLst>
                                    <p:cond delay="950"/>
                                  </p:stCondLst>
                                  <p:childTnLst>
                                    <p:animEffect transition="out" filter="fade">
                                      <p:cBhvr>
                                        <p:cTn id="219" dur="250"/>
                                        <p:tgtEl>
                                          <p:spTgt spid="14024"/>
                                        </p:tgtEl>
                                      </p:cBhvr>
                                    </p:animEffect>
                                    <p:set>
                                      <p:cBhvr>
                                        <p:cTn id="220" dur="1" fill="hold">
                                          <p:stCondLst>
                                            <p:cond delay="249"/>
                                          </p:stCondLst>
                                        </p:cTn>
                                        <p:tgtEl>
                                          <p:spTgt spid="14024"/>
                                        </p:tgtEl>
                                        <p:attrNameLst>
                                          <p:attrName>style.visibility</p:attrName>
                                        </p:attrNameLst>
                                      </p:cBhvr>
                                      <p:to>
                                        <p:strVal val="hidden"/>
                                      </p:to>
                                    </p:set>
                                  </p:childTnLst>
                                </p:cTn>
                              </p:par>
                              <p:par>
                                <p:cTn id="221" presetID="10" presetClass="exit" presetSubtype="0" fill="hold" nodeType="withEffect">
                                  <p:stCondLst>
                                    <p:cond delay="950"/>
                                  </p:stCondLst>
                                  <p:childTnLst>
                                    <p:animEffect transition="out" filter="fade">
                                      <p:cBhvr>
                                        <p:cTn id="222" dur="250"/>
                                        <p:tgtEl>
                                          <p:spTgt spid="14025"/>
                                        </p:tgtEl>
                                      </p:cBhvr>
                                    </p:animEffect>
                                    <p:set>
                                      <p:cBhvr>
                                        <p:cTn id="223" dur="1" fill="hold">
                                          <p:stCondLst>
                                            <p:cond delay="249"/>
                                          </p:stCondLst>
                                        </p:cTn>
                                        <p:tgtEl>
                                          <p:spTgt spid="14025"/>
                                        </p:tgtEl>
                                        <p:attrNameLst>
                                          <p:attrName>style.visibility</p:attrName>
                                        </p:attrNameLst>
                                      </p:cBhvr>
                                      <p:to>
                                        <p:strVal val="hidden"/>
                                      </p:to>
                                    </p:set>
                                  </p:childTnLst>
                                </p:cTn>
                              </p:par>
                              <p:par>
                                <p:cTn id="224" presetID="10" presetClass="exit" presetSubtype="0" fill="hold" nodeType="withEffect">
                                  <p:stCondLst>
                                    <p:cond delay="950"/>
                                  </p:stCondLst>
                                  <p:childTnLst>
                                    <p:animEffect transition="out" filter="fade">
                                      <p:cBhvr>
                                        <p:cTn id="225" dur="250"/>
                                        <p:tgtEl>
                                          <p:spTgt spid="14026"/>
                                        </p:tgtEl>
                                      </p:cBhvr>
                                    </p:animEffect>
                                    <p:set>
                                      <p:cBhvr>
                                        <p:cTn id="226" dur="1" fill="hold">
                                          <p:stCondLst>
                                            <p:cond delay="249"/>
                                          </p:stCondLst>
                                        </p:cTn>
                                        <p:tgtEl>
                                          <p:spTgt spid="14026"/>
                                        </p:tgtEl>
                                        <p:attrNameLst>
                                          <p:attrName>style.visibility</p:attrName>
                                        </p:attrNameLst>
                                      </p:cBhvr>
                                      <p:to>
                                        <p:strVal val="hidden"/>
                                      </p:to>
                                    </p:set>
                                  </p:childTnLst>
                                </p:cTn>
                              </p:par>
                              <p:par>
                                <p:cTn id="227" presetID="10" presetClass="exit" presetSubtype="0" fill="hold" nodeType="withEffect">
                                  <p:stCondLst>
                                    <p:cond delay="0"/>
                                  </p:stCondLst>
                                  <p:childTnLst>
                                    <p:animEffect transition="out" filter="fade">
                                      <p:cBhvr>
                                        <p:cTn id="228" dur="250"/>
                                        <p:tgtEl>
                                          <p:spTgt spid="14027"/>
                                        </p:tgtEl>
                                      </p:cBhvr>
                                    </p:animEffect>
                                    <p:set>
                                      <p:cBhvr>
                                        <p:cTn id="229" dur="1" fill="hold">
                                          <p:stCondLst>
                                            <p:cond delay="249"/>
                                          </p:stCondLst>
                                        </p:cTn>
                                        <p:tgtEl>
                                          <p:spTgt spid="14027"/>
                                        </p:tgtEl>
                                        <p:attrNameLst>
                                          <p:attrName>style.visibility</p:attrName>
                                        </p:attrNameLst>
                                      </p:cBhvr>
                                      <p:to>
                                        <p:strVal val="hidden"/>
                                      </p:to>
                                    </p:set>
                                  </p:childTnLst>
                                </p:cTn>
                              </p:par>
                              <p:par>
                                <p:cTn id="230" presetID="10" presetClass="exit" presetSubtype="0" fill="hold" nodeType="withEffect">
                                  <p:stCondLst>
                                    <p:cond delay="950"/>
                                  </p:stCondLst>
                                  <p:childTnLst>
                                    <p:animEffect transition="out" filter="fade">
                                      <p:cBhvr>
                                        <p:cTn id="231" dur="250"/>
                                        <p:tgtEl>
                                          <p:spTgt spid="14028"/>
                                        </p:tgtEl>
                                      </p:cBhvr>
                                    </p:animEffect>
                                    <p:set>
                                      <p:cBhvr>
                                        <p:cTn id="232" dur="1" fill="hold">
                                          <p:stCondLst>
                                            <p:cond delay="249"/>
                                          </p:stCondLst>
                                        </p:cTn>
                                        <p:tgtEl>
                                          <p:spTgt spid="14028"/>
                                        </p:tgtEl>
                                        <p:attrNameLst>
                                          <p:attrName>style.visibility</p:attrName>
                                        </p:attrNameLst>
                                      </p:cBhvr>
                                      <p:to>
                                        <p:strVal val="hidden"/>
                                      </p:to>
                                    </p:set>
                                  </p:childTnLst>
                                </p:cTn>
                              </p:par>
                              <p:par>
                                <p:cTn id="233"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34" dur="1200" fill="hold" accel="20000" decel="20000"/>
                                        <p:tgtEl>
                                          <p:spTgt spid="14029"/>
                                        </p:tgtEl>
                                        <p:attrNameLst>
                                          <p:attrName>ppt_x</p:attrName>
                                          <p:attrName>ppt_y</p:attrName>
                                        </p:attrNameLst>
                                      </p:cBhvr>
                                      <p:rCtr x="0" y="0"/>
                                    </p:animMotion>
                                  </p:childTnLst>
                                </p:cTn>
                              </p:par>
                              <p:par>
                                <p:cTn id="235" presetID="10" presetClass="exit" presetSubtype="0" fill="hold" nodeType="withEffect">
                                  <p:stCondLst>
                                    <p:cond delay="950"/>
                                  </p:stCondLst>
                                  <p:childTnLst>
                                    <p:animEffect transition="out" filter="fade">
                                      <p:cBhvr>
                                        <p:cTn id="236" dur="250"/>
                                        <p:tgtEl>
                                          <p:spTgt spid="14029"/>
                                        </p:tgtEl>
                                      </p:cBhvr>
                                    </p:animEffect>
                                    <p:set>
                                      <p:cBhvr>
                                        <p:cTn id="237" dur="1" fill="hold">
                                          <p:stCondLst>
                                            <p:cond delay="249"/>
                                          </p:stCondLst>
                                        </p:cTn>
                                        <p:tgtEl>
                                          <p:spTgt spid="14029"/>
                                        </p:tgtEl>
                                        <p:attrNameLst>
                                          <p:attrName>style.visibility</p:attrName>
                                        </p:attrNameLst>
                                      </p:cBhvr>
                                      <p:to>
                                        <p:strVal val="hidden"/>
                                      </p:to>
                                    </p:set>
                                  </p:childTnLst>
                                </p:cTn>
                              </p:par>
                              <p:par>
                                <p:cTn id="238"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39" dur="1200" fill="hold" accel="20000" decel="20000"/>
                                        <p:tgtEl>
                                          <p:spTgt spid="14030"/>
                                        </p:tgtEl>
                                        <p:attrNameLst>
                                          <p:attrName>ppt_x</p:attrName>
                                          <p:attrName>ppt_y</p:attrName>
                                        </p:attrNameLst>
                                      </p:cBhvr>
                                      <p:rCtr x="0" y="0"/>
                                    </p:animMotion>
                                  </p:childTnLst>
                                </p:cTn>
                              </p:par>
                              <p:par>
                                <p:cTn id="240" presetID="10" presetClass="exit" presetSubtype="0" fill="hold" nodeType="withEffect">
                                  <p:stCondLst>
                                    <p:cond delay="950"/>
                                  </p:stCondLst>
                                  <p:childTnLst>
                                    <p:animEffect transition="out" filter="fade">
                                      <p:cBhvr>
                                        <p:cTn id="241" dur="250"/>
                                        <p:tgtEl>
                                          <p:spTgt spid="14030"/>
                                        </p:tgtEl>
                                      </p:cBhvr>
                                    </p:animEffect>
                                    <p:set>
                                      <p:cBhvr>
                                        <p:cTn id="242" dur="1" fill="hold">
                                          <p:stCondLst>
                                            <p:cond delay="249"/>
                                          </p:stCondLst>
                                        </p:cTn>
                                        <p:tgtEl>
                                          <p:spTgt spid="14030"/>
                                        </p:tgtEl>
                                        <p:attrNameLst>
                                          <p:attrName>style.visibility</p:attrName>
                                        </p:attrNameLst>
                                      </p:cBhvr>
                                      <p:to>
                                        <p:strVal val="hidden"/>
                                      </p:to>
                                    </p:set>
                                  </p:childTnLst>
                                </p:cTn>
                              </p:par>
                              <p:par>
                                <p:cTn id="243"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44" dur="1200" fill="hold" accel="20000" decel="20000"/>
                                        <p:tgtEl>
                                          <p:spTgt spid="14031"/>
                                        </p:tgtEl>
                                        <p:attrNameLst>
                                          <p:attrName>ppt_x</p:attrName>
                                          <p:attrName>ppt_y</p:attrName>
                                        </p:attrNameLst>
                                      </p:cBhvr>
                                      <p:rCtr x="0" y="0"/>
                                    </p:animMotion>
                                  </p:childTnLst>
                                </p:cTn>
                              </p:par>
                              <p:par>
                                <p:cTn id="245" presetID="10" presetClass="exit" presetSubtype="0" fill="hold" nodeType="withEffect">
                                  <p:stCondLst>
                                    <p:cond delay="950"/>
                                  </p:stCondLst>
                                  <p:childTnLst>
                                    <p:animEffect transition="out" filter="fade">
                                      <p:cBhvr>
                                        <p:cTn id="246" dur="250"/>
                                        <p:tgtEl>
                                          <p:spTgt spid="14031"/>
                                        </p:tgtEl>
                                      </p:cBhvr>
                                    </p:animEffect>
                                    <p:set>
                                      <p:cBhvr>
                                        <p:cTn id="247" dur="1" fill="hold">
                                          <p:stCondLst>
                                            <p:cond delay="249"/>
                                          </p:stCondLst>
                                        </p:cTn>
                                        <p:tgtEl>
                                          <p:spTgt spid="14031"/>
                                        </p:tgtEl>
                                        <p:attrNameLst>
                                          <p:attrName>style.visibility</p:attrName>
                                        </p:attrNameLst>
                                      </p:cBhvr>
                                      <p:to>
                                        <p:strVal val="hidden"/>
                                      </p:to>
                                    </p:set>
                                  </p:childTnLst>
                                </p:cTn>
                              </p:par>
                              <p:par>
                                <p:cTn id="248"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49" dur="1200" fill="hold" accel="20000" decel="20000"/>
                                        <p:tgtEl>
                                          <p:spTgt spid="14032"/>
                                        </p:tgtEl>
                                        <p:attrNameLst>
                                          <p:attrName>ppt_x</p:attrName>
                                          <p:attrName>ppt_y</p:attrName>
                                        </p:attrNameLst>
                                      </p:cBhvr>
                                      <p:rCtr x="0" y="0"/>
                                    </p:animMotion>
                                  </p:childTnLst>
                                </p:cTn>
                              </p:par>
                              <p:par>
                                <p:cTn id="250" presetID="10" presetClass="exit" presetSubtype="0" fill="hold" nodeType="withEffect">
                                  <p:stCondLst>
                                    <p:cond delay="950"/>
                                  </p:stCondLst>
                                  <p:childTnLst>
                                    <p:animEffect transition="out" filter="fade">
                                      <p:cBhvr>
                                        <p:cTn id="251" dur="250"/>
                                        <p:tgtEl>
                                          <p:spTgt spid="14032"/>
                                        </p:tgtEl>
                                      </p:cBhvr>
                                    </p:animEffect>
                                    <p:set>
                                      <p:cBhvr>
                                        <p:cTn id="252" dur="1" fill="hold">
                                          <p:stCondLst>
                                            <p:cond delay="249"/>
                                          </p:stCondLst>
                                        </p:cTn>
                                        <p:tgtEl>
                                          <p:spTgt spid="14032"/>
                                        </p:tgtEl>
                                        <p:attrNameLst>
                                          <p:attrName>style.visibility</p:attrName>
                                        </p:attrNameLst>
                                      </p:cBhvr>
                                      <p:to>
                                        <p:strVal val="hidden"/>
                                      </p:to>
                                    </p:set>
                                  </p:childTnLst>
                                </p:cTn>
                              </p:par>
                              <p:par>
                                <p:cTn id="253" presetID="10" presetClass="exit" presetSubtype="0" fill="hold" nodeType="withEffect">
                                  <p:stCondLst>
                                    <p:cond delay="950"/>
                                  </p:stCondLst>
                                  <p:childTnLst>
                                    <p:animEffect transition="out" filter="fade">
                                      <p:cBhvr>
                                        <p:cTn id="254" dur="250"/>
                                        <p:tgtEl>
                                          <p:spTgt spid="14033"/>
                                        </p:tgtEl>
                                      </p:cBhvr>
                                    </p:animEffect>
                                    <p:set>
                                      <p:cBhvr>
                                        <p:cTn id="255" dur="1" fill="hold">
                                          <p:stCondLst>
                                            <p:cond delay="249"/>
                                          </p:stCondLst>
                                        </p:cTn>
                                        <p:tgtEl>
                                          <p:spTgt spid="14033"/>
                                        </p:tgtEl>
                                        <p:attrNameLst>
                                          <p:attrName>style.visibility</p:attrName>
                                        </p:attrNameLst>
                                      </p:cBhvr>
                                      <p:to>
                                        <p:strVal val="hidden"/>
                                      </p:to>
                                    </p:set>
                                  </p:childTnLst>
                                </p:cTn>
                              </p:par>
                              <p:par>
                                <p:cTn id="256" presetID="10" presetClass="exit" presetSubtype="0" fill="hold" nodeType="withEffect">
                                  <p:stCondLst>
                                    <p:cond delay="950"/>
                                  </p:stCondLst>
                                  <p:childTnLst>
                                    <p:animEffect transition="out" filter="fade">
                                      <p:cBhvr>
                                        <p:cTn id="257" dur="250"/>
                                        <p:tgtEl>
                                          <p:spTgt spid="14034"/>
                                        </p:tgtEl>
                                      </p:cBhvr>
                                    </p:animEffect>
                                    <p:set>
                                      <p:cBhvr>
                                        <p:cTn id="258" dur="1" fill="hold">
                                          <p:stCondLst>
                                            <p:cond delay="249"/>
                                          </p:stCondLst>
                                        </p:cTn>
                                        <p:tgtEl>
                                          <p:spTgt spid="14034"/>
                                        </p:tgtEl>
                                        <p:attrNameLst>
                                          <p:attrName>style.visibility</p:attrName>
                                        </p:attrNameLst>
                                      </p:cBhvr>
                                      <p:to>
                                        <p:strVal val="hidden"/>
                                      </p:to>
                                    </p:set>
                                  </p:childTnLst>
                                </p:cTn>
                              </p:par>
                              <p:par>
                                <p:cTn id="259" presetID="10" presetClass="entr" presetSubtype="0" fill="hold" nodeType="withEffect">
                                  <p:stCondLst>
                                    <p:cond delay="950"/>
                                  </p:stCondLst>
                                  <p:childTnLst>
                                    <p:animEffect transition="in" filter="fade">
                                      <p:cBhvr>
                                        <p:cTn id="260" dur="300"/>
                                        <p:tgtEl>
                                          <p:spTgt spid="14036"/>
                                        </p:tgtEl>
                                      </p:cBhvr>
                                    </p:animEffect>
                                    <p:set>
                                      <p:cBhvr>
                                        <p:cTn id="261" dur="1" fill="hold">
                                          <p:stCondLst>
                                            <p:cond delay="0"/>
                                          </p:stCondLst>
                                        </p:cTn>
                                        <p:tgtEl>
                                          <p:spTgt spid="14036"/>
                                        </p:tgtEl>
                                        <p:attrNameLst>
                                          <p:attrName>style.visibility</p:attrName>
                                        </p:attrNameLst>
                                      </p:cBhvr>
                                      <p:to>
                                        <p:strVal val="visible"/>
                                      </p:to>
                                    </p:set>
                                  </p:childTnLst>
                                </p:cTn>
                              </p:par>
                              <p:par>
                                <p:cTn id="262" presetID="10" presetClass="entr" presetSubtype="0" fill="hold" nodeType="withEffect">
                                  <p:stCondLst>
                                    <p:cond delay="950"/>
                                  </p:stCondLst>
                                  <p:childTnLst>
                                    <p:animEffect transition="in" filter="fade">
                                      <p:cBhvr>
                                        <p:cTn id="263" dur="300"/>
                                        <p:tgtEl>
                                          <p:spTgt spid="14037"/>
                                        </p:tgtEl>
                                      </p:cBhvr>
                                    </p:animEffect>
                                    <p:set>
                                      <p:cBhvr>
                                        <p:cTn id="264" dur="1" fill="hold">
                                          <p:stCondLst>
                                            <p:cond delay="0"/>
                                          </p:stCondLst>
                                        </p:cTn>
                                        <p:tgtEl>
                                          <p:spTgt spid="14037"/>
                                        </p:tgtEl>
                                        <p:attrNameLst>
                                          <p:attrName>style.visibility</p:attrName>
                                        </p:attrNameLst>
                                      </p:cBhvr>
                                      <p:to>
                                        <p:strVal val="visible"/>
                                      </p:to>
                                    </p:set>
                                  </p:childTnLst>
                                </p:cTn>
                              </p:par>
                              <p:par>
                                <p:cTn id="265" presetID="10" presetClass="entr" presetSubtype="0" fill="hold" nodeType="withEffect">
                                  <p:stCondLst>
                                    <p:cond delay="950"/>
                                  </p:stCondLst>
                                  <p:childTnLst>
                                    <p:animEffect transition="in" filter="fade">
                                      <p:cBhvr>
                                        <p:cTn id="266" dur="300"/>
                                        <p:tgtEl>
                                          <p:spTgt spid="14038"/>
                                        </p:tgtEl>
                                      </p:cBhvr>
                                    </p:animEffect>
                                    <p:set>
                                      <p:cBhvr>
                                        <p:cTn id="267" dur="1" fill="hold">
                                          <p:stCondLst>
                                            <p:cond delay="0"/>
                                          </p:stCondLst>
                                        </p:cTn>
                                        <p:tgtEl>
                                          <p:spTgt spid="14038"/>
                                        </p:tgtEl>
                                        <p:attrNameLst>
                                          <p:attrName>style.visibility</p:attrName>
                                        </p:attrNameLst>
                                      </p:cBhvr>
                                      <p:to>
                                        <p:strVal val="visible"/>
                                      </p:to>
                                    </p:set>
                                  </p:childTnLst>
                                </p:cTn>
                              </p:par>
                              <p:par>
                                <p:cTn id="268" presetID="10" presetClass="entr" presetSubtype="0" fill="hold" nodeType="withEffect">
                                  <p:stCondLst>
                                    <p:cond delay="950"/>
                                  </p:stCondLst>
                                  <p:childTnLst>
                                    <p:animEffect transition="in" filter="fade">
                                      <p:cBhvr>
                                        <p:cTn id="269" dur="300"/>
                                        <p:tgtEl>
                                          <p:spTgt spid="14039"/>
                                        </p:tgtEl>
                                      </p:cBhvr>
                                    </p:animEffect>
                                    <p:set>
                                      <p:cBhvr>
                                        <p:cTn id="270" dur="1" fill="hold">
                                          <p:stCondLst>
                                            <p:cond delay="0"/>
                                          </p:stCondLst>
                                        </p:cTn>
                                        <p:tgtEl>
                                          <p:spTgt spid="14039"/>
                                        </p:tgtEl>
                                        <p:attrNameLst>
                                          <p:attrName>style.visibility</p:attrName>
                                        </p:attrNameLst>
                                      </p:cBhvr>
                                      <p:to>
                                        <p:strVal val="visible"/>
                                      </p:to>
                                    </p:set>
                                  </p:childTnLst>
                                </p:cTn>
                              </p:par>
                              <p:par>
                                <p:cTn id="271" presetID="10" presetClass="entr" presetSubtype="0" fill="hold" nodeType="withEffect">
                                  <p:stCondLst>
                                    <p:cond delay="950"/>
                                  </p:stCondLst>
                                  <p:childTnLst>
                                    <p:animEffect transition="in" filter="fade">
                                      <p:cBhvr>
                                        <p:cTn id="272" dur="300"/>
                                        <p:tgtEl>
                                          <p:spTgt spid="14040"/>
                                        </p:tgtEl>
                                      </p:cBhvr>
                                    </p:animEffect>
                                    <p:set>
                                      <p:cBhvr>
                                        <p:cTn id="273" dur="1" fill="hold">
                                          <p:stCondLst>
                                            <p:cond delay="0"/>
                                          </p:stCondLst>
                                        </p:cTn>
                                        <p:tgtEl>
                                          <p:spTgt spid="14040"/>
                                        </p:tgtEl>
                                        <p:attrNameLst>
                                          <p:attrName>style.visibility</p:attrName>
                                        </p:attrNameLst>
                                      </p:cBhvr>
                                      <p:to>
                                        <p:strVal val="visible"/>
                                      </p:to>
                                    </p:set>
                                  </p:childTnLst>
                                </p:cTn>
                              </p:par>
                              <p:par>
                                <p:cTn id="274" presetID="10" presetClass="entr" presetSubtype="0" fill="hold" nodeType="withEffect">
                                  <p:stCondLst>
                                    <p:cond delay="950"/>
                                  </p:stCondLst>
                                  <p:childTnLst>
                                    <p:animEffect transition="in" filter="fade">
                                      <p:cBhvr>
                                        <p:cTn id="275" dur="300"/>
                                        <p:tgtEl>
                                          <p:spTgt spid="14041"/>
                                        </p:tgtEl>
                                      </p:cBhvr>
                                    </p:animEffect>
                                    <p:set>
                                      <p:cBhvr>
                                        <p:cTn id="276" dur="1" fill="hold">
                                          <p:stCondLst>
                                            <p:cond delay="0"/>
                                          </p:stCondLst>
                                        </p:cTn>
                                        <p:tgtEl>
                                          <p:spTgt spid="14041"/>
                                        </p:tgtEl>
                                        <p:attrNameLst>
                                          <p:attrName>style.visibility</p:attrName>
                                        </p:attrNameLst>
                                      </p:cBhvr>
                                      <p:to>
                                        <p:strVal val="visible"/>
                                      </p:to>
                                    </p:set>
                                  </p:childTnLst>
                                </p:cTn>
                              </p:par>
                              <p:par>
                                <p:cTn id="277" presetID="10" presetClass="entr" presetSubtype="0" fill="hold" nodeType="withEffect">
                                  <p:stCondLst>
                                    <p:cond delay="950"/>
                                  </p:stCondLst>
                                  <p:childTnLst>
                                    <p:animEffect transition="in" filter="fade">
                                      <p:cBhvr>
                                        <p:cTn id="278" dur="300"/>
                                        <p:tgtEl>
                                          <p:spTgt spid="14042"/>
                                        </p:tgtEl>
                                      </p:cBhvr>
                                    </p:animEffect>
                                    <p:set>
                                      <p:cBhvr>
                                        <p:cTn id="279" dur="1" fill="hold">
                                          <p:stCondLst>
                                            <p:cond delay="0"/>
                                          </p:stCondLst>
                                        </p:cTn>
                                        <p:tgtEl>
                                          <p:spTgt spid="14042"/>
                                        </p:tgtEl>
                                        <p:attrNameLst>
                                          <p:attrName>style.visibility</p:attrName>
                                        </p:attrNameLst>
                                      </p:cBhvr>
                                      <p:to>
                                        <p:strVal val="visible"/>
                                      </p:to>
                                    </p:set>
                                  </p:childTnLst>
                                </p:cTn>
                              </p:par>
                              <p:par>
                                <p:cTn id="280" presetID="10" presetClass="entr" presetSubtype="0" fill="hold" nodeType="withEffect">
                                  <p:stCondLst>
                                    <p:cond delay="950"/>
                                  </p:stCondLst>
                                  <p:childTnLst>
                                    <p:animEffect transition="in" filter="fade">
                                      <p:cBhvr>
                                        <p:cTn id="281" dur="300"/>
                                        <p:tgtEl>
                                          <p:spTgt spid="14043"/>
                                        </p:tgtEl>
                                      </p:cBhvr>
                                    </p:animEffect>
                                    <p:set>
                                      <p:cBhvr>
                                        <p:cTn id="282" dur="1" fill="hold">
                                          <p:stCondLst>
                                            <p:cond delay="0"/>
                                          </p:stCondLst>
                                        </p:cTn>
                                        <p:tgtEl>
                                          <p:spTgt spid="14043"/>
                                        </p:tgtEl>
                                        <p:attrNameLst>
                                          <p:attrName>style.visibility</p:attrName>
                                        </p:attrNameLst>
                                      </p:cBhvr>
                                      <p:to>
                                        <p:strVal val="visible"/>
                                      </p:to>
                                    </p:set>
                                  </p:childTnLst>
                                </p:cTn>
                              </p:par>
                              <p:par>
                                <p:cTn id="283" presetID="10" presetClass="entr" presetSubtype="0" fill="hold" nodeType="withEffect">
                                  <p:stCondLst>
                                    <p:cond delay="950"/>
                                  </p:stCondLst>
                                  <p:childTnLst>
                                    <p:animEffect transition="in" filter="fade">
                                      <p:cBhvr>
                                        <p:cTn id="284" dur="300"/>
                                        <p:tgtEl>
                                          <p:spTgt spid="14044"/>
                                        </p:tgtEl>
                                      </p:cBhvr>
                                    </p:animEffect>
                                    <p:set>
                                      <p:cBhvr>
                                        <p:cTn id="285" dur="1" fill="hold">
                                          <p:stCondLst>
                                            <p:cond delay="0"/>
                                          </p:stCondLst>
                                        </p:cTn>
                                        <p:tgtEl>
                                          <p:spTgt spid="14044"/>
                                        </p:tgtEl>
                                        <p:attrNameLst>
                                          <p:attrName>style.visibility</p:attrName>
                                        </p:attrNameLst>
                                      </p:cBhvr>
                                      <p:to>
                                        <p:strVal val="visible"/>
                                      </p:to>
                                    </p:set>
                                  </p:childTnLst>
                                </p:cTn>
                              </p:par>
                              <p:par>
                                <p:cTn id="286" presetID="10" presetClass="entr" presetSubtype="0" fill="hold" nodeType="withEffect">
                                  <p:stCondLst>
                                    <p:cond delay="950"/>
                                  </p:stCondLst>
                                  <p:childTnLst>
                                    <p:animEffect transition="in" filter="fade">
                                      <p:cBhvr>
                                        <p:cTn id="287" dur="300"/>
                                        <p:tgtEl>
                                          <p:spTgt spid="14045"/>
                                        </p:tgtEl>
                                      </p:cBhvr>
                                    </p:animEffect>
                                    <p:set>
                                      <p:cBhvr>
                                        <p:cTn id="288" dur="1" fill="hold">
                                          <p:stCondLst>
                                            <p:cond delay="0"/>
                                          </p:stCondLst>
                                        </p:cTn>
                                        <p:tgtEl>
                                          <p:spTgt spid="14045"/>
                                        </p:tgtEl>
                                        <p:attrNameLst>
                                          <p:attrName>style.visibility</p:attrName>
                                        </p:attrNameLst>
                                      </p:cBhvr>
                                      <p:to>
                                        <p:strVal val="visible"/>
                                      </p:to>
                                    </p:set>
                                  </p:childTnLst>
                                </p:cTn>
                              </p:par>
                              <p:par>
                                <p:cTn id="289" presetID="10" presetClass="entr" presetSubtype="0" fill="hold" nodeType="withEffect">
                                  <p:stCondLst>
                                    <p:cond delay="950"/>
                                  </p:stCondLst>
                                  <p:childTnLst>
                                    <p:animEffect transition="in" filter="fade">
                                      <p:cBhvr>
                                        <p:cTn id="290" dur="300"/>
                                        <p:tgtEl>
                                          <p:spTgt spid="14046"/>
                                        </p:tgtEl>
                                      </p:cBhvr>
                                    </p:animEffect>
                                    <p:set>
                                      <p:cBhvr>
                                        <p:cTn id="291" dur="1" fill="hold">
                                          <p:stCondLst>
                                            <p:cond delay="0"/>
                                          </p:stCondLst>
                                        </p:cTn>
                                        <p:tgtEl>
                                          <p:spTgt spid="14046"/>
                                        </p:tgtEl>
                                        <p:attrNameLst>
                                          <p:attrName>style.visibility</p:attrName>
                                        </p:attrNameLst>
                                      </p:cBhvr>
                                      <p:to>
                                        <p:strVal val="visible"/>
                                      </p:to>
                                    </p:set>
                                  </p:childTnLst>
                                </p:cTn>
                              </p:par>
                              <p:par>
                                <p:cTn id="292" presetID="10" presetClass="entr" presetSubtype="0" fill="hold" nodeType="withEffect">
                                  <p:stCondLst>
                                    <p:cond delay="0"/>
                                  </p:stCondLst>
                                  <p:childTnLst>
                                    <p:animEffect transition="in" filter="fade">
                                      <p:cBhvr>
                                        <p:cTn id="293" dur="300"/>
                                        <p:tgtEl>
                                          <p:spTgt spid="14047"/>
                                        </p:tgtEl>
                                      </p:cBhvr>
                                    </p:animEffect>
                                    <p:set>
                                      <p:cBhvr>
                                        <p:cTn id="294" dur="1" fill="hold">
                                          <p:stCondLst>
                                            <p:cond delay="0"/>
                                          </p:stCondLst>
                                        </p:cTn>
                                        <p:tgtEl>
                                          <p:spTgt spid="14047"/>
                                        </p:tgtEl>
                                        <p:attrNameLst>
                                          <p:attrName>style.visibility</p:attrName>
                                        </p:attrNameLst>
                                      </p:cBhvr>
                                      <p:to>
                                        <p:strVal val="visible"/>
                                      </p:to>
                                    </p:set>
                                  </p:childTnLst>
                                </p:cTn>
                              </p:par>
                            </p:childTnLst>
                          </p:cTn>
                        </p:par>
                      </p:childTnLst>
                    </p:cTn>
                  </p:par>
                  <p:par>
                    <p:cTn id="380" fill="hold">
                      <p:stCondLst>
                        <p:cond delay="indefinite"/>
                      </p:stCondLst>
                      <p:childTnLst>
                        <p:par>
                          <p:cTn id="381" fill="hold">
                            <p:stCondLst>
                              <p:cond delay="0"/>
                            </p:stCondLst>
                            <p:childTnLst>
                              <p:par>
                                <p:cTn id="297" presetID="10" presetClass="exit" presetSubtype="0" fill="hold" nodeType="clickEffect">
                                  <p:stCondLst>
                                    <p:cond delay="0"/>
                                  </p:stCondLst>
                                  <p:childTnLst>
                                    <p:animEffect transition="out" filter="fade">
                                      <p:cBhvr>
                                        <p:cTn id="298" dur="200"/>
                                        <p:tgtEl>
                                          <p:spTgt spid="14047"/>
                                        </p:tgtEl>
                                      </p:cBhvr>
                                    </p:animEffect>
                                    <p:set>
                                      <p:cBhvr>
                                        <p:cTn id="299" dur="1" fill="hold">
                                          <p:stCondLst>
                                            <p:cond delay="199"/>
                                          </p:stCondLst>
                                        </p:cTn>
                                        <p:tgtEl>
                                          <p:spTgt spid="14047"/>
                                        </p:tgtEl>
                                        <p:attrNameLst>
                                          <p:attrName>style.visibility</p:attrName>
                                        </p:attrNameLst>
                                      </p:cBhvr>
                                      <p:to>
                                        <p:strVal val="hidden"/>
                                      </p:to>
                                    </p:set>
                                  </p:childTnLst>
                                </p:cTn>
                              </p:par>
                              <p:par>
                                <p:cTn id="300" presetID="0" presetClass="path" presetSubtype="0" fill="hold" nodeType="withEffect">
                                  <p:stCondLst>
                                    <p:cond delay="0"/>
                                  </p:stCondLst>
                                  <p:childTnLst>
                                    <p:animMotion origin="layout" path="M 0 0 L 0.058333333 0.000000000 E" pathEditMode="relative" rAng="0">
                                      <p:cBhvr>
                                        <p:cTn id="301" dur="1200" fill="hold" accel="20000" decel="20000"/>
                                        <p:tgtEl>
                                          <p:spTgt spid="14036"/>
                                        </p:tgtEl>
                                        <p:attrNameLst>
                                          <p:attrName>ppt_x</p:attrName>
                                          <p:attrName>ppt_y</p:attrName>
                                        </p:attrNameLst>
                                      </p:cBhvr>
                                      <p:rCtr x="0" y="0"/>
                                    </p:animMotion>
                                  </p:childTnLst>
                                </p:cTn>
                              </p:par>
                              <p:par>
                                <p:cTn id="302" presetID="10" presetClass="exit" presetSubtype="0" fill="hold" nodeType="withEffect">
                                  <p:stCondLst>
                                    <p:cond delay="950"/>
                                  </p:stCondLst>
                                  <p:childTnLst>
                                    <p:animEffect transition="out" filter="fade">
                                      <p:cBhvr>
                                        <p:cTn id="303" dur="250"/>
                                        <p:tgtEl>
                                          <p:spTgt spid="14036"/>
                                        </p:tgtEl>
                                      </p:cBhvr>
                                    </p:animEffect>
                                    <p:set>
                                      <p:cBhvr>
                                        <p:cTn id="304" dur="1" fill="hold">
                                          <p:stCondLst>
                                            <p:cond delay="249"/>
                                          </p:stCondLst>
                                        </p:cTn>
                                        <p:tgtEl>
                                          <p:spTgt spid="14036"/>
                                        </p:tgtEl>
                                        <p:attrNameLst>
                                          <p:attrName>style.visibility</p:attrName>
                                        </p:attrNameLst>
                                      </p:cBhvr>
                                      <p:to>
                                        <p:strVal val="hidden"/>
                                      </p:to>
                                    </p:set>
                                  </p:childTnLst>
                                </p:cTn>
                              </p:par>
                              <p:par>
                                <p:cTn id="305" presetID="10" presetClass="exit" presetSubtype="0" fill="hold" nodeType="withEffect">
                                  <p:stCondLst>
                                    <p:cond delay="950"/>
                                  </p:stCondLst>
                                  <p:childTnLst>
                                    <p:animEffect transition="out" filter="fade">
                                      <p:cBhvr>
                                        <p:cTn id="306" dur="250"/>
                                        <p:tgtEl>
                                          <p:spTgt spid="14037"/>
                                        </p:tgtEl>
                                      </p:cBhvr>
                                    </p:animEffect>
                                    <p:set>
                                      <p:cBhvr>
                                        <p:cTn id="307" dur="1" fill="hold">
                                          <p:stCondLst>
                                            <p:cond delay="249"/>
                                          </p:stCondLst>
                                        </p:cTn>
                                        <p:tgtEl>
                                          <p:spTgt spid="14037"/>
                                        </p:tgtEl>
                                        <p:attrNameLst>
                                          <p:attrName>style.visibility</p:attrName>
                                        </p:attrNameLst>
                                      </p:cBhvr>
                                      <p:to>
                                        <p:strVal val="hidden"/>
                                      </p:to>
                                    </p:set>
                                  </p:childTnLst>
                                </p:cTn>
                              </p:par>
                              <p:par>
                                <p:cTn id="308" presetID="0" presetClass="path" presetSubtype="0" fill="hold" nodeType="withEffect">
                                  <p:stCondLst>
                                    <p:cond delay="0"/>
                                  </p:stCondLst>
                                  <p:childTnLst>
                                    <p:animMotion origin="layout" path="M 0 0 L -0.147222222 0.000000000 E" pathEditMode="relative" rAng="0">
                                      <p:cBhvr>
                                        <p:cTn id="309" dur="1200" fill="hold" accel="20000" decel="20000"/>
                                        <p:tgtEl>
                                          <p:spTgt spid="14038"/>
                                        </p:tgtEl>
                                        <p:attrNameLst>
                                          <p:attrName>ppt_x</p:attrName>
                                          <p:attrName>ppt_y</p:attrName>
                                        </p:attrNameLst>
                                      </p:cBhvr>
                                      <p:rCtr x="0" y="0"/>
                                    </p:animMotion>
                                  </p:childTnLst>
                                </p:cTn>
                              </p:par>
                              <p:par>
                                <p:cTn id="310" presetID="10" presetClass="exit" presetSubtype="0" fill="hold" nodeType="withEffect">
                                  <p:stCondLst>
                                    <p:cond delay="950"/>
                                  </p:stCondLst>
                                  <p:childTnLst>
                                    <p:animEffect transition="out" filter="fade">
                                      <p:cBhvr>
                                        <p:cTn id="311" dur="250"/>
                                        <p:tgtEl>
                                          <p:spTgt spid="14038"/>
                                        </p:tgtEl>
                                      </p:cBhvr>
                                    </p:animEffect>
                                    <p:set>
                                      <p:cBhvr>
                                        <p:cTn id="312" dur="1" fill="hold">
                                          <p:stCondLst>
                                            <p:cond delay="249"/>
                                          </p:stCondLst>
                                        </p:cTn>
                                        <p:tgtEl>
                                          <p:spTgt spid="14038"/>
                                        </p:tgtEl>
                                        <p:attrNameLst>
                                          <p:attrName>style.visibility</p:attrName>
                                        </p:attrNameLst>
                                      </p:cBhvr>
                                      <p:to>
                                        <p:strVal val="hidden"/>
                                      </p:to>
                                    </p:set>
                                  </p:childTnLst>
                                </p:cTn>
                              </p:par>
                              <p:par>
                                <p:cTn id="313" presetID="0" presetClass="path" presetSubtype="0" fill="hold" nodeType="withEffect">
                                  <p:stCondLst>
                                    <p:cond delay="0"/>
                                  </p:stCondLst>
                                  <p:childTnLst>
                                    <p:animMotion origin="layout" path="M 0 0 L -0.150000000 0.000000000 E" pathEditMode="relative" rAng="0">
                                      <p:cBhvr>
                                        <p:cTn id="314" dur="1200" fill="hold" accel="20000" decel="20000"/>
                                        <p:tgtEl>
                                          <p:spTgt spid="14039"/>
                                        </p:tgtEl>
                                        <p:attrNameLst>
                                          <p:attrName>ppt_x</p:attrName>
                                          <p:attrName>ppt_y</p:attrName>
                                        </p:attrNameLst>
                                      </p:cBhvr>
                                      <p:rCtr x="0" y="0"/>
                                    </p:animMotion>
                                  </p:childTnLst>
                                </p:cTn>
                              </p:par>
                              <p:par>
                                <p:cTn id="315" presetID="10" presetClass="exit" presetSubtype="0" fill="hold" nodeType="withEffect">
                                  <p:stCondLst>
                                    <p:cond delay="950"/>
                                  </p:stCondLst>
                                  <p:childTnLst>
                                    <p:animEffect transition="out" filter="fade">
                                      <p:cBhvr>
                                        <p:cTn id="316" dur="250"/>
                                        <p:tgtEl>
                                          <p:spTgt spid="14039"/>
                                        </p:tgtEl>
                                      </p:cBhvr>
                                    </p:animEffect>
                                    <p:set>
                                      <p:cBhvr>
                                        <p:cTn id="317" dur="1" fill="hold">
                                          <p:stCondLst>
                                            <p:cond delay="249"/>
                                          </p:stCondLst>
                                        </p:cTn>
                                        <p:tgtEl>
                                          <p:spTgt spid="14039"/>
                                        </p:tgtEl>
                                        <p:attrNameLst>
                                          <p:attrName>style.visibility</p:attrName>
                                        </p:attrNameLst>
                                      </p:cBhvr>
                                      <p:to>
                                        <p:strVal val="hidden"/>
                                      </p:to>
                                    </p:set>
                                  </p:childTnLst>
                                </p:cTn>
                              </p:par>
                              <p:par>
                                <p:cTn id="318" presetID="10" presetClass="exit" presetSubtype="0" fill="hold" nodeType="withEffect">
                                  <p:stCondLst>
                                    <p:cond delay="0"/>
                                  </p:stCondLst>
                                  <p:childTnLst>
                                    <p:animEffect transition="out" filter="fade">
                                      <p:cBhvr>
                                        <p:cTn id="319" dur="250"/>
                                        <p:tgtEl>
                                          <p:spTgt spid="14040"/>
                                        </p:tgtEl>
                                      </p:cBhvr>
                                    </p:animEffect>
                                    <p:set>
                                      <p:cBhvr>
                                        <p:cTn id="320" dur="1" fill="hold">
                                          <p:stCondLst>
                                            <p:cond delay="249"/>
                                          </p:stCondLst>
                                        </p:cTn>
                                        <p:tgtEl>
                                          <p:spTgt spid="14040"/>
                                        </p:tgtEl>
                                        <p:attrNameLst>
                                          <p:attrName>style.visibility</p:attrName>
                                        </p:attrNameLst>
                                      </p:cBhvr>
                                      <p:to>
                                        <p:strVal val="hidden"/>
                                      </p:to>
                                    </p:set>
                                  </p:childTnLst>
                                </p:cTn>
                              </p:par>
                              <p:par>
                                <p:cTn id="321"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322" dur="1200" fill="hold" accel="20000" decel="20000"/>
                                        <p:tgtEl>
                                          <p:spTgt spid="14041"/>
                                        </p:tgtEl>
                                        <p:attrNameLst>
                                          <p:attrName>ppt_x</p:attrName>
                                          <p:attrName>ppt_y</p:attrName>
                                        </p:attrNameLst>
                                      </p:cBhvr>
                                      <p:rCtr x="0" y="0"/>
                                    </p:animMotion>
                                  </p:childTnLst>
                                </p:cTn>
                              </p:par>
                              <p:par>
                                <p:cTn id="323" presetID="10" presetClass="exit" presetSubtype="0" fill="hold" nodeType="withEffect">
                                  <p:stCondLst>
                                    <p:cond delay="950"/>
                                  </p:stCondLst>
                                  <p:childTnLst>
                                    <p:animEffect transition="out" filter="fade">
                                      <p:cBhvr>
                                        <p:cTn id="324" dur="250"/>
                                        <p:tgtEl>
                                          <p:spTgt spid="14041"/>
                                        </p:tgtEl>
                                      </p:cBhvr>
                                    </p:animEffect>
                                    <p:set>
                                      <p:cBhvr>
                                        <p:cTn id="325" dur="1" fill="hold">
                                          <p:stCondLst>
                                            <p:cond delay="249"/>
                                          </p:stCondLst>
                                        </p:cTn>
                                        <p:tgtEl>
                                          <p:spTgt spid="14041"/>
                                        </p:tgtEl>
                                        <p:attrNameLst>
                                          <p:attrName>style.visibility</p:attrName>
                                        </p:attrNameLst>
                                      </p:cBhvr>
                                      <p:to>
                                        <p:strVal val="hidden"/>
                                      </p:to>
                                    </p:set>
                                  </p:childTnLst>
                                </p:cTn>
                              </p:par>
                              <p:par>
                                <p:cTn id="326"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327" dur="1200" fill="hold" accel="20000" decel="20000"/>
                                        <p:tgtEl>
                                          <p:spTgt spid="14042"/>
                                        </p:tgtEl>
                                        <p:attrNameLst>
                                          <p:attrName>ppt_x</p:attrName>
                                          <p:attrName>ppt_y</p:attrName>
                                        </p:attrNameLst>
                                      </p:cBhvr>
                                      <p:rCtr x="0" y="0"/>
                                    </p:animMotion>
                                  </p:childTnLst>
                                </p:cTn>
                              </p:par>
                              <p:par>
                                <p:cTn id="328" presetID="10" presetClass="exit" presetSubtype="0" fill="hold" nodeType="withEffect">
                                  <p:stCondLst>
                                    <p:cond delay="950"/>
                                  </p:stCondLst>
                                  <p:childTnLst>
                                    <p:animEffect transition="out" filter="fade">
                                      <p:cBhvr>
                                        <p:cTn id="329" dur="250"/>
                                        <p:tgtEl>
                                          <p:spTgt spid="14042"/>
                                        </p:tgtEl>
                                      </p:cBhvr>
                                    </p:animEffect>
                                    <p:set>
                                      <p:cBhvr>
                                        <p:cTn id="330" dur="1" fill="hold">
                                          <p:stCondLst>
                                            <p:cond delay="249"/>
                                          </p:stCondLst>
                                        </p:cTn>
                                        <p:tgtEl>
                                          <p:spTgt spid="14042"/>
                                        </p:tgtEl>
                                        <p:attrNameLst>
                                          <p:attrName>style.visibility</p:attrName>
                                        </p:attrNameLst>
                                      </p:cBhvr>
                                      <p:to>
                                        <p:strVal val="hidden"/>
                                      </p:to>
                                    </p:set>
                                  </p:childTnLst>
                                </p:cTn>
                              </p:par>
                              <p:par>
                                <p:cTn id="331"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332" dur="1200" fill="hold" accel="20000" decel="20000"/>
                                        <p:tgtEl>
                                          <p:spTgt spid="14043"/>
                                        </p:tgtEl>
                                        <p:attrNameLst>
                                          <p:attrName>ppt_x</p:attrName>
                                          <p:attrName>ppt_y</p:attrName>
                                        </p:attrNameLst>
                                      </p:cBhvr>
                                      <p:rCtr x="0" y="0"/>
                                    </p:animMotion>
                                  </p:childTnLst>
                                </p:cTn>
                              </p:par>
                              <p:par>
                                <p:cTn id="333" presetID="10" presetClass="exit" presetSubtype="0" fill="hold" nodeType="withEffect">
                                  <p:stCondLst>
                                    <p:cond delay="950"/>
                                  </p:stCondLst>
                                  <p:childTnLst>
                                    <p:animEffect transition="out" filter="fade">
                                      <p:cBhvr>
                                        <p:cTn id="334" dur="250"/>
                                        <p:tgtEl>
                                          <p:spTgt spid="14043"/>
                                        </p:tgtEl>
                                      </p:cBhvr>
                                    </p:animEffect>
                                    <p:set>
                                      <p:cBhvr>
                                        <p:cTn id="335" dur="1" fill="hold">
                                          <p:stCondLst>
                                            <p:cond delay="249"/>
                                          </p:stCondLst>
                                        </p:cTn>
                                        <p:tgtEl>
                                          <p:spTgt spid="14043"/>
                                        </p:tgtEl>
                                        <p:attrNameLst>
                                          <p:attrName>style.visibility</p:attrName>
                                        </p:attrNameLst>
                                      </p:cBhvr>
                                      <p:to>
                                        <p:strVal val="hidden"/>
                                      </p:to>
                                    </p:set>
                                  </p:childTnLst>
                                </p:cTn>
                              </p:par>
                              <p:par>
                                <p:cTn id="336"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337" dur="1200" fill="hold" accel="20000" decel="20000"/>
                                        <p:tgtEl>
                                          <p:spTgt spid="14044"/>
                                        </p:tgtEl>
                                        <p:attrNameLst>
                                          <p:attrName>ppt_x</p:attrName>
                                          <p:attrName>ppt_y</p:attrName>
                                        </p:attrNameLst>
                                      </p:cBhvr>
                                      <p:rCtr x="0" y="0"/>
                                    </p:animMotion>
                                  </p:childTnLst>
                                </p:cTn>
                              </p:par>
                              <p:par>
                                <p:cTn id="338" presetID="10" presetClass="exit" presetSubtype="0" fill="hold" nodeType="withEffect">
                                  <p:stCondLst>
                                    <p:cond delay="950"/>
                                  </p:stCondLst>
                                  <p:childTnLst>
                                    <p:animEffect transition="out" filter="fade">
                                      <p:cBhvr>
                                        <p:cTn id="339" dur="250"/>
                                        <p:tgtEl>
                                          <p:spTgt spid="14044"/>
                                        </p:tgtEl>
                                      </p:cBhvr>
                                    </p:animEffect>
                                    <p:set>
                                      <p:cBhvr>
                                        <p:cTn id="340" dur="1" fill="hold">
                                          <p:stCondLst>
                                            <p:cond delay="249"/>
                                          </p:stCondLst>
                                        </p:cTn>
                                        <p:tgtEl>
                                          <p:spTgt spid="14044"/>
                                        </p:tgtEl>
                                        <p:attrNameLst>
                                          <p:attrName>style.visibility</p:attrName>
                                        </p:attrNameLst>
                                      </p:cBhvr>
                                      <p:to>
                                        <p:strVal val="hidden"/>
                                      </p:to>
                                    </p:set>
                                  </p:childTnLst>
                                </p:cTn>
                              </p:par>
                              <p:par>
                                <p:cTn id="341" presetID="10" presetClass="exit" presetSubtype="0" fill="hold" nodeType="withEffect">
                                  <p:stCondLst>
                                    <p:cond delay="950"/>
                                  </p:stCondLst>
                                  <p:childTnLst>
                                    <p:animEffect transition="out" filter="fade">
                                      <p:cBhvr>
                                        <p:cTn id="342" dur="250"/>
                                        <p:tgtEl>
                                          <p:spTgt spid="14045"/>
                                        </p:tgtEl>
                                      </p:cBhvr>
                                    </p:animEffect>
                                    <p:set>
                                      <p:cBhvr>
                                        <p:cTn id="343" dur="1" fill="hold">
                                          <p:stCondLst>
                                            <p:cond delay="249"/>
                                          </p:stCondLst>
                                        </p:cTn>
                                        <p:tgtEl>
                                          <p:spTgt spid="14045"/>
                                        </p:tgtEl>
                                        <p:attrNameLst>
                                          <p:attrName>style.visibility</p:attrName>
                                        </p:attrNameLst>
                                      </p:cBhvr>
                                      <p:to>
                                        <p:strVal val="hidden"/>
                                      </p:to>
                                    </p:set>
                                  </p:childTnLst>
                                </p:cTn>
                              </p:par>
                              <p:par>
                                <p:cTn id="344" presetID="10" presetClass="exit" presetSubtype="0" fill="hold" nodeType="withEffect">
                                  <p:stCondLst>
                                    <p:cond delay="950"/>
                                  </p:stCondLst>
                                  <p:childTnLst>
                                    <p:animEffect transition="out" filter="fade">
                                      <p:cBhvr>
                                        <p:cTn id="345" dur="250"/>
                                        <p:tgtEl>
                                          <p:spTgt spid="14046"/>
                                        </p:tgtEl>
                                      </p:cBhvr>
                                    </p:animEffect>
                                    <p:set>
                                      <p:cBhvr>
                                        <p:cTn id="346" dur="1" fill="hold">
                                          <p:stCondLst>
                                            <p:cond delay="249"/>
                                          </p:stCondLst>
                                        </p:cTn>
                                        <p:tgtEl>
                                          <p:spTgt spid="14046"/>
                                        </p:tgtEl>
                                        <p:attrNameLst>
                                          <p:attrName>style.visibility</p:attrName>
                                        </p:attrNameLst>
                                      </p:cBhvr>
                                      <p:to>
                                        <p:strVal val="hidden"/>
                                      </p:to>
                                    </p:set>
                                  </p:childTnLst>
                                </p:cTn>
                              </p:par>
                              <p:par>
                                <p:cTn id="347" presetID="10" presetClass="entr" presetSubtype="0" fill="hold" nodeType="withEffect">
                                  <p:stCondLst>
                                    <p:cond delay="950"/>
                                  </p:stCondLst>
                                  <p:childTnLst>
                                    <p:animEffect transition="in" filter="fade">
                                      <p:cBhvr>
                                        <p:cTn id="348" dur="300"/>
                                        <p:tgtEl>
                                          <p:spTgt spid="14048"/>
                                        </p:tgtEl>
                                      </p:cBhvr>
                                    </p:animEffect>
                                    <p:set>
                                      <p:cBhvr>
                                        <p:cTn id="349" dur="1" fill="hold">
                                          <p:stCondLst>
                                            <p:cond delay="0"/>
                                          </p:stCondLst>
                                        </p:cTn>
                                        <p:tgtEl>
                                          <p:spTgt spid="14048"/>
                                        </p:tgtEl>
                                        <p:attrNameLst>
                                          <p:attrName>style.visibility</p:attrName>
                                        </p:attrNameLst>
                                      </p:cBhvr>
                                      <p:to>
                                        <p:strVal val="visible"/>
                                      </p:to>
                                    </p:set>
                                  </p:childTnLst>
                                </p:cTn>
                              </p:par>
                              <p:par>
                                <p:cTn id="350" presetID="10" presetClass="entr" presetSubtype="0" fill="hold" nodeType="withEffect">
                                  <p:stCondLst>
                                    <p:cond delay="950"/>
                                  </p:stCondLst>
                                  <p:childTnLst>
                                    <p:animEffect transition="in" filter="fade">
                                      <p:cBhvr>
                                        <p:cTn id="351" dur="300"/>
                                        <p:tgtEl>
                                          <p:spTgt spid="14049"/>
                                        </p:tgtEl>
                                      </p:cBhvr>
                                    </p:animEffect>
                                    <p:set>
                                      <p:cBhvr>
                                        <p:cTn id="352" dur="1" fill="hold">
                                          <p:stCondLst>
                                            <p:cond delay="0"/>
                                          </p:stCondLst>
                                        </p:cTn>
                                        <p:tgtEl>
                                          <p:spTgt spid="14049"/>
                                        </p:tgtEl>
                                        <p:attrNameLst>
                                          <p:attrName>style.visibility</p:attrName>
                                        </p:attrNameLst>
                                      </p:cBhvr>
                                      <p:to>
                                        <p:strVal val="visible"/>
                                      </p:to>
                                    </p:set>
                                  </p:childTnLst>
                                </p:cTn>
                              </p:par>
                              <p:par>
                                <p:cTn id="353" presetID="10" presetClass="entr" presetSubtype="0" fill="hold" nodeType="withEffect">
                                  <p:stCondLst>
                                    <p:cond delay="950"/>
                                  </p:stCondLst>
                                  <p:childTnLst>
                                    <p:animEffect transition="in" filter="fade">
                                      <p:cBhvr>
                                        <p:cTn id="354" dur="300"/>
                                        <p:tgtEl>
                                          <p:spTgt spid="14050"/>
                                        </p:tgtEl>
                                      </p:cBhvr>
                                    </p:animEffect>
                                    <p:set>
                                      <p:cBhvr>
                                        <p:cTn id="355" dur="1" fill="hold">
                                          <p:stCondLst>
                                            <p:cond delay="0"/>
                                          </p:stCondLst>
                                        </p:cTn>
                                        <p:tgtEl>
                                          <p:spTgt spid="14050"/>
                                        </p:tgtEl>
                                        <p:attrNameLst>
                                          <p:attrName>style.visibility</p:attrName>
                                        </p:attrNameLst>
                                      </p:cBhvr>
                                      <p:to>
                                        <p:strVal val="visible"/>
                                      </p:to>
                                    </p:set>
                                  </p:childTnLst>
                                </p:cTn>
                              </p:par>
                              <p:par>
                                <p:cTn id="356" presetID="10" presetClass="entr" presetSubtype="0" fill="hold" nodeType="withEffect">
                                  <p:stCondLst>
                                    <p:cond delay="950"/>
                                  </p:stCondLst>
                                  <p:childTnLst>
                                    <p:animEffect transition="in" filter="fade">
                                      <p:cBhvr>
                                        <p:cTn id="357" dur="300"/>
                                        <p:tgtEl>
                                          <p:spTgt spid="14051"/>
                                        </p:tgtEl>
                                      </p:cBhvr>
                                    </p:animEffect>
                                    <p:set>
                                      <p:cBhvr>
                                        <p:cTn id="358" dur="1" fill="hold">
                                          <p:stCondLst>
                                            <p:cond delay="0"/>
                                          </p:stCondLst>
                                        </p:cTn>
                                        <p:tgtEl>
                                          <p:spTgt spid="14051"/>
                                        </p:tgtEl>
                                        <p:attrNameLst>
                                          <p:attrName>style.visibility</p:attrName>
                                        </p:attrNameLst>
                                      </p:cBhvr>
                                      <p:to>
                                        <p:strVal val="visible"/>
                                      </p:to>
                                    </p:set>
                                  </p:childTnLst>
                                </p:cTn>
                              </p:par>
                              <p:par>
                                <p:cTn id="359" presetID="10" presetClass="entr" presetSubtype="0" fill="hold" nodeType="withEffect">
                                  <p:stCondLst>
                                    <p:cond delay="950"/>
                                  </p:stCondLst>
                                  <p:childTnLst>
                                    <p:animEffect transition="in" filter="fade">
                                      <p:cBhvr>
                                        <p:cTn id="360" dur="300"/>
                                        <p:tgtEl>
                                          <p:spTgt spid="14052"/>
                                        </p:tgtEl>
                                      </p:cBhvr>
                                    </p:animEffect>
                                    <p:set>
                                      <p:cBhvr>
                                        <p:cTn id="361" dur="1" fill="hold">
                                          <p:stCondLst>
                                            <p:cond delay="0"/>
                                          </p:stCondLst>
                                        </p:cTn>
                                        <p:tgtEl>
                                          <p:spTgt spid="14052"/>
                                        </p:tgtEl>
                                        <p:attrNameLst>
                                          <p:attrName>style.visibility</p:attrName>
                                        </p:attrNameLst>
                                      </p:cBhvr>
                                      <p:to>
                                        <p:strVal val="visible"/>
                                      </p:to>
                                    </p:set>
                                  </p:childTnLst>
                                </p:cTn>
                              </p:par>
                              <p:par>
                                <p:cTn id="362" presetID="10" presetClass="entr" presetSubtype="0" fill="hold" nodeType="withEffect">
                                  <p:stCondLst>
                                    <p:cond delay="950"/>
                                  </p:stCondLst>
                                  <p:childTnLst>
                                    <p:animEffect transition="in" filter="fade">
                                      <p:cBhvr>
                                        <p:cTn id="363" dur="300"/>
                                        <p:tgtEl>
                                          <p:spTgt spid="14053"/>
                                        </p:tgtEl>
                                      </p:cBhvr>
                                    </p:animEffect>
                                    <p:set>
                                      <p:cBhvr>
                                        <p:cTn id="364" dur="1" fill="hold">
                                          <p:stCondLst>
                                            <p:cond delay="0"/>
                                          </p:stCondLst>
                                        </p:cTn>
                                        <p:tgtEl>
                                          <p:spTgt spid="14053"/>
                                        </p:tgtEl>
                                        <p:attrNameLst>
                                          <p:attrName>style.visibility</p:attrName>
                                        </p:attrNameLst>
                                      </p:cBhvr>
                                      <p:to>
                                        <p:strVal val="visible"/>
                                      </p:to>
                                    </p:set>
                                  </p:childTnLst>
                                </p:cTn>
                              </p:par>
                              <p:par>
                                <p:cTn id="365" presetID="10" presetClass="entr" presetSubtype="0" fill="hold" nodeType="withEffect">
                                  <p:stCondLst>
                                    <p:cond delay="950"/>
                                  </p:stCondLst>
                                  <p:childTnLst>
                                    <p:animEffect transition="in" filter="fade">
                                      <p:cBhvr>
                                        <p:cTn id="366" dur="300"/>
                                        <p:tgtEl>
                                          <p:spTgt spid="14054"/>
                                        </p:tgtEl>
                                      </p:cBhvr>
                                    </p:animEffect>
                                    <p:set>
                                      <p:cBhvr>
                                        <p:cTn id="367" dur="1" fill="hold">
                                          <p:stCondLst>
                                            <p:cond delay="0"/>
                                          </p:stCondLst>
                                        </p:cTn>
                                        <p:tgtEl>
                                          <p:spTgt spid="14054"/>
                                        </p:tgtEl>
                                        <p:attrNameLst>
                                          <p:attrName>style.visibility</p:attrName>
                                        </p:attrNameLst>
                                      </p:cBhvr>
                                      <p:to>
                                        <p:strVal val="visible"/>
                                      </p:to>
                                    </p:set>
                                  </p:childTnLst>
                                </p:cTn>
                              </p:par>
                              <p:par>
                                <p:cTn id="368" presetID="10" presetClass="entr" presetSubtype="0" fill="hold" nodeType="withEffect">
                                  <p:stCondLst>
                                    <p:cond delay="950"/>
                                  </p:stCondLst>
                                  <p:childTnLst>
                                    <p:animEffect transition="in" filter="fade">
                                      <p:cBhvr>
                                        <p:cTn id="369" dur="300"/>
                                        <p:tgtEl>
                                          <p:spTgt spid="14055"/>
                                        </p:tgtEl>
                                      </p:cBhvr>
                                    </p:animEffect>
                                    <p:set>
                                      <p:cBhvr>
                                        <p:cTn id="370" dur="1" fill="hold">
                                          <p:stCondLst>
                                            <p:cond delay="0"/>
                                          </p:stCondLst>
                                        </p:cTn>
                                        <p:tgtEl>
                                          <p:spTgt spid="14055"/>
                                        </p:tgtEl>
                                        <p:attrNameLst>
                                          <p:attrName>style.visibility</p:attrName>
                                        </p:attrNameLst>
                                      </p:cBhvr>
                                      <p:to>
                                        <p:strVal val="visible"/>
                                      </p:to>
                                    </p:set>
                                  </p:childTnLst>
                                </p:cTn>
                              </p:par>
                              <p:par>
                                <p:cTn id="371" presetID="10" presetClass="entr" presetSubtype="0" fill="hold" nodeType="withEffect">
                                  <p:stCondLst>
                                    <p:cond delay="950"/>
                                  </p:stCondLst>
                                  <p:childTnLst>
                                    <p:animEffect transition="in" filter="fade">
                                      <p:cBhvr>
                                        <p:cTn id="372" dur="300"/>
                                        <p:tgtEl>
                                          <p:spTgt spid="14056"/>
                                        </p:tgtEl>
                                      </p:cBhvr>
                                    </p:animEffect>
                                    <p:set>
                                      <p:cBhvr>
                                        <p:cTn id="373" dur="1" fill="hold">
                                          <p:stCondLst>
                                            <p:cond delay="0"/>
                                          </p:stCondLst>
                                        </p:cTn>
                                        <p:tgtEl>
                                          <p:spTgt spid="14056"/>
                                        </p:tgtEl>
                                        <p:attrNameLst>
                                          <p:attrName>style.visibility</p:attrName>
                                        </p:attrNameLst>
                                      </p:cBhvr>
                                      <p:to>
                                        <p:strVal val="visible"/>
                                      </p:to>
                                    </p:set>
                                  </p:childTnLst>
                                </p:cTn>
                              </p:par>
                              <p:par>
                                <p:cTn id="374" presetID="10" presetClass="entr" presetSubtype="0" fill="hold" nodeType="withEffect">
                                  <p:stCondLst>
                                    <p:cond delay="950"/>
                                  </p:stCondLst>
                                  <p:childTnLst>
                                    <p:animEffect transition="in" filter="fade">
                                      <p:cBhvr>
                                        <p:cTn id="375" dur="300"/>
                                        <p:tgtEl>
                                          <p:spTgt spid="14057"/>
                                        </p:tgtEl>
                                      </p:cBhvr>
                                    </p:animEffect>
                                    <p:set>
                                      <p:cBhvr>
                                        <p:cTn id="376" dur="1" fill="hold">
                                          <p:stCondLst>
                                            <p:cond delay="0"/>
                                          </p:stCondLst>
                                        </p:cTn>
                                        <p:tgtEl>
                                          <p:spTgt spid="14057"/>
                                        </p:tgtEl>
                                        <p:attrNameLst>
                                          <p:attrName>style.visibility</p:attrName>
                                        </p:attrNameLst>
                                      </p:cBhvr>
                                      <p:to>
                                        <p:strVal val="visible"/>
                                      </p:to>
                                    </p:set>
                                  </p:childTnLst>
                                </p:cTn>
                              </p:par>
                              <p:par>
                                <p:cTn id="377" presetID="10" presetClass="entr" presetSubtype="0" fill="hold" nodeType="withEffect">
                                  <p:stCondLst>
                                    <p:cond delay="0"/>
                                  </p:stCondLst>
                                  <p:childTnLst>
                                    <p:animEffect transition="in" filter="fade">
                                      <p:cBhvr>
                                        <p:cTn id="378" dur="300"/>
                                        <p:tgtEl>
                                          <p:spTgt spid="14058"/>
                                        </p:tgtEl>
                                      </p:cBhvr>
                                    </p:animEffect>
                                    <p:set>
                                      <p:cBhvr>
                                        <p:cTn id="379" dur="1" fill="hold">
                                          <p:stCondLst>
                                            <p:cond delay="0"/>
                                          </p:stCondLst>
                                        </p:cTn>
                                        <p:tgtEl>
                                          <p:spTgt spid="14058"/>
                                        </p:tgtEl>
                                        <p:attrNameLst>
                                          <p:attrName>style.visibility</p:attrName>
                                        </p:attrNameLst>
                                      </p:cBhvr>
                                      <p:to>
                                        <p:strVal val="visible"/>
                                      </p:to>
                                    </p:set>
                                  </p:childTnLst>
                                </p:cTn>
                              </p:par>
                            </p:childTnLst>
                          </p:cTn>
                        </p:par>
                      </p:childTnLst>
                    </p:cTn>
                  </p:par>
                  <p:par>
                    <p:cTn id="442" fill="hold">
                      <p:stCondLst>
                        <p:cond delay="indefinite"/>
                      </p:stCondLst>
                      <p:childTnLst>
                        <p:par>
                          <p:cTn id="443" fill="hold">
                            <p:stCondLst>
                              <p:cond delay="0"/>
                            </p:stCondLst>
                            <p:childTnLst>
                              <p:par>
                                <p:cTn id="382" presetID="10" presetClass="exit" presetSubtype="0" fill="hold" nodeType="clickEffect">
                                  <p:stCondLst>
                                    <p:cond delay="0"/>
                                  </p:stCondLst>
                                  <p:childTnLst>
                                    <p:animEffect transition="out" filter="fade">
                                      <p:cBhvr>
                                        <p:cTn id="383" dur="200"/>
                                        <p:tgtEl>
                                          <p:spTgt spid="14058"/>
                                        </p:tgtEl>
                                      </p:cBhvr>
                                    </p:animEffect>
                                    <p:set>
                                      <p:cBhvr>
                                        <p:cTn id="384" dur="1" fill="hold">
                                          <p:stCondLst>
                                            <p:cond delay="199"/>
                                          </p:stCondLst>
                                        </p:cTn>
                                        <p:tgtEl>
                                          <p:spTgt spid="14058"/>
                                        </p:tgtEl>
                                        <p:attrNameLst>
                                          <p:attrName>style.visibility</p:attrName>
                                        </p:attrNameLst>
                                      </p:cBhvr>
                                      <p:to>
                                        <p:strVal val="hidden"/>
                                      </p:to>
                                    </p:set>
                                  </p:childTnLst>
                                </p:cTn>
                              </p:par>
                              <p:par>
                                <p:cTn id="385" presetID="10" presetClass="exit" presetSubtype="0" fill="hold" nodeType="withEffect">
                                  <p:stCondLst>
                                    <p:cond delay="450"/>
                                  </p:stCondLst>
                                  <p:childTnLst>
                                    <p:animEffect transition="out" filter="fade">
                                      <p:cBhvr>
                                        <p:cTn id="386" dur="250"/>
                                        <p:tgtEl>
                                          <p:spTgt spid="14048"/>
                                        </p:tgtEl>
                                      </p:cBhvr>
                                    </p:animEffect>
                                    <p:set>
                                      <p:cBhvr>
                                        <p:cTn id="387" dur="1" fill="hold">
                                          <p:stCondLst>
                                            <p:cond delay="249"/>
                                          </p:stCondLst>
                                        </p:cTn>
                                        <p:tgtEl>
                                          <p:spTgt spid="14048"/>
                                        </p:tgtEl>
                                        <p:attrNameLst>
                                          <p:attrName>style.visibility</p:attrName>
                                        </p:attrNameLst>
                                      </p:cBhvr>
                                      <p:to>
                                        <p:strVal val="hidden"/>
                                      </p:to>
                                    </p:set>
                                  </p:childTnLst>
                                </p:cTn>
                              </p:par>
                              <p:par>
                                <p:cTn id="388" presetID="10" presetClass="exit" presetSubtype="0" fill="hold" nodeType="withEffect">
                                  <p:stCondLst>
                                    <p:cond delay="0"/>
                                  </p:stCondLst>
                                  <p:childTnLst>
                                    <p:animEffect transition="out" filter="fade">
                                      <p:cBhvr>
                                        <p:cTn id="389" dur="250"/>
                                        <p:tgtEl>
                                          <p:spTgt spid="14049"/>
                                        </p:tgtEl>
                                      </p:cBhvr>
                                    </p:animEffect>
                                    <p:set>
                                      <p:cBhvr>
                                        <p:cTn id="390" dur="1" fill="hold">
                                          <p:stCondLst>
                                            <p:cond delay="249"/>
                                          </p:stCondLst>
                                        </p:cTn>
                                        <p:tgtEl>
                                          <p:spTgt spid="14049"/>
                                        </p:tgtEl>
                                        <p:attrNameLst>
                                          <p:attrName>style.visibility</p:attrName>
                                        </p:attrNameLst>
                                      </p:cBhvr>
                                      <p:to>
                                        <p:strVal val="hidden"/>
                                      </p:to>
                                    </p:set>
                                  </p:childTnLst>
                                </p:cTn>
                              </p:par>
                              <p:par>
                                <p:cTn id="391" presetID="10" presetClass="exit" presetSubtype="0" fill="hold" nodeType="withEffect">
                                  <p:stCondLst>
                                    <p:cond delay="0"/>
                                  </p:stCondLst>
                                  <p:childTnLst>
                                    <p:animEffect transition="out" filter="fade">
                                      <p:cBhvr>
                                        <p:cTn id="392" dur="250"/>
                                        <p:tgtEl>
                                          <p:spTgt spid="14050"/>
                                        </p:tgtEl>
                                      </p:cBhvr>
                                    </p:animEffect>
                                    <p:set>
                                      <p:cBhvr>
                                        <p:cTn id="393" dur="1" fill="hold">
                                          <p:stCondLst>
                                            <p:cond delay="249"/>
                                          </p:stCondLst>
                                        </p:cTn>
                                        <p:tgtEl>
                                          <p:spTgt spid="14050"/>
                                        </p:tgtEl>
                                        <p:attrNameLst>
                                          <p:attrName>style.visibility</p:attrName>
                                        </p:attrNameLst>
                                      </p:cBhvr>
                                      <p:to>
                                        <p:strVal val="hidden"/>
                                      </p:to>
                                    </p:set>
                                  </p:childTnLst>
                                </p:cTn>
                              </p:par>
                              <p:par>
                                <p:cTn id="394" presetID="10" presetClass="exit" presetSubtype="0" fill="hold" nodeType="withEffect">
                                  <p:stCondLst>
                                    <p:cond delay="0"/>
                                  </p:stCondLst>
                                  <p:childTnLst>
                                    <p:animEffect transition="out" filter="fade">
                                      <p:cBhvr>
                                        <p:cTn id="395" dur="250"/>
                                        <p:tgtEl>
                                          <p:spTgt spid="14051"/>
                                        </p:tgtEl>
                                      </p:cBhvr>
                                    </p:animEffect>
                                    <p:set>
                                      <p:cBhvr>
                                        <p:cTn id="396" dur="1" fill="hold">
                                          <p:stCondLst>
                                            <p:cond delay="249"/>
                                          </p:stCondLst>
                                        </p:cTn>
                                        <p:tgtEl>
                                          <p:spTgt spid="14051"/>
                                        </p:tgtEl>
                                        <p:attrNameLst>
                                          <p:attrName>style.visibility</p:attrName>
                                        </p:attrNameLst>
                                      </p:cBhvr>
                                      <p:to>
                                        <p:strVal val="hidden"/>
                                      </p:to>
                                    </p:set>
                                  </p:childTnLst>
                                </p:cTn>
                              </p:par>
                              <p:par>
                                <p:cTn id="397" presetID="10" presetClass="exit" presetSubtype="0" fill="hold" nodeType="withEffect">
                                  <p:stCondLst>
                                    <p:cond delay="450"/>
                                  </p:stCondLst>
                                  <p:childTnLst>
                                    <p:animEffect transition="out" filter="fade">
                                      <p:cBhvr>
                                        <p:cTn id="398" dur="250"/>
                                        <p:tgtEl>
                                          <p:spTgt spid="14052"/>
                                        </p:tgtEl>
                                      </p:cBhvr>
                                    </p:animEffect>
                                    <p:set>
                                      <p:cBhvr>
                                        <p:cTn id="399" dur="1" fill="hold">
                                          <p:stCondLst>
                                            <p:cond delay="249"/>
                                          </p:stCondLst>
                                        </p:cTn>
                                        <p:tgtEl>
                                          <p:spTgt spid="14052"/>
                                        </p:tgtEl>
                                        <p:attrNameLst>
                                          <p:attrName>style.visibility</p:attrName>
                                        </p:attrNameLst>
                                      </p:cBhvr>
                                      <p:to>
                                        <p:strVal val="hidden"/>
                                      </p:to>
                                    </p:set>
                                  </p:childTnLst>
                                </p:cTn>
                              </p:par>
                              <p:par>
                                <p:cTn id="400" presetID="10" presetClass="exit" presetSubtype="0" fill="hold" nodeType="withEffect">
                                  <p:stCondLst>
                                    <p:cond delay="450"/>
                                  </p:stCondLst>
                                  <p:childTnLst>
                                    <p:animEffect transition="out" filter="fade">
                                      <p:cBhvr>
                                        <p:cTn id="401" dur="250"/>
                                        <p:tgtEl>
                                          <p:spTgt spid="14053"/>
                                        </p:tgtEl>
                                      </p:cBhvr>
                                    </p:animEffect>
                                    <p:set>
                                      <p:cBhvr>
                                        <p:cTn id="402" dur="1" fill="hold">
                                          <p:stCondLst>
                                            <p:cond delay="249"/>
                                          </p:stCondLst>
                                        </p:cTn>
                                        <p:tgtEl>
                                          <p:spTgt spid="14053"/>
                                        </p:tgtEl>
                                        <p:attrNameLst>
                                          <p:attrName>style.visibility</p:attrName>
                                        </p:attrNameLst>
                                      </p:cBhvr>
                                      <p:to>
                                        <p:strVal val="hidden"/>
                                      </p:to>
                                    </p:set>
                                  </p:childTnLst>
                                </p:cTn>
                              </p:par>
                              <p:par>
                                <p:cTn id="403" presetID="10" presetClass="exit" presetSubtype="0" fill="hold" nodeType="withEffect">
                                  <p:stCondLst>
                                    <p:cond delay="450"/>
                                  </p:stCondLst>
                                  <p:childTnLst>
                                    <p:animEffect transition="out" filter="fade">
                                      <p:cBhvr>
                                        <p:cTn id="404" dur="250"/>
                                        <p:tgtEl>
                                          <p:spTgt spid="14054"/>
                                        </p:tgtEl>
                                      </p:cBhvr>
                                    </p:animEffect>
                                    <p:set>
                                      <p:cBhvr>
                                        <p:cTn id="405" dur="1" fill="hold">
                                          <p:stCondLst>
                                            <p:cond delay="249"/>
                                          </p:stCondLst>
                                        </p:cTn>
                                        <p:tgtEl>
                                          <p:spTgt spid="14054"/>
                                        </p:tgtEl>
                                        <p:attrNameLst>
                                          <p:attrName>style.visibility</p:attrName>
                                        </p:attrNameLst>
                                      </p:cBhvr>
                                      <p:to>
                                        <p:strVal val="hidden"/>
                                      </p:to>
                                    </p:set>
                                  </p:childTnLst>
                                </p:cTn>
                              </p:par>
                              <p:par>
                                <p:cTn id="406" presetID="10" presetClass="exit" presetSubtype="0" fill="hold" nodeType="withEffect">
                                  <p:stCondLst>
                                    <p:cond delay="450"/>
                                  </p:stCondLst>
                                  <p:childTnLst>
                                    <p:animEffect transition="out" filter="fade">
                                      <p:cBhvr>
                                        <p:cTn id="407" dur="250"/>
                                        <p:tgtEl>
                                          <p:spTgt spid="14055"/>
                                        </p:tgtEl>
                                      </p:cBhvr>
                                    </p:animEffect>
                                    <p:set>
                                      <p:cBhvr>
                                        <p:cTn id="408" dur="1" fill="hold">
                                          <p:stCondLst>
                                            <p:cond delay="249"/>
                                          </p:stCondLst>
                                        </p:cTn>
                                        <p:tgtEl>
                                          <p:spTgt spid="14055"/>
                                        </p:tgtEl>
                                        <p:attrNameLst>
                                          <p:attrName>style.visibility</p:attrName>
                                        </p:attrNameLst>
                                      </p:cBhvr>
                                      <p:to>
                                        <p:strVal val="hidden"/>
                                      </p:to>
                                    </p:set>
                                  </p:childTnLst>
                                </p:cTn>
                              </p:par>
                              <p:par>
                                <p:cTn id="409" presetID="10" presetClass="exit" presetSubtype="0" fill="hold" nodeType="withEffect">
                                  <p:stCondLst>
                                    <p:cond delay="450"/>
                                  </p:stCondLst>
                                  <p:childTnLst>
                                    <p:animEffect transition="out" filter="fade">
                                      <p:cBhvr>
                                        <p:cTn id="410" dur="250"/>
                                        <p:tgtEl>
                                          <p:spTgt spid="14056"/>
                                        </p:tgtEl>
                                      </p:cBhvr>
                                    </p:animEffect>
                                    <p:set>
                                      <p:cBhvr>
                                        <p:cTn id="411" dur="1" fill="hold">
                                          <p:stCondLst>
                                            <p:cond delay="249"/>
                                          </p:stCondLst>
                                        </p:cTn>
                                        <p:tgtEl>
                                          <p:spTgt spid="14056"/>
                                        </p:tgtEl>
                                        <p:attrNameLst>
                                          <p:attrName>style.visibility</p:attrName>
                                        </p:attrNameLst>
                                      </p:cBhvr>
                                      <p:to>
                                        <p:strVal val="hidden"/>
                                      </p:to>
                                    </p:set>
                                  </p:childTnLst>
                                </p:cTn>
                              </p:par>
                              <p:par>
                                <p:cTn id="412" presetID="10" presetClass="exit" presetSubtype="0" fill="hold" nodeType="withEffect">
                                  <p:stCondLst>
                                    <p:cond delay="450"/>
                                  </p:stCondLst>
                                  <p:childTnLst>
                                    <p:animEffect transition="out" filter="fade">
                                      <p:cBhvr>
                                        <p:cTn id="413" dur="250"/>
                                        <p:tgtEl>
                                          <p:spTgt spid="14057"/>
                                        </p:tgtEl>
                                      </p:cBhvr>
                                    </p:animEffect>
                                    <p:set>
                                      <p:cBhvr>
                                        <p:cTn id="414" dur="1" fill="hold">
                                          <p:stCondLst>
                                            <p:cond delay="249"/>
                                          </p:stCondLst>
                                        </p:cTn>
                                        <p:tgtEl>
                                          <p:spTgt spid="14057"/>
                                        </p:tgtEl>
                                        <p:attrNameLst>
                                          <p:attrName>style.visibility</p:attrName>
                                        </p:attrNameLst>
                                      </p:cBhvr>
                                      <p:to>
                                        <p:strVal val="hidden"/>
                                      </p:to>
                                    </p:set>
                                  </p:childTnLst>
                                </p:cTn>
                              </p:par>
                              <p:par>
                                <p:cTn id="415" presetID="10" presetClass="entr" presetSubtype="0" fill="hold" nodeType="withEffect">
                                  <p:stCondLst>
                                    <p:cond delay="450"/>
                                  </p:stCondLst>
                                  <p:childTnLst>
                                    <p:animEffect transition="in" filter="fade">
                                      <p:cBhvr>
                                        <p:cTn id="416" dur="300"/>
                                        <p:tgtEl>
                                          <p:spTgt spid="14059"/>
                                        </p:tgtEl>
                                      </p:cBhvr>
                                    </p:animEffect>
                                    <p:set>
                                      <p:cBhvr>
                                        <p:cTn id="417" dur="1" fill="hold">
                                          <p:stCondLst>
                                            <p:cond delay="0"/>
                                          </p:stCondLst>
                                        </p:cTn>
                                        <p:tgtEl>
                                          <p:spTgt spid="14059"/>
                                        </p:tgtEl>
                                        <p:attrNameLst>
                                          <p:attrName>style.visibility</p:attrName>
                                        </p:attrNameLst>
                                      </p:cBhvr>
                                      <p:to>
                                        <p:strVal val="visible"/>
                                      </p:to>
                                    </p:set>
                                  </p:childTnLst>
                                </p:cTn>
                              </p:par>
                              <p:par>
                                <p:cTn id="418" presetID="10" presetClass="entr" presetSubtype="0" fill="hold" nodeType="withEffect">
                                  <p:stCondLst>
                                    <p:cond delay="450"/>
                                  </p:stCondLst>
                                  <p:childTnLst>
                                    <p:animEffect transition="in" filter="fade">
                                      <p:cBhvr>
                                        <p:cTn id="419" dur="300"/>
                                        <p:tgtEl>
                                          <p:spTgt spid="14060"/>
                                        </p:tgtEl>
                                      </p:cBhvr>
                                    </p:animEffect>
                                    <p:set>
                                      <p:cBhvr>
                                        <p:cTn id="420" dur="1" fill="hold">
                                          <p:stCondLst>
                                            <p:cond delay="0"/>
                                          </p:stCondLst>
                                        </p:cTn>
                                        <p:tgtEl>
                                          <p:spTgt spid="14060"/>
                                        </p:tgtEl>
                                        <p:attrNameLst>
                                          <p:attrName>style.visibility</p:attrName>
                                        </p:attrNameLst>
                                      </p:cBhvr>
                                      <p:to>
                                        <p:strVal val="visible"/>
                                      </p:to>
                                    </p:set>
                                  </p:childTnLst>
                                </p:cTn>
                              </p:par>
                              <p:par>
                                <p:cTn id="421" presetID="10" presetClass="entr" presetSubtype="0" fill="hold" nodeType="withEffect">
                                  <p:stCondLst>
                                    <p:cond delay="450"/>
                                  </p:stCondLst>
                                  <p:childTnLst>
                                    <p:animEffect transition="in" filter="fade">
                                      <p:cBhvr>
                                        <p:cTn id="422" dur="300"/>
                                        <p:tgtEl>
                                          <p:spTgt spid="14061"/>
                                        </p:tgtEl>
                                      </p:cBhvr>
                                    </p:animEffect>
                                    <p:set>
                                      <p:cBhvr>
                                        <p:cTn id="423" dur="1" fill="hold">
                                          <p:stCondLst>
                                            <p:cond delay="0"/>
                                          </p:stCondLst>
                                        </p:cTn>
                                        <p:tgtEl>
                                          <p:spTgt spid="14061"/>
                                        </p:tgtEl>
                                        <p:attrNameLst>
                                          <p:attrName>style.visibility</p:attrName>
                                        </p:attrNameLst>
                                      </p:cBhvr>
                                      <p:to>
                                        <p:strVal val="visible"/>
                                      </p:to>
                                    </p:set>
                                  </p:childTnLst>
                                </p:cTn>
                              </p:par>
                              <p:par>
                                <p:cTn id="424" presetID="10" presetClass="entr" presetSubtype="0" fill="hold" nodeType="withEffect">
                                  <p:stCondLst>
                                    <p:cond delay="450"/>
                                  </p:stCondLst>
                                  <p:childTnLst>
                                    <p:animEffect transition="in" filter="fade">
                                      <p:cBhvr>
                                        <p:cTn id="425" dur="300"/>
                                        <p:tgtEl>
                                          <p:spTgt spid="14062"/>
                                        </p:tgtEl>
                                      </p:cBhvr>
                                    </p:animEffect>
                                    <p:set>
                                      <p:cBhvr>
                                        <p:cTn id="426" dur="1" fill="hold">
                                          <p:stCondLst>
                                            <p:cond delay="0"/>
                                          </p:stCondLst>
                                        </p:cTn>
                                        <p:tgtEl>
                                          <p:spTgt spid="14062"/>
                                        </p:tgtEl>
                                        <p:attrNameLst>
                                          <p:attrName>style.visibility</p:attrName>
                                        </p:attrNameLst>
                                      </p:cBhvr>
                                      <p:to>
                                        <p:strVal val="visible"/>
                                      </p:to>
                                    </p:set>
                                  </p:childTnLst>
                                </p:cTn>
                              </p:par>
                              <p:par>
                                <p:cTn id="427" presetID="10" presetClass="entr" presetSubtype="0" fill="hold" nodeType="withEffect">
                                  <p:stCondLst>
                                    <p:cond delay="450"/>
                                  </p:stCondLst>
                                  <p:childTnLst>
                                    <p:animEffect transition="in" filter="fade">
                                      <p:cBhvr>
                                        <p:cTn id="428" dur="300"/>
                                        <p:tgtEl>
                                          <p:spTgt spid="14063"/>
                                        </p:tgtEl>
                                      </p:cBhvr>
                                    </p:animEffect>
                                    <p:set>
                                      <p:cBhvr>
                                        <p:cTn id="429" dur="1" fill="hold">
                                          <p:stCondLst>
                                            <p:cond delay="0"/>
                                          </p:stCondLst>
                                        </p:cTn>
                                        <p:tgtEl>
                                          <p:spTgt spid="14063"/>
                                        </p:tgtEl>
                                        <p:attrNameLst>
                                          <p:attrName>style.visibility</p:attrName>
                                        </p:attrNameLst>
                                      </p:cBhvr>
                                      <p:to>
                                        <p:strVal val="visible"/>
                                      </p:to>
                                    </p:set>
                                  </p:childTnLst>
                                </p:cTn>
                              </p:par>
                              <p:par>
                                <p:cTn id="430" presetID="10" presetClass="entr" presetSubtype="0" fill="hold" nodeType="withEffect">
                                  <p:stCondLst>
                                    <p:cond delay="450"/>
                                  </p:stCondLst>
                                  <p:childTnLst>
                                    <p:animEffect transition="in" filter="fade">
                                      <p:cBhvr>
                                        <p:cTn id="431" dur="300"/>
                                        <p:tgtEl>
                                          <p:spTgt spid="14064"/>
                                        </p:tgtEl>
                                      </p:cBhvr>
                                    </p:animEffect>
                                    <p:set>
                                      <p:cBhvr>
                                        <p:cTn id="432" dur="1" fill="hold">
                                          <p:stCondLst>
                                            <p:cond delay="0"/>
                                          </p:stCondLst>
                                        </p:cTn>
                                        <p:tgtEl>
                                          <p:spTgt spid="14064"/>
                                        </p:tgtEl>
                                        <p:attrNameLst>
                                          <p:attrName>style.visibility</p:attrName>
                                        </p:attrNameLst>
                                      </p:cBhvr>
                                      <p:to>
                                        <p:strVal val="visible"/>
                                      </p:to>
                                    </p:set>
                                  </p:childTnLst>
                                </p:cTn>
                              </p:par>
                              <p:par>
                                <p:cTn id="433" presetID="10" presetClass="entr" presetSubtype="0" fill="hold" nodeType="withEffect">
                                  <p:stCondLst>
                                    <p:cond delay="450"/>
                                  </p:stCondLst>
                                  <p:childTnLst>
                                    <p:animEffect transition="in" filter="fade">
                                      <p:cBhvr>
                                        <p:cTn id="434" dur="300"/>
                                        <p:tgtEl>
                                          <p:spTgt spid="14065"/>
                                        </p:tgtEl>
                                      </p:cBhvr>
                                    </p:animEffect>
                                    <p:set>
                                      <p:cBhvr>
                                        <p:cTn id="435" dur="1" fill="hold">
                                          <p:stCondLst>
                                            <p:cond delay="0"/>
                                          </p:stCondLst>
                                        </p:cTn>
                                        <p:tgtEl>
                                          <p:spTgt spid="14065"/>
                                        </p:tgtEl>
                                        <p:attrNameLst>
                                          <p:attrName>style.visibility</p:attrName>
                                        </p:attrNameLst>
                                      </p:cBhvr>
                                      <p:to>
                                        <p:strVal val="visible"/>
                                      </p:to>
                                    </p:set>
                                  </p:childTnLst>
                                </p:cTn>
                              </p:par>
                              <p:par>
                                <p:cTn id="436" presetID="10" presetClass="entr" presetSubtype="0" fill="hold" nodeType="withEffect">
                                  <p:stCondLst>
                                    <p:cond delay="450"/>
                                  </p:stCondLst>
                                  <p:childTnLst>
                                    <p:animEffect transition="in" filter="fade">
                                      <p:cBhvr>
                                        <p:cTn id="437" dur="300"/>
                                        <p:tgtEl>
                                          <p:spTgt spid="14066"/>
                                        </p:tgtEl>
                                      </p:cBhvr>
                                    </p:animEffect>
                                    <p:set>
                                      <p:cBhvr>
                                        <p:cTn id="438" dur="1" fill="hold">
                                          <p:stCondLst>
                                            <p:cond delay="0"/>
                                          </p:stCondLst>
                                        </p:cTn>
                                        <p:tgtEl>
                                          <p:spTgt spid="14066"/>
                                        </p:tgtEl>
                                        <p:attrNameLst>
                                          <p:attrName>style.visibility</p:attrName>
                                        </p:attrNameLst>
                                      </p:cBhvr>
                                      <p:to>
                                        <p:strVal val="visible"/>
                                      </p:to>
                                    </p:set>
                                  </p:childTnLst>
                                </p:cTn>
                              </p:par>
                              <p:par>
                                <p:cTn id="439" presetID="10" presetClass="entr" presetSubtype="0" fill="hold" nodeType="withEffect">
                                  <p:stCondLst>
                                    <p:cond delay="0"/>
                                  </p:stCondLst>
                                  <p:childTnLst>
                                    <p:animEffect transition="in" filter="fade">
                                      <p:cBhvr>
                                        <p:cTn id="440" dur="300"/>
                                        <p:tgtEl>
                                          <p:spTgt spid="14067"/>
                                        </p:tgtEl>
                                      </p:cBhvr>
                                    </p:animEffect>
                                    <p:set>
                                      <p:cBhvr>
                                        <p:cTn id="441" dur="1" fill="hold">
                                          <p:stCondLst>
                                            <p:cond delay="0"/>
                                          </p:stCondLst>
                                        </p:cTn>
                                        <p:tgtEl>
                                          <p:spTgt spid="140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5708</TotalTime>
  <Words>8271</Words>
  <Application>Microsoft Office PowerPoint</Application>
  <PresentationFormat>On-screen Show (16:9)</PresentationFormat>
  <Paragraphs>1122</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55</cp:revision>
  <dcterms:created xsi:type="dcterms:W3CDTF">2019-11-27T15:26:32Z</dcterms:created>
  <dcterms:modified xsi:type="dcterms:W3CDTF">2026-09-27T21:29:22Z</dcterms:modified>
</cp:coreProperties>
</file>