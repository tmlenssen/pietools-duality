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35" name="Full D 2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Transpose the filter matrix</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