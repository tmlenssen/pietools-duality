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77" r:id="rId4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full_image144.png"/><Relationship Id="rId13" Type="http://schemas.openxmlformats.org/officeDocument/2006/relationships/image" Target="../media/slide43full_image149.png"/><Relationship Id="rId18" Type="http://schemas.openxmlformats.org/officeDocument/2006/relationships/image" Target="../media/slide43full_image155.png"/><Relationship Id="rId26" Type="http://schemas.openxmlformats.org/officeDocument/2006/relationships/image" Target="../media/slide43full_image163.png"/><Relationship Id="rId3" Type="http://schemas.openxmlformats.org/officeDocument/2006/relationships/image" Target="../media/slide43full_image140.png"/><Relationship Id="rId21" Type="http://schemas.openxmlformats.org/officeDocument/2006/relationships/image" Target="../media/slide43full_image158.png"/><Relationship Id="rId7" Type="http://schemas.openxmlformats.org/officeDocument/2006/relationships/image" Target="../media/slide43full_image143.png"/><Relationship Id="rId12" Type="http://schemas.openxmlformats.org/officeDocument/2006/relationships/image" Target="../media/slide43full_image148.png"/><Relationship Id="rId17" Type="http://schemas.openxmlformats.org/officeDocument/2006/relationships/image" Target="../media/slide43full_image154.png"/><Relationship Id="rId25" Type="http://schemas.openxmlformats.org/officeDocument/2006/relationships/image" Target="../media/slide43full_image162.png"/><Relationship Id="rId2" Type="http://schemas.openxmlformats.org/officeDocument/2006/relationships/notesSlide" Target="../notesSlides/notesSlide36.xml"/><Relationship Id="rId16" Type="http://schemas.openxmlformats.org/officeDocument/2006/relationships/image" Target="../media/slide43full_image153.png"/><Relationship Id="rId20" Type="http://schemas.openxmlformats.org/officeDocument/2006/relationships/image" Target="../media/slide43full_image157.png"/><Relationship Id="rId29" Type="http://schemas.openxmlformats.org/officeDocument/2006/relationships/image" Target="../media/slide43full_image166.png"/><Relationship Id="rId1" Type="http://schemas.openxmlformats.org/officeDocument/2006/relationships/slideLayout" Target="../slideLayouts/slideLayout12.xml"/><Relationship Id="rId6" Type="http://schemas.openxmlformats.org/officeDocument/2006/relationships/image" Target="../media/slide43full_slide43animated_slide43theta_image143.png"/><Relationship Id="rId11" Type="http://schemas.openxmlformats.org/officeDocument/2006/relationships/image" Target="../media/slide43full_image147.png"/><Relationship Id="rId24" Type="http://schemas.openxmlformats.org/officeDocument/2006/relationships/image" Target="../media/slide43full_image161.png"/><Relationship Id="rId5" Type="http://schemas.openxmlformats.org/officeDocument/2006/relationships/image" Target="../media/slide43full_image142.png"/><Relationship Id="rId15" Type="http://schemas.openxmlformats.org/officeDocument/2006/relationships/image" Target="../media/slide43full_image152.png"/><Relationship Id="rId23" Type="http://schemas.openxmlformats.org/officeDocument/2006/relationships/image" Target="../media/slide43full_image160.png"/><Relationship Id="rId28" Type="http://schemas.openxmlformats.org/officeDocument/2006/relationships/image" Target="../media/slide43full_image165.png"/><Relationship Id="rId10" Type="http://schemas.openxmlformats.org/officeDocument/2006/relationships/image" Target="../media/slide43full_image146.png"/><Relationship Id="rId19" Type="http://schemas.openxmlformats.org/officeDocument/2006/relationships/image" Target="../media/slide43full_image156.png"/><Relationship Id="rId31" Type="http://schemas.openxmlformats.org/officeDocument/2006/relationships/image" Target="../media/slide43full_image168.png"/><Relationship Id="rId4" Type="http://schemas.openxmlformats.org/officeDocument/2006/relationships/image" Target="../media/slide43full_image141.png"/><Relationship Id="rId9" Type="http://schemas.openxmlformats.org/officeDocument/2006/relationships/image" Target="../media/slide43full_image145.png"/><Relationship Id="rId14" Type="http://schemas.openxmlformats.org/officeDocument/2006/relationships/image" Target="../media/slide43full_image151.png"/><Relationship Id="rId22" Type="http://schemas.openxmlformats.org/officeDocument/2006/relationships/image" Target="../media/slide43full_image159.png"/><Relationship Id="rId27" Type="http://schemas.openxmlformats.org/officeDocument/2006/relationships/image" Target="../media/slide43full_image164.png"/><Relationship Id="rId30" Type="http://schemas.openxmlformats.org/officeDocument/2006/relationships/image" Target="../media/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7.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9.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8.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1.png"/></Relationships>
</file>

<file path=ppt/slides/_rels/slide58.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2.png"/></Relationships>
</file>

<file path=ppt/slides/_rels/slide5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xmlns:m="http://schemas.openxmlformats.org/officeDocument/2006/math" xmlns="">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Transposing moves the controller block to the wrong position.</a:t>
            </a:r>
            <a:endParaRPr sz="170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mc:Choice xmlns:a14="http://schemas.microsoft.com/office/drawing/2010/main"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a:rPr sz="2600">
                              <a:solidFill>
                                <a:srgbClr val="252529"/>
                              </a:solidFill>
                              <a:latin typeface="Cambria Math"/>
                            </a:rPr>
                            <m:t>𝛩</m:t>
                          </m:r>
                        </m:e>
                        <m:sup>
                          <m:r>
                            <a:rPr sz="2600">
                              <a:solidFill>
                                <a:srgbClr val="252529"/>
                              </a:solidFill>
                              <a:latin typeface="Cambria Math"/>
                            </a:rPr>
                            <m:t>∗</m:t>
                          </m:r>
                        </m:sup>
                      </m:sSup>
                    </m:oMath>
                  </m:oMathPara>
                </a14:m>
                <a:endParaRPr sz="2600"/>
              </a:p>
            </p:txBody>
          </p:sp>
        </mc:Choice>
        <mc:Fallback>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p:sp>
        <p:nvSpPr>
          <p:cNvPr id="14008" name="Full D 0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Start from the full dual operation</a:t>
            </a:r>
            <a:endParaRPr sz="1600"/>
          </a:p>
        </p:txBody>
      </p:sp>
      <mc:AlternateContent xmlns:mc="http://schemas.openxmlformats.org/markup-compatibility/2006">
        <mc:Choice xmlns:a14="http://schemas.microsoft.com/office/drawing/2010/main"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mc:Choice xmlns:a14="http://schemas.microsoft.com/office/drawing/2010/main"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p:sp>
        <p:nvSpPr>
          <p:cNvPr id="14022" name="Full D 1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Substitute the filter into the full expression</a:t>
            </a:r>
            <a:endParaRPr sz="1600"/>
          </a:p>
        </p:txBody>
      </p:sp>
      <mc:AlternateContent xmlns:mc="http://schemas.openxmlformats.org/markup-compatibility/2006">
        <mc:Choice xmlns:a14="http://schemas.microsoft.com/office/drawing/2010/main"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35" name="Full D 2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Transpose the filter matrix</a:t>
            </a:r>
            <a:endParaRPr sz="1600"/>
          </a:p>
        </p:txBody>
      </p:sp>
      <mc:AlternateContent xmlns:mc="http://schemas.openxmlformats.org/markup-compatibility/2006">
        <mc:Choice xmlns:a14="http://schemas.microsoft.com/office/drawing/2010/main"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m:rPr>
                          <m:sty m:val="p"/>
                        </m:rPr>
                        <a:rPr sz="2300">
                          <a:solidFill>
                            <a:srgbClr val="C81919"/>
                          </a:solidFill>
                          <a:latin typeface="Cambria Math"/>
                        </a:rPr>
                        <m:t>I</m:t>
                      </m:r>
                    </m:oMath>
                  </m:oMathPara>
                </a14:m>
                <a:endParaRPr sz="2300"/>
              </a:p>
            </p:txBody>
          </p:sp>
        </mc:Choice>
        <mc:Fallback>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47" name="Full D 3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Multiply by the matrix on the left</a:t>
            </a:r>
            <a:endParaRPr sz="1600"/>
          </a:p>
        </p:txBody>
      </p:sp>
      <mc:AlternateContent xmlns:mc="http://schemas.openxmlformats.org/markup-compatibility/2006">
        <mc:Choice xmlns:a14="http://schemas.microsoft.com/office/drawing/2010/main"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58" name="Full D 4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Multiply by the matrix on the right</a:t>
            </a:r>
            <a:endParaRPr sz="1600"/>
          </a:p>
        </p:txBody>
      </p:sp>
      <mc:AlternateContent xmlns:mc="http://schemas.openxmlformats.org/markup-compatibility/2006">
        <mc:Choice xmlns:a14="http://schemas.microsoft.com/office/drawing/2010/main"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mc:Choice xmlns:a14="http://schemas.microsoft.com/office/drawing/2010/main"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a:rPr sz="2500">
                              <a:solidFill>
                                <a:srgbClr val="252529"/>
                              </a:solidFill>
                              <a:latin typeface="Cambria Math"/>
                            </a:rPr>
                            <m:t>𝛩</m:t>
                          </m:r>
                        </m:e>
                      </m:bar>
                    </m:oMath>
                  </m:oMathPara>
                </a14:m>
                <a:endParaRPr sz="2500"/>
              </a:p>
            </p:txBody>
          </p:sp>
        </mc:Choice>
        <mc:Fallback>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7" name="Full D 5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Apply the inverse to obtain the dual filter</a:t>
            </a:r>
            <a:endParaRPr sz="1600"/>
          </a:p>
        </p:txBody>
      </p:sp>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300"/>
                                        <p:tgtEl>
                                          <p:spTgt spid="11005"/>
                                        </p:tgtEl>
                                      </p:cBhvr>
                                    </p:animEffect>
                                    <p:set>
                                      <p:cBhvr>
                                        <p:cTn id="15" dur="1" fill="hold">
                                          <p:stCondLst>
                                            <p:cond delay="299"/>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300"/>
                                        <p:tgtEl>
                                          <p:spTgt spid="11006"/>
                                        </p:tgtEl>
                                      </p:cBhvr>
                                    </p:animEffect>
                                    <p:set>
                                      <p:cBhvr>
                                        <p:cTn id="18" dur="1" fill="hold">
                                          <p:stCondLst>
                                            <p:cond delay="299"/>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300"/>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400"/>
                                        <p:tgtEl>
                                          <p:spTgt spid="11009"/>
                                        </p:tgtEl>
                                      </p:cBhvr>
                                    </p:animEffect>
                                  </p:childTnLst>
                                </p:cTn>
                              </p:par>
                              <p:par>
                                <p:cTn id="22" presetID="10" presetClass="entr" presetSubtype="0" fill="hold" nodeType="withEffect">
                                  <p:stCondLst>
                                    <p:cond delay="300"/>
                                  </p:stCondLst>
                                  <p:childTnLst>
                                    <p:animEffect transition="in" filter="fade">
                                      <p:cBhvr>
                                        <p:cTn id="23" dur="400"/>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300"/>
                                  </p:stCondLst>
                                  <p:childTnLst>
                                    <p:animEffect transition="in" filter="fade">
                                      <p:cBhvr>
                                        <p:cTn id="26" dur="400"/>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300"/>
                                  </p:stCondLst>
                                  <p:childTnLst>
                                    <p:animEffect transition="in" filter="fade">
                                      <p:cBhvr>
                                        <p:cTn id="29" dur="400"/>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300"/>
                                  </p:stCondLst>
                                  <p:childTnLst>
                                    <p:animEffect transition="in" filter="fade">
                                      <p:cBhvr>
                                        <p:cTn id="32" dur="400"/>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300"/>
                                  </p:stCondLst>
                                  <p:childTnLst>
                                    <p:animEffect transition="in" filter="fade">
                                      <p:cBhvr>
                                        <p:cTn id="35" dur="400"/>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300"/>
                                  </p:stCondLst>
                                  <p:childTnLst>
                                    <p:animEffect transition="in" filter="fade">
                                      <p:cBhvr>
                                        <p:cTn id="38" dur="400"/>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300"/>
                                  </p:stCondLst>
                                  <p:childTnLst>
                                    <p:animEffect transition="in" filter="fade">
                                      <p:cBhvr>
                                        <p:cTn id="41" dur="400"/>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300"/>
                                  </p:stCondLst>
                                  <p:childTnLst>
                                    <p:animEffect transition="in" filter="fade">
                                      <p:cBhvr>
                                        <p:cTn id="44" dur="400"/>
                                        <p:tgtEl>
                                          <p:spTgt spid="14008"/>
                                        </p:tgtEl>
                                      </p:cBhvr>
                                    </p:animEffect>
                                    <p:set>
                                      <p:cBhvr>
                                        <p:cTn id="45" dur="1" fill="hold">
                                          <p:stCondLst>
                                            <p:cond delay="0"/>
                                          </p:stCondLst>
                                        </p:cTn>
                                        <p:tgtEl>
                                          <p:spTgt spid="14008"/>
                                        </p:tgtEl>
                                        <p:attrNameLst>
                                          <p:attrName>style.visibility</p:attrName>
                                        </p:attrNameLst>
                                      </p:cBhvr>
                                      <p:to>
                                        <p:strVal val="visible"/>
                                      </p:to>
                                    </p:set>
                                  </p:childTnLst>
                                </p:cTn>
                              </p:par>
                              <p:par>
                                <p:cTn id="46" presetID="10" presetClass="entr" presetSubtype="0" fill="hold" nodeType="withEffect">
                                  <p:stCondLst>
                                    <p:cond delay="300"/>
                                  </p:stCondLst>
                                  <p:childTnLst>
                                    <p:animEffect transition="in" filter="fade">
                                      <p:cBhvr>
                                        <p:cTn id="47" dur="400"/>
                                        <p:tgtEl>
                                          <p:spTgt spid="14068"/>
                                        </p:tgtEl>
                                      </p:cBhvr>
                                    </p:animEffect>
                                    <p:set>
                                      <p:cBhvr>
                                        <p:cTn id="48" dur="1" fill="hold">
                                          <p:stCondLst>
                                            <p:cond delay="0"/>
                                          </p:stCondLst>
                                        </p:cTn>
                                        <p:tgtEl>
                                          <p:spTgt spid="1406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xit" presetSubtype="0" fill="hold" nodeType="clickEffect">
                                  <p:stCondLst>
                                    <p:cond delay="0"/>
                                  </p:stCondLst>
                                  <p:childTnLst>
                                    <p:animEffect transition="out" filter="fade">
                                      <p:cBhvr>
                                        <p:cTn id="52" dur="200"/>
                                        <p:tgtEl>
                                          <p:spTgt spid="14008"/>
                                        </p:tgtEl>
                                      </p:cBhvr>
                                    </p:animEffect>
                                    <p:set>
                                      <p:cBhvr>
                                        <p:cTn id="53" dur="1" fill="hold">
                                          <p:stCondLst>
                                            <p:cond delay="199"/>
                                          </p:stCondLst>
                                        </p:cTn>
                                        <p:tgtEl>
                                          <p:spTgt spid="14008"/>
                                        </p:tgtEl>
                                        <p:attrNameLst>
                                          <p:attrName>style.visibility</p:attrName>
                                        </p:attrNameLst>
                                      </p:cBhvr>
                                      <p:to>
                                        <p:strVal val="hidden"/>
                                      </p:to>
                                    </p:set>
                                  </p:childTnLst>
                                </p:cTn>
                              </p:par>
                              <p:par>
                                <p:cTn id="54" presetID="10" presetClass="exit" presetSubtype="0" fill="hold" nodeType="withEffect">
                                  <p:stCondLst>
                                    <p:cond delay="450"/>
                                  </p:stCondLst>
                                  <p:childTnLst>
                                    <p:animEffect transition="out" filter="fade">
                                      <p:cBhvr>
                                        <p:cTn id="55" dur="250"/>
                                        <p:tgtEl>
                                          <p:spTgt spid="14001"/>
                                        </p:tgtEl>
                                      </p:cBhvr>
                                    </p:animEffect>
                                    <p:set>
                                      <p:cBhvr>
                                        <p:cTn id="56" dur="1" fill="hold">
                                          <p:stCondLst>
                                            <p:cond delay="249"/>
                                          </p:stCondLst>
                                        </p:cTn>
                                        <p:tgtEl>
                                          <p:spTgt spid="14001"/>
                                        </p:tgtEl>
                                        <p:attrNameLst>
                                          <p:attrName>style.visibility</p:attrName>
                                        </p:attrNameLst>
                                      </p:cBhvr>
                                      <p:to>
                                        <p:strVal val="hidden"/>
                                      </p:to>
                                    </p:set>
                                  </p:childTnLst>
                                </p:cTn>
                              </p:par>
                              <p:par>
                                <p:cTn id="57" presetID="10" presetClass="exit" presetSubtype="0" fill="hold" nodeType="withEffect">
                                  <p:stCondLst>
                                    <p:cond delay="450"/>
                                  </p:stCondLst>
                                  <p:childTnLst>
                                    <p:animEffect transition="out" filter="fade">
                                      <p:cBhvr>
                                        <p:cTn id="58" dur="250"/>
                                        <p:tgtEl>
                                          <p:spTgt spid="14002"/>
                                        </p:tgtEl>
                                      </p:cBhvr>
                                    </p:animEffect>
                                    <p:set>
                                      <p:cBhvr>
                                        <p:cTn id="59" dur="1" fill="hold">
                                          <p:stCondLst>
                                            <p:cond delay="249"/>
                                          </p:stCondLst>
                                        </p:cTn>
                                        <p:tgtEl>
                                          <p:spTgt spid="14002"/>
                                        </p:tgtEl>
                                        <p:attrNameLst>
                                          <p:attrName>style.visibility</p:attrName>
                                        </p:attrNameLst>
                                      </p:cBhvr>
                                      <p:to>
                                        <p:strVal val="hidden"/>
                                      </p:to>
                                    </p:set>
                                  </p:childTnLst>
                                </p:cTn>
                              </p:par>
                              <p:par>
                                <p:cTn id="60" presetID="10" presetClass="exit" presetSubtype="0" fill="hold" nodeType="withEffect">
                                  <p:stCondLst>
                                    <p:cond delay="450"/>
                                  </p:stCondLst>
                                  <p:childTnLst>
                                    <p:animEffect transition="out" filter="fade">
                                      <p:cBhvr>
                                        <p:cTn id="61" dur="250"/>
                                        <p:tgtEl>
                                          <p:spTgt spid="14003"/>
                                        </p:tgtEl>
                                      </p:cBhvr>
                                    </p:animEffect>
                                    <p:set>
                                      <p:cBhvr>
                                        <p:cTn id="62" dur="1" fill="hold">
                                          <p:stCondLst>
                                            <p:cond delay="249"/>
                                          </p:stCondLst>
                                        </p:cTn>
                                        <p:tgtEl>
                                          <p:spTgt spid="14003"/>
                                        </p:tgtEl>
                                        <p:attrNameLst>
                                          <p:attrName>style.visibility</p:attrName>
                                        </p:attrNameLst>
                                      </p:cBhvr>
                                      <p:to>
                                        <p:strVal val="hidden"/>
                                      </p:to>
                                    </p:set>
                                  </p:childTnLst>
                                </p:cTn>
                              </p:par>
                              <p:par>
                                <p:cTn id="63" presetID="10" presetClass="exit" presetSubtype="0" fill="hold" nodeType="withEffect">
                                  <p:stCondLst>
                                    <p:cond delay="450"/>
                                  </p:stCondLst>
                                  <p:childTnLst>
                                    <p:animEffect transition="out" filter="fade">
                                      <p:cBhvr>
                                        <p:cTn id="64" dur="250"/>
                                        <p:tgtEl>
                                          <p:spTgt spid="14004"/>
                                        </p:tgtEl>
                                      </p:cBhvr>
                                    </p:animEffect>
                                    <p:set>
                                      <p:cBhvr>
                                        <p:cTn id="65" dur="1" fill="hold">
                                          <p:stCondLst>
                                            <p:cond delay="249"/>
                                          </p:stCondLst>
                                        </p:cTn>
                                        <p:tgtEl>
                                          <p:spTgt spid="14004"/>
                                        </p:tgtEl>
                                        <p:attrNameLst>
                                          <p:attrName>style.visibility</p:attrName>
                                        </p:attrNameLst>
                                      </p:cBhvr>
                                      <p:to>
                                        <p:strVal val="hidden"/>
                                      </p:to>
                                    </p:set>
                                  </p:childTnLst>
                                </p:cTn>
                              </p:par>
                              <p:par>
                                <p:cTn id="66" presetID="10" presetClass="exit" presetSubtype="0" fill="hold" nodeType="withEffect">
                                  <p:stCondLst>
                                    <p:cond delay="450"/>
                                  </p:stCondLst>
                                  <p:childTnLst>
                                    <p:animEffect transition="out" filter="fade">
                                      <p:cBhvr>
                                        <p:cTn id="67" dur="250"/>
                                        <p:tgtEl>
                                          <p:spTgt spid="14005"/>
                                        </p:tgtEl>
                                      </p:cBhvr>
                                    </p:animEffect>
                                    <p:set>
                                      <p:cBhvr>
                                        <p:cTn id="68" dur="1" fill="hold">
                                          <p:stCondLst>
                                            <p:cond delay="249"/>
                                          </p:stCondLst>
                                        </p:cTn>
                                        <p:tgtEl>
                                          <p:spTgt spid="14005"/>
                                        </p:tgtEl>
                                        <p:attrNameLst>
                                          <p:attrName>style.visibility</p:attrName>
                                        </p:attrNameLst>
                                      </p:cBhvr>
                                      <p:to>
                                        <p:strVal val="hidden"/>
                                      </p:to>
                                    </p:set>
                                  </p:childTnLst>
                                </p:cTn>
                              </p:par>
                              <p:par>
                                <p:cTn id="69" presetID="10" presetClass="exit" presetSubtype="0" fill="hold" nodeType="withEffect">
                                  <p:stCondLst>
                                    <p:cond delay="450"/>
                                  </p:stCondLst>
                                  <p:childTnLst>
                                    <p:animEffect transition="out" filter="fade">
                                      <p:cBhvr>
                                        <p:cTn id="70" dur="250"/>
                                        <p:tgtEl>
                                          <p:spTgt spid="14006"/>
                                        </p:tgtEl>
                                      </p:cBhvr>
                                    </p:animEffect>
                                    <p:set>
                                      <p:cBhvr>
                                        <p:cTn id="71" dur="1" fill="hold">
                                          <p:stCondLst>
                                            <p:cond delay="249"/>
                                          </p:stCondLst>
                                        </p:cTn>
                                        <p:tgtEl>
                                          <p:spTgt spid="14006"/>
                                        </p:tgtEl>
                                        <p:attrNameLst>
                                          <p:attrName>style.visibility</p:attrName>
                                        </p:attrNameLst>
                                      </p:cBhvr>
                                      <p:to>
                                        <p:strVal val="hidden"/>
                                      </p:to>
                                    </p:set>
                                  </p:childTnLst>
                                </p:cTn>
                              </p:par>
                              <p:par>
                                <p:cTn id="72" presetID="10" presetClass="exit" presetSubtype="0" fill="hold" nodeType="withEffect">
                                  <p:stCondLst>
                                    <p:cond delay="0"/>
                                  </p:stCondLst>
                                  <p:childTnLst>
                                    <p:animEffect transition="out" filter="fade">
                                      <p:cBhvr>
                                        <p:cTn id="73" dur="250"/>
                                        <p:tgtEl>
                                          <p:spTgt spid="14007"/>
                                        </p:tgtEl>
                                      </p:cBhvr>
                                    </p:animEffect>
                                    <p:set>
                                      <p:cBhvr>
                                        <p:cTn id="74" dur="1" fill="hold">
                                          <p:stCondLst>
                                            <p:cond delay="249"/>
                                          </p:stCondLst>
                                        </p:cTn>
                                        <p:tgtEl>
                                          <p:spTgt spid="14007"/>
                                        </p:tgtEl>
                                        <p:attrNameLst>
                                          <p:attrName>style.visibility</p:attrName>
                                        </p:attrNameLst>
                                      </p:cBhvr>
                                      <p:to>
                                        <p:strVal val="hidden"/>
                                      </p:to>
                                    </p:set>
                                  </p:childTnLst>
                                </p:cTn>
                              </p:par>
                              <p:par>
                                <p:cTn id="75" presetID="10" presetClass="entr" presetSubtype="0" fill="hold" nodeType="withEffect">
                                  <p:stCondLst>
                                    <p:cond delay="450"/>
                                  </p:stCondLst>
                                  <p:childTnLst>
                                    <p:animEffect transition="in" filter="fade">
                                      <p:cBhvr>
                                        <p:cTn id="76" dur="300"/>
                                        <p:tgtEl>
                                          <p:spTgt spid="14009"/>
                                        </p:tgtEl>
                                      </p:cBhvr>
                                    </p:animEffect>
                                    <p:set>
                                      <p:cBhvr>
                                        <p:cTn id="77" dur="1" fill="hold">
                                          <p:stCondLst>
                                            <p:cond delay="0"/>
                                          </p:stCondLst>
                                        </p:cTn>
                                        <p:tgtEl>
                                          <p:spTgt spid="14009"/>
                                        </p:tgtEl>
                                        <p:attrNameLst>
                                          <p:attrName>style.visibility</p:attrName>
                                        </p:attrNameLst>
                                      </p:cBhvr>
                                      <p:to>
                                        <p:strVal val="visible"/>
                                      </p:to>
                                    </p:set>
                                  </p:childTnLst>
                                </p:cTn>
                              </p:par>
                              <p:par>
                                <p:cTn id="78" presetID="10" presetClass="entr" presetSubtype="0" fill="hold" nodeType="withEffect">
                                  <p:stCondLst>
                                    <p:cond delay="450"/>
                                  </p:stCondLst>
                                  <p:childTnLst>
                                    <p:animEffect transition="in" filter="fade">
                                      <p:cBhvr>
                                        <p:cTn id="79" dur="300"/>
                                        <p:tgtEl>
                                          <p:spTgt spid="14010"/>
                                        </p:tgtEl>
                                      </p:cBhvr>
                                    </p:animEffect>
                                    <p:set>
                                      <p:cBhvr>
                                        <p:cTn id="80" dur="1" fill="hold">
                                          <p:stCondLst>
                                            <p:cond delay="0"/>
                                          </p:stCondLst>
                                        </p:cTn>
                                        <p:tgtEl>
                                          <p:spTgt spid="14010"/>
                                        </p:tgtEl>
                                        <p:attrNameLst>
                                          <p:attrName>style.visibility</p:attrName>
                                        </p:attrNameLst>
                                      </p:cBhvr>
                                      <p:to>
                                        <p:strVal val="visible"/>
                                      </p:to>
                                    </p:set>
                                  </p:childTnLst>
                                </p:cTn>
                              </p:par>
                              <p:par>
                                <p:cTn id="81" presetID="10" presetClass="entr" presetSubtype="0" fill="hold" nodeType="withEffect">
                                  <p:stCondLst>
                                    <p:cond delay="450"/>
                                  </p:stCondLst>
                                  <p:childTnLst>
                                    <p:animEffect transition="in" filter="fade">
                                      <p:cBhvr>
                                        <p:cTn id="82" dur="300"/>
                                        <p:tgtEl>
                                          <p:spTgt spid="14011"/>
                                        </p:tgtEl>
                                      </p:cBhvr>
                                    </p:animEffect>
                                    <p:set>
                                      <p:cBhvr>
                                        <p:cTn id="83" dur="1" fill="hold">
                                          <p:stCondLst>
                                            <p:cond delay="0"/>
                                          </p:stCondLst>
                                        </p:cTn>
                                        <p:tgtEl>
                                          <p:spTgt spid="14011"/>
                                        </p:tgtEl>
                                        <p:attrNameLst>
                                          <p:attrName>style.visibility</p:attrName>
                                        </p:attrNameLst>
                                      </p:cBhvr>
                                      <p:to>
                                        <p:strVal val="visible"/>
                                      </p:to>
                                    </p:set>
                                  </p:childTnLst>
                                </p:cTn>
                              </p:par>
                              <p:par>
                                <p:cTn id="84" presetID="10" presetClass="entr" presetSubtype="0" fill="hold" nodeType="withEffect">
                                  <p:stCondLst>
                                    <p:cond delay="450"/>
                                  </p:stCondLst>
                                  <p:childTnLst>
                                    <p:animEffect transition="in" filter="fade">
                                      <p:cBhvr>
                                        <p:cTn id="85" dur="300"/>
                                        <p:tgtEl>
                                          <p:spTgt spid="14012"/>
                                        </p:tgtEl>
                                      </p:cBhvr>
                                    </p:animEffect>
                                    <p:set>
                                      <p:cBhvr>
                                        <p:cTn id="86" dur="1" fill="hold">
                                          <p:stCondLst>
                                            <p:cond delay="0"/>
                                          </p:stCondLst>
                                        </p:cTn>
                                        <p:tgtEl>
                                          <p:spTgt spid="14012"/>
                                        </p:tgtEl>
                                        <p:attrNameLst>
                                          <p:attrName>style.visibility</p:attrName>
                                        </p:attrNameLst>
                                      </p:cBhvr>
                                      <p:to>
                                        <p:strVal val="visible"/>
                                      </p:to>
                                    </p:set>
                                  </p:childTnLst>
                                </p:cTn>
                              </p:par>
                              <p:par>
                                <p:cTn id="87" presetID="10" presetClass="entr" presetSubtype="0" fill="hold" nodeType="withEffect">
                                  <p:stCondLst>
                                    <p:cond delay="450"/>
                                  </p:stCondLst>
                                  <p:childTnLst>
                                    <p:animEffect transition="in" filter="fade">
                                      <p:cBhvr>
                                        <p:cTn id="88" dur="300"/>
                                        <p:tgtEl>
                                          <p:spTgt spid="14013"/>
                                        </p:tgtEl>
                                      </p:cBhvr>
                                    </p:animEffect>
                                    <p:set>
                                      <p:cBhvr>
                                        <p:cTn id="89" dur="1" fill="hold">
                                          <p:stCondLst>
                                            <p:cond delay="0"/>
                                          </p:stCondLst>
                                        </p:cTn>
                                        <p:tgtEl>
                                          <p:spTgt spid="14013"/>
                                        </p:tgtEl>
                                        <p:attrNameLst>
                                          <p:attrName>style.visibility</p:attrName>
                                        </p:attrNameLst>
                                      </p:cBhvr>
                                      <p:to>
                                        <p:strVal val="visible"/>
                                      </p:to>
                                    </p:set>
                                  </p:childTnLst>
                                </p:cTn>
                              </p:par>
                              <p:par>
                                <p:cTn id="90" presetID="10" presetClass="entr" presetSubtype="0" fill="hold" nodeType="withEffect">
                                  <p:stCondLst>
                                    <p:cond delay="450"/>
                                  </p:stCondLst>
                                  <p:childTnLst>
                                    <p:animEffect transition="in" filter="fade">
                                      <p:cBhvr>
                                        <p:cTn id="91" dur="300"/>
                                        <p:tgtEl>
                                          <p:spTgt spid="14014"/>
                                        </p:tgtEl>
                                      </p:cBhvr>
                                    </p:animEffect>
                                    <p:set>
                                      <p:cBhvr>
                                        <p:cTn id="92" dur="1" fill="hold">
                                          <p:stCondLst>
                                            <p:cond delay="0"/>
                                          </p:stCondLst>
                                        </p:cTn>
                                        <p:tgtEl>
                                          <p:spTgt spid="14014"/>
                                        </p:tgtEl>
                                        <p:attrNameLst>
                                          <p:attrName>style.visibility</p:attrName>
                                        </p:attrNameLst>
                                      </p:cBhvr>
                                      <p:to>
                                        <p:strVal val="visible"/>
                                      </p:to>
                                    </p:set>
                                  </p:childTnLst>
                                </p:cTn>
                              </p:par>
                              <p:par>
                                <p:cTn id="93" presetID="10" presetClass="entr" presetSubtype="0" fill="hold" nodeType="withEffect">
                                  <p:stCondLst>
                                    <p:cond delay="450"/>
                                  </p:stCondLst>
                                  <p:childTnLst>
                                    <p:animEffect transition="in" filter="fade">
                                      <p:cBhvr>
                                        <p:cTn id="94" dur="300"/>
                                        <p:tgtEl>
                                          <p:spTgt spid="14015"/>
                                        </p:tgtEl>
                                      </p:cBhvr>
                                    </p:animEffect>
                                    <p:set>
                                      <p:cBhvr>
                                        <p:cTn id="95" dur="1" fill="hold">
                                          <p:stCondLst>
                                            <p:cond delay="0"/>
                                          </p:stCondLst>
                                        </p:cTn>
                                        <p:tgtEl>
                                          <p:spTgt spid="14015"/>
                                        </p:tgtEl>
                                        <p:attrNameLst>
                                          <p:attrName>style.visibility</p:attrName>
                                        </p:attrNameLst>
                                      </p:cBhvr>
                                      <p:to>
                                        <p:strVal val="visible"/>
                                      </p:to>
                                    </p:set>
                                  </p:childTnLst>
                                </p:cTn>
                              </p:par>
                              <p:par>
                                <p:cTn id="96" presetID="10" presetClass="entr" presetSubtype="0" fill="hold" nodeType="withEffect">
                                  <p:stCondLst>
                                    <p:cond delay="450"/>
                                  </p:stCondLst>
                                  <p:childTnLst>
                                    <p:animEffect transition="in" filter="fade">
                                      <p:cBhvr>
                                        <p:cTn id="97" dur="300"/>
                                        <p:tgtEl>
                                          <p:spTgt spid="14016"/>
                                        </p:tgtEl>
                                      </p:cBhvr>
                                    </p:animEffect>
                                    <p:set>
                                      <p:cBhvr>
                                        <p:cTn id="98" dur="1" fill="hold">
                                          <p:stCondLst>
                                            <p:cond delay="0"/>
                                          </p:stCondLst>
                                        </p:cTn>
                                        <p:tgtEl>
                                          <p:spTgt spid="14016"/>
                                        </p:tgtEl>
                                        <p:attrNameLst>
                                          <p:attrName>style.visibility</p:attrName>
                                        </p:attrNameLst>
                                      </p:cBhvr>
                                      <p:to>
                                        <p:strVal val="visible"/>
                                      </p:to>
                                    </p:set>
                                  </p:childTnLst>
                                </p:cTn>
                              </p:par>
                              <p:par>
                                <p:cTn id="99" presetID="10" presetClass="entr" presetSubtype="0" fill="hold" nodeType="withEffect">
                                  <p:stCondLst>
                                    <p:cond delay="450"/>
                                  </p:stCondLst>
                                  <p:childTnLst>
                                    <p:animEffect transition="in" filter="fade">
                                      <p:cBhvr>
                                        <p:cTn id="100" dur="300"/>
                                        <p:tgtEl>
                                          <p:spTgt spid="14017"/>
                                        </p:tgtEl>
                                      </p:cBhvr>
                                    </p:animEffect>
                                    <p:set>
                                      <p:cBhvr>
                                        <p:cTn id="101" dur="1" fill="hold">
                                          <p:stCondLst>
                                            <p:cond delay="0"/>
                                          </p:stCondLst>
                                        </p:cTn>
                                        <p:tgtEl>
                                          <p:spTgt spid="14017"/>
                                        </p:tgtEl>
                                        <p:attrNameLst>
                                          <p:attrName>style.visibility</p:attrName>
                                        </p:attrNameLst>
                                      </p:cBhvr>
                                      <p:to>
                                        <p:strVal val="visible"/>
                                      </p:to>
                                    </p:set>
                                  </p:childTnLst>
                                </p:cTn>
                              </p:par>
                              <p:par>
                                <p:cTn id="102" presetID="10" presetClass="entr" presetSubtype="0" fill="hold" nodeType="withEffect">
                                  <p:stCondLst>
                                    <p:cond delay="450"/>
                                  </p:stCondLst>
                                  <p:childTnLst>
                                    <p:animEffect transition="in" filter="fade">
                                      <p:cBhvr>
                                        <p:cTn id="103" dur="300"/>
                                        <p:tgtEl>
                                          <p:spTgt spid="14018"/>
                                        </p:tgtEl>
                                      </p:cBhvr>
                                    </p:animEffect>
                                    <p:set>
                                      <p:cBhvr>
                                        <p:cTn id="104" dur="1" fill="hold">
                                          <p:stCondLst>
                                            <p:cond delay="0"/>
                                          </p:stCondLst>
                                        </p:cTn>
                                        <p:tgtEl>
                                          <p:spTgt spid="14018"/>
                                        </p:tgtEl>
                                        <p:attrNameLst>
                                          <p:attrName>style.visibility</p:attrName>
                                        </p:attrNameLst>
                                      </p:cBhvr>
                                      <p:to>
                                        <p:strVal val="visible"/>
                                      </p:to>
                                    </p:set>
                                  </p:childTnLst>
                                </p:cTn>
                              </p:par>
                              <p:par>
                                <p:cTn id="105" presetID="10" presetClass="entr" presetSubtype="0" fill="hold" nodeType="withEffect">
                                  <p:stCondLst>
                                    <p:cond delay="450"/>
                                  </p:stCondLst>
                                  <p:childTnLst>
                                    <p:animEffect transition="in" filter="fade">
                                      <p:cBhvr>
                                        <p:cTn id="106" dur="300"/>
                                        <p:tgtEl>
                                          <p:spTgt spid="14019"/>
                                        </p:tgtEl>
                                      </p:cBhvr>
                                    </p:animEffect>
                                    <p:set>
                                      <p:cBhvr>
                                        <p:cTn id="107" dur="1" fill="hold">
                                          <p:stCondLst>
                                            <p:cond delay="0"/>
                                          </p:stCondLst>
                                        </p:cTn>
                                        <p:tgtEl>
                                          <p:spTgt spid="14019"/>
                                        </p:tgtEl>
                                        <p:attrNameLst>
                                          <p:attrName>style.visibility</p:attrName>
                                        </p:attrNameLst>
                                      </p:cBhvr>
                                      <p:to>
                                        <p:strVal val="visible"/>
                                      </p:to>
                                    </p:set>
                                  </p:childTnLst>
                                </p:cTn>
                              </p:par>
                              <p:par>
                                <p:cTn id="108" presetID="10" presetClass="entr" presetSubtype="0" fill="hold" nodeType="withEffect">
                                  <p:stCondLst>
                                    <p:cond delay="450"/>
                                  </p:stCondLst>
                                  <p:childTnLst>
                                    <p:animEffect transition="in" filter="fade">
                                      <p:cBhvr>
                                        <p:cTn id="109" dur="300"/>
                                        <p:tgtEl>
                                          <p:spTgt spid="14020"/>
                                        </p:tgtEl>
                                      </p:cBhvr>
                                    </p:animEffect>
                                    <p:set>
                                      <p:cBhvr>
                                        <p:cTn id="110" dur="1" fill="hold">
                                          <p:stCondLst>
                                            <p:cond delay="0"/>
                                          </p:stCondLst>
                                        </p:cTn>
                                        <p:tgtEl>
                                          <p:spTgt spid="14020"/>
                                        </p:tgtEl>
                                        <p:attrNameLst>
                                          <p:attrName>style.visibility</p:attrName>
                                        </p:attrNameLst>
                                      </p:cBhvr>
                                      <p:to>
                                        <p:strVal val="visible"/>
                                      </p:to>
                                    </p:set>
                                  </p:childTnLst>
                                </p:cTn>
                              </p:par>
                              <p:par>
                                <p:cTn id="111" presetID="10" presetClass="entr" presetSubtype="0" fill="hold" nodeType="withEffect">
                                  <p:stCondLst>
                                    <p:cond delay="450"/>
                                  </p:stCondLst>
                                  <p:childTnLst>
                                    <p:animEffect transition="in" filter="fade">
                                      <p:cBhvr>
                                        <p:cTn id="112" dur="300"/>
                                        <p:tgtEl>
                                          <p:spTgt spid="14021"/>
                                        </p:tgtEl>
                                      </p:cBhvr>
                                    </p:animEffect>
                                    <p:set>
                                      <p:cBhvr>
                                        <p:cTn id="113" dur="1" fill="hold">
                                          <p:stCondLst>
                                            <p:cond delay="0"/>
                                          </p:stCondLst>
                                        </p:cTn>
                                        <p:tgtEl>
                                          <p:spTgt spid="14021"/>
                                        </p:tgtEl>
                                        <p:attrNameLst>
                                          <p:attrName>style.visibility</p:attrName>
                                        </p:attrNameLst>
                                      </p:cBhvr>
                                      <p:to>
                                        <p:strVal val="visible"/>
                                      </p:to>
                                    </p:set>
                                  </p:childTnLst>
                                </p:cTn>
                              </p:par>
                              <p:par>
                                <p:cTn id="114" presetID="10" presetClass="entr" presetSubtype="0" fill="hold" nodeType="withEffect">
                                  <p:stCondLst>
                                    <p:cond delay="0"/>
                                  </p:stCondLst>
                                  <p:childTnLst>
                                    <p:animEffect transition="in" filter="fade">
                                      <p:cBhvr>
                                        <p:cTn id="115" dur="300"/>
                                        <p:tgtEl>
                                          <p:spTgt spid="14022"/>
                                        </p:tgtEl>
                                      </p:cBhvr>
                                    </p:animEffect>
                                    <p:set>
                                      <p:cBhvr>
                                        <p:cTn id="116" dur="1" fill="hold">
                                          <p:stCondLst>
                                            <p:cond delay="0"/>
                                          </p:stCondLst>
                                        </p:cTn>
                                        <p:tgtEl>
                                          <p:spTgt spid="14022"/>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0" presetClass="exit" presetSubtype="0" fill="hold" nodeType="clickEffect">
                                  <p:stCondLst>
                                    <p:cond delay="0"/>
                                  </p:stCondLst>
                                  <p:childTnLst>
                                    <p:animEffect transition="out" filter="fade">
                                      <p:cBhvr>
                                        <p:cTn id="120" dur="200"/>
                                        <p:tgtEl>
                                          <p:spTgt spid="14022"/>
                                        </p:tgtEl>
                                      </p:cBhvr>
                                    </p:animEffect>
                                    <p:set>
                                      <p:cBhvr>
                                        <p:cTn id="121" dur="1" fill="hold">
                                          <p:stCondLst>
                                            <p:cond delay="199"/>
                                          </p:stCondLst>
                                        </p:cTn>
                                        <p:tgtEl>
                                          <p:spTgt spid="14022"/>
                                        </p:tgtEl>
                                        <p:attrNameLst>
                                          <p:attrName>style.visibility</p:attrName>
                                        </p:attrNameLst>
                                      </p:cBhvr>
                                      <p:to>
                                        <p:strVal val="hidden"/>
                                      </p:to>
                                    </p:set>
                                  </p:childTnLst>
                                </p:cTn>
                              </p:par>
                              <p:par>
                                <p:cTn id="122" presetID="10" presetClass="exit" presetSubtype="0" fill="hold" nodeType="withEffect">
                                  <p:stCondLst>
                                    <p:cond delay="950"/>
                                  </p:stCondLst>
                                  <p:childTnLst>
                                    <p:animEffect transition="out" filter="fade">
                                      <p:cBhvr>
                                        <p:cTn id="123" dur="250"/>
                                        <p:tgtEl>
                                          <p:spTgt spid="14009"/>
                                        </p:tgtEl>
                                      </p:cBhvr>
                                    </p:animEffect>
                                    <p:set>
                                      <p:cBhvr>
                                        <p:cTn id="124" dur="1" fill="hold">
                                          <p:stCondLst>
                                            <p:cond delay="249"/>
                                          </p:stCondLst>
                                        </p:cTn>
                                        <p:tgtEl>
                                          <p:spTgt spid="14009"/>
                                        </p:tgtEl>
                                        <p:attrNameLst>
                                          <p:attrName>style.visibility</p:attrName>
                                        </p:attrNameLst>
                                      </p:cBhvr>
                                      <p:to>
                                        <p:strVal val="hidden"/>
                                      </p:to>
                                    </p:set>
                                  </p:childTnLst>
                                </p:cTn>
                              </p:par>
                              <p:par>
                                <p:cTn id="125" presetID="10" presetClass="exit" presetSubtype="0" fill="hold" nodeType="withEffect">
                                  <p:stCondLst>
                                    <p:cond delay="950"/>
                                  </p:stCondLst>
                                  <p:childTnLst>
                                    <p:animEffect transition="out" filter="fade">
                                      <p:cBhvr>
                                        <p:cTn id="126" dur="250"/>
                                        <p:tgtEl>
                                          <p:spTgt spid="14010"/>
                                        </p:tgtEl>
                                      </p:cBhvr>
                                    </p:animEffect>
                                    <p:set>
                                      <p:cBhvr>
                                        <p:cTn id="127" dur="1" fill="hold">
                                          <p:stCondLst>
                                            <p:cond delay="249"/>
                                          </p:stCondLst>
                                        </p:cTn>
                                        <p:tgtEl>
                                          <p:spTgt spid="14010"/>
                                        </p:tgtEl>
                                        <p:attrNameLst>
                                          <p:attrName>style.visibility</p:attrName>
                                        </p:attrNameLst>
                                      </p:cBhvr>
                                      <p:to>
                                        <p:strVal val="hidden"/>
                                      </p:to>
                                    </p:set>
                                  </p:childTnLst>
                                </p:cTn>
                              </p:par>
                              <p:par>
                                <p:cTn id="128" presetID="10" presetClass="exit" presetSubtype="0" fill="hold" nodeType="withEffect">
                                  <p:stCondLst>
                                    <p:cond delay="950"/>
                                  </p:stCondLst>
                                  <p:childTnLst>
                                    <p:animEffect transition="out" filter="fade">
                                      <p:cBhvr>
                                        <p:cTn id="129" dur="250"/>
                                        <p:tgtEl>
                                          <p:spTgt spid="14011"/>
                                        </p:tgtEl>
                                      </p:cBhvr>
                                    </p:animEffect>
                                    <p:set>
                                      <p:cBhvr>
                                        <p:cTn id="130" dur="1" fill="hold">
                                          <p:stCondLst>
                                            <p:cond delay="249"/>
                                          </p:stCondLst>
                                        </p:cTn>
                                        <p:tgtEl>
                                          <p:spTgt spid="14011"/>
                                        </p:tgtEl>
                                        <p:attrNameLst>
                                          <p:attrName>style.visibility</p:attrName>
                                        </p:attrNameLst>
                                      </p:cBhvr>
                                      <p:to>
                                        <p:strVal val="hidden"/>
                                      </p:to>
                                    </p:set>
                                  </p:childTnLst>
                                </p:cTn>
                              </p:par>
                              <p:par>
                                <p:cTn id="131" presetID="10" presetClass="exit" presetSubtype="0" fill="hold" nodeType="withEffect">
                                  <p:stCondLst>
                                    <p:cond delay="950"/>
                                  </p:stCondLst>
                                  <p:childTnLst>
                                    <p:animEffect transition="out" filter="fade">
                                      <p:cBhvr>
                                        <p:cTn id="132" dur="250"/>
                                        <p:tgtEl>
                                          <p:spTgt spid="14012"/>
                                        </p:tgtEl>
                                      </p:cBhvr>
                                    </p:animEffect>
                                    <p:set>
                                      <p:cBhvr>
                                        <p:cTn id="133" dur="1" fill="hold">
                                          <p:stCondLst>
                                            <p:cond delay="249"/>
                                          </p:stCondLst>
                                        </p:cTn>
                                        <p:tgtEl>
                                          <p:spTgt spid="14012"/>
                                        </p:tgtEl>
                                        <p:attrNameLst>
                                          <p:attrName>style.visibility</p:attrName>
                                        </p:attrNameLst>
                                      </p:cBhvr>
                                      <p:to>
                                        <p:strVal val="hidden"/>
                                      </p:to>
                                    </p:set>
                                  </p:childTnLst>
                                </p:cTn>
                              </p:par>
                              <p:par>
                                <p:cTn id="134" presetID="10" presetClass="exit" presetSubtype="0" fill="hold" nodeType="withEffect">
                                  <p:stCondLst>
                                    <p:cond delay="950"/>
                                  </p:stCondLst>
                                  <p:childTnLst>
                                    <p:animEffect transition="out" filter="fade">
                                      <p:cBhvr>
                                        <p:cTn id="135" dur="250"/>
                                        <p:tgtEl>
                                          <p:spTgt spid="14013"/>
                                        </p:tgtEl>
                                      </p:cBhvr>
                                    </p:animEffect>
                                    <p:set>
                                      <p:cBhvr>
                                        <p:cTn id="136" dur="1" fill="hold">
                                          <p:stCondLst>
                                            <p:cond delay="249"/>
                                          </p:stCondLst>
                                        </p:cTn>
                                        <p:tgtEl>
                                          <p:spTgt spid="14013"/>
                                        </p:tgtEl>
                                        <p:attrNameLst>
                                          <p:attrName>style.visibility</p:attrName>
                                        </p:attrNameLst>
                                      </p:cBhvr>
                                      <p:to>
                                        <p:strVal val="hidden"/>
                                      </p:to>
                                    </p:set>
                                  </p:childTnLst>
                                </p:cTn>
                              </p:par>
                              <p:par>
                                <p:cTn id="137" presetID="10" presetClass="exit" presetSubtype="0" fill="hold" nodeType="withEffect">
                                  <p:stCondLst>
                                    <p:cond delay="950"/>
                                  </p:stCondLst>
                                  <p:childTnLst>
                                    <p:animEffect transition="out" filter="fade">
                                      <p:cBhvr>
                                        <p:cTn id="138" dur="250"/>
                                        <p:tgtEl>
                                          <p:spTgt spid="14014"/>
                                        </p:tgtEl>
                                      </p:cBhvr>
                                    </p:animEffect>
                                    <p:set>
                                      <p:cBhvr>
                                        <p:cTn id="139" dur="1" fill="hold">
                                          <p:stCondLst>
                                            <p:cond delay="249"/>
                                          </p:stCondLst>
                                        </p:cTn>
                                        <p:tgtEl>
                                          <p:spTgt spid="14014"/>
                                        </p:tgtEl>
                                        <p:attrNameLst>
                                          <p:attrName>style.visibility</p:attrName>
                                        </p:attrNameLst>
                                      </p:cBhvr>
                                      <p:to>
                                        <p:strVal val="hidden"/>
                                      </p:to>
                                    </p:set>
                                  </p:childTnLst>
                                </p:cTn>
                              </p:par>
                              <p:par>
                                <p:cTn id="140" presetID="0" presetClass="path" presetSubtype="0" fill="hold" nodeType="withEffect">
                                  <p:stCondLst>
                                    <p:cond delay="0"/>
                                  </p:stCondLst>
                                  <p:childTnLst>
                                    <p:animMotion origin="layout" path="M 0 0 C 0.009971808 -0.035455317 0.034223051 -0.049826424 0.054166667 -0.032098765 C 0.074110283 -0.014371107 0.082194030 0.028742214 0.072222222 0.064197531 E" pathEditMode="relative" rAng="0">
                                      <p:cBhvr>
                                        <p:cTn id="141" dur="1200" accel="20000" decel="20000" fill="hold"/>
                                        <p:tgtEl>
                                          <p:spTgt spid="14015"/>
                                        </p:tgtEl>
                                        <p:attrNameLst>
                                          <p:attrName>ppt_x</p:attrName>
                                          <p:attrName>ppt_y</p:attrName>
                                        </p:attrNameLst>
                                      </p:cBhvr>
                                      <p:rCtr x="0" y="0"/>
                                    </p:animMotion>
                                  </p:childTnLst>
                                </p:cTn>
                              </p:par>
                              <p:par>
                                <p:cTn id="142" presetID="10" presetClass="exit" presetSubtype="0" fill="hold" nodeType="withEffect">
                                  <p:stCondLst>
                                    <p:cond delay="950"/>
                                  </p:stCondLst>
                                  <p:childTnLst>
                                    <p:animEffect transition="out" filter="fade">
                                      <p:cBhvr>
                                        <p:cTn id="143" dur="250"/>
                                        <p:tgtEl>
                                          <p:spTgt spid="14015"/>
                                        </p:tgtEl>
                                      </p:cBhvr>
                                    </p:animEffect>
                                    <p:set>
                                      <p:cBhvr>
                                        <p:cTn id="144" dur="1" fill="hold">
                                          <p:stCondLst>
                                            <p:cond delay="249"/>
                                          </p:stCondLst>
                                        </p:cTn>
                                        <p:tgtEl>
                                          <p:spTgt spid="14015"/>
                                        </p:tgtEl>
                                        <p:attrNameLst>
                                          <p:attrName>style.visibility</p:attrName>
                                        </p:attrNameLst>
                                      </p:cBhvr>
                                      <p:to>
                                        <p:strVal val="hidden"/>
                                      </p:to>
                                    </p:set>
                                  </p:childTnLst>
                                </p:cTn>
                              </p:par>
                              <p:par>
                                <p:cTn id="145" presetID="0" presetClass="path" presetSubtype="0" fill="hold" nodeType="withEffect">
                                  <p:stCondLst>
                                    <p:cond delay="0"/>
                                  </p:stCondLst>
                                  <p:childTnLst>
                                    <p:animMotion origin="layout" path="M 0 0 C 0.009971808 0.035455317 0.001888060 0.078568638 -0.018055556 0.096296296 C -0.037999172 0.114023955 -0.062250414 0.099652848 -0.072222222 0.064197531 E" pathEditMode="relative" rAng="0">
                                      <p:cBhvr>
                                        <p:cTn id="146" dur="1200" accel="20000" decel="20000" fill="hold"/>
                                        <p:tgtEl>
                                          <p:spTgt spid="14016"/>
                                        </p:tgtEl>
                                        <p:attrNameLst>
                                          <p:attrName>ppt_x</p:attrName>
                                          <p:attrName>ppt_y</p:attrName>
                                        </p:attrNameLst>
                                      </p:cBhvr>
                                      <p:rCtr x="0" y="0"/>
                                    </p:animMotion>
                                  </p:childTnLst>
                                </p:cTn>
                              </p:par>
                              <p:par>
                                <p:cTn id="147" presetID="10" presetClass="exit" presetSubtype="0" fill="hold" nodeType="withEffect">
                                  <p:stCondLst>
                                    <p:cond delay="950"/>
                                  </p:stCondLst>
                                  <p:childTnLst>
                                    <p:animEffect transition="out" filter="fade">
                                      <p:cBhvr>
                                        <p:cTn id="148" dur="250"/>
                                        <p:tgtEl>
                                          <p:spTgt spid="14016"/>
                                        </p:tgtEl>
                                      </p:cBhvr>
                                    </p:animEffect>
                                    <p:set>
                                      <p:cBhvr>
                                        <p:cTn id="149" dur="1" fill="hold">
                                          <p:stCondLst>
                                            <p:cond delay="249"/>
                                          </p:stCondLst>
                                        </p:cTn>
                                        <p:tgtEl>
                                          <p:spTgt spid="14016"/>
                                        </p:tgtEl>
                                        <p:attrNameLst>
                                          <p:attrName>style.visibility</p:attrName>
                                        </p:attrNameLst>
                                      </p:cBhvr>
                                      <p:to>
                                        <p:strVal val="hidden"/>
                                      </p:to>
                                    </p:set>
                                  </p:childTnLst>
                                </p:cTn>
                              </p:par>
                              <p:par>
                                <p:cTn id="150" presetID="0" presetClass="path" presetSubtype="0" fill="hold" nodeType="withEffect">
                                  <p:stCondLst>
                                    <p:cond delay="0"/>
                                  </p:stCondLst>
                                  <p:childTnLst>
                                    <p:animMotion origin="layout" path="M 0 0 C -0.009971808 -0.035455317 -0.001888060 -0.078568638 0.018055556 -0.096296296 C 0.037999172 -0.114023955 0.062250414 -0.099652848 0.072222222 -0.064197531 E" pathEditMode="relative" rAng="0">
                                      <p:cBhvr>
                                        <p:cTn id="151" dur="1200" accel="20000" decel="20000" fill="hold"/>
                                        <p:tgtEl>
                                          <p:spTgt spid="14017"/>
                                        </p:tgtEl>
                                        <p:attrNameLst>
                                          <p:attrName>ppt_x</p:attrName>
                                          <p:attrName>ppt_y</p:attrName>
                                        </p:attrNameLst>
                                      </p:cBhvr>
                                      <p:rCtr x="0" y="0"/>
                                    </p:animMotion>
                                  </p:childTnLst>
                                </p:cTn>
                              </p:par>
                              <p:par>
                                <p:cTn id="152" presetID="10" presetClass="exit" presetSubtype="0" fill="hold" nodeType="withEffect">
                                  <p:stCondLst>
                                    <p:cond delay="950"/>
                                  </p:stCondLst>
                                  <p:childTnLst>
                                    <p:animEffect transition="out" filter="fade">
                                      <p:cBhvr>
                                        <p:cTn id="153" dur="250"/>
                                        <p:tgtEl>
                                          <p:spTgt spid="14017"/>
                                        </p:tgtEl>
                                      </p:cBhvr>
                                    </p:animEffect>
                                    <p:set>
                                      <p:cBhvr>
                                        <p:cTn id="154" dur="1" fill="hold">
                                          <p:stCondLst>
                                            <p:cond delay="249"/>
                                          </p:stCondLst>
                                        </p:cTn>
                                        <p:tgtEl>
                                          <p:spTgt spid="14017"/>
                                        </p:tgtEl>
                                        <p:attrNameLst>
                                          <p:attrName>style.visibility</p:attrName>
                                        </p:attrNameLst>
                                      </p:cBhvr>
                                      <p:to>
                                        <p:strVal val="hidden"/>
                                      </p:to>
                                    </p:set>
                                  </p:childTnLst>
                                </p:cTn>
                              </p:par>
                              <p:par>
                                <p:cTn id="155" presetID="0" presetClass="path" presetSubtype="0" fill="hold" nodeType="withEffect">
                                  <p:stCondLst>
                                    <p:cond delay="0"/>
                                  </p:stCondLst>
                                  <p:childTnLst>
                                    <p:animMotion origin="layout" path="M 0 0 C -0.009971808 0.035455317 -0.034223051 0.049826424 -0.054166667 0.032098765 C -0.074110283 0.014371107 -0.082194030 -0.028742214 -0.072222222 -0.064197531 E" pathEditMode="relative" rAng="0">
                                      <p:cBhvr>
                                        <p:cTn id="156" dur="1200" accel="20000" decel="20000" fill="hold"/>
                                        <p:tgtEl>
                                          <p:spTgt spid="14018"/>
                                        </p:tgtEl>
                                        <p:attrNameLst>
                                          <p:attrName>ppt_x</p:attrName>
                                          <p:attrName>ppt_y</p:attrName>
                                        </p:attrNameLst>
                                      </p:cBhvr>
                                      <p:rCtr x="0" y="0"/>
                                    </p:animMotion>
                                  </p:childTnLst>
                                </p:cTn>
                              </p:par>
                              <p:par>
                                <p:cTn id="157" presetID="10" presetClass="exit" presetSubtype="0" fill="hold" nodeType="withEffect">
                                  <p:stCondLst>
                                    <p:cond delay="950"/>
                                  </p:stCondLst>
                                  <p:childTnLst>
                                    <p:animEffect transition="out" filter="fade">
                                      <p:cBhvr>
                                        <p:cTn id="158" dur="250"/>
                                        <p:tgtEl>
                                          <p:spTgt spid="14018"/>
                                        </p:tgtEl>
                                      </p:cBhvr>
                                    </p:animEffect>
                                    <p:set>
                                      <p:cBhvr>
                                        <p:cTn id="159" dur="1" fill="hold">
                                          <p:stCondLst>
                                            <p:cond delay="249"/>
                                          </p:stCondLst>
                                        </p:cTn>
                                        <p:tgtEl>
                                          <p:spTgt spid="14018"/>
                                        </p:tgtEl>
                                        <p:attrNameLst>
                                          <p:attrName>style.visibility</p:attrName>
                                        </p:attrNameLst>
                                      </p:cBhvr>
                                      <p:to>
                                        <p:strVal val="hidden"/>
                                      </p:to>
                                    </p:set>
                                  </p:childTnLst>
                                </p:cTn>
                              </p:par>
                              <p:par>
                                <p:cTn id="160" presetID="10" presetClass="exit" presetSubtype="0" fill="hold" nodeType="withEffect">
                                  <p:stCondLst>
                                    <p:cond delay="950"/>
                                  </p:stCondLst>
                                  <p:childTnLst>
                                    <p:animEffect transition="out" filter="fade">
                                      <p:cBhvr>
                                        <p:cTn id="161" dur="250"/>
                                        <p:tgtEl>
                                          <p:spTgt spid="14019"/>
                                        </p:tgtEl>
                                      </p:cBhvr>
                                    </p:animEffect>
                                    <p:set>
                                      <p:cBhvr>
                                        <p:cTn id="162" dur="1" fill="hold">
                                          <p:stCondLst>
                                            <p:cond delay="249"/>
                                          </p:stCondLst>
                                        </p:cTn>
                                        <p:tgtEl>
                                          <p:spTgt spid="14019"/>
                                        </p:tgtEl>
                                        <p:attrNameLst>
                                          <p:attrName>style.visibility</p:attrName>
                                        </p:attrNameLst>
                                      </p:cBhvr>
                                      <p:to>
                                        <p:strVal val="hidden"/>
                                      </p:to>
                                    </p:set>
                                  </p:childTnLst>
                                </p:cTn>
                              </p:par>
                              <p:par>
                                <p:cTn id="163" presetID="10" presetClass="exit" presetSubtype="0" fill="hold" nodeType="withEffect">
                                  <p:stCondLst>
                                    <p:cond delay="950"/>
                                  </p:stCondLst>
                                  <p:childTnLst>
                                    <p:animEffect transition="out" filter="fade">
                                      <p:cBhvr>
                                        <p:cTn id="164" dur="250"/>
                                        <p:tgtEl>
                                          <p:spTgt spid="14020"/>
                                        </p:tgtEl>
                                      </p:cBhvr>
                                    </p:animEffect>
                                    <p:set>
                                      <p:cBhvr>
                                        <p:cTn id="165" dur="1" fill="hold">
                                          <p:stCondLst>
                                            <p:cond delay="249"/>
                                          </p:stCondLst>
                                        </p:cTn>
                                        <p:tgtEl>
                                          <p:spTgt spid="14020"/>
                                        </p:tgtEl>
                                        <p:attrNameLst>
                                          <p:attrName>style.visibility</p:attrName>
                                        </p:attrNameLst>
                                      </p:cBhvr>
                                      <p:to>
                                        <p:strVal val="hidden"/>
                                      </p:to>
                                    </p:set>
                                  </p:childTnLst>
                                </p:cTn>
                              </p:par>
                              <p:par>
                                <p:cTn id="166" presetID="10" presetClass="exit" presetSubtype="0" fill="hold" nodeType="withEffect">
                                  <p:stCondLst>
                                    <p:cond delay="0"/>
                                  </p:stCondLst>
                                  <p:childTnLst>
                                    <p:animEffect transition="out" filter="fade">
                                      <p:cBhvr>
                                        <p:cTn id="167" dur="250"/>
                                        <p:tgtEl>
                                          <p:spTgt spid="14021"/>
                                        </p:tgtEl>
                                      </p:cBhvr>
                                    </p:animEffect>
                                    <p:set>
                                      <p:cBhvr>
                                        <p:cTn id="168" dur="1" fill="hold">
                                          <p:stCondLst>
                                            <p:cond delay="249"/>
                                          </p:stCondLst>
                                        </p:cTn>
                                        <p:tgtEl>
                                          <p:spTgt spid="14021"/>
                                        </p:tgtEl>
                                        <p:attrNameLst>
                                          <p:attrName>style.visibility</p:attrName>
                                        </p:attrNameLst>
                                      </p:cBhvr>
                                      <p:to>
                                        <p:strVal val="hidden"/>
                                      </p:to>
                                    </p:set>
                                  </p:childTnLst>
                                </p:cTn>
                              </p:par>
                              <p:par>
                                <p:cTn id="169" presetID="10" presetClass="entr" presetSubtype="0" fill="hold" nodeType="withEffect">
                                  <p:stCondLst>
                                    <p:cond delay="950"/>
                                  </p:stCondLst>
                                  <p:childTnLst>
                                    <p:animEffect transition="in" filter="fade">
                                      <p:cBhvr>
                                        <p:cTn id="170" dur="300"/>
                                        <p:tgtEl>
                                          <p:spTgt spid="14023"/>
                                        </p:tgtEl>
                                      </p:cBhvr>
                                    </p:animEffect>
                                    <p:set>
                                      <p:cBhvr>
                                        <p:cTn id="171" dur="1" fill="hold">
                                          <p:stCondLst>
                                            <p:cond delay="0"/>
                                          </p:stCondLst>
                                        </p:cTn>
                                        <p:tgtEl>
                                          <p:spTgt spid="14023"/>
                                        </p:tgtEl>
                                        <p:attrNameLst>
                                          <p:attrName>style.visibility</p:attrName>
                                        </p:attrNameLst>
                                      </p:cBhvr>
                                      <p:to>
                                        <p:strVal val="visible"/>
                                      </p:to>
                                    </p:set>
                                  </p:childTnLst>
                                </p:cTn>
                              </p:par>
                              <p:par>
                                <p:cTn id="172" presetID="10" presetClass="entr" presetSubtype="0" fill="hold" nodeType="withEffect">
                                  <p:stCondLst>
                                    <p:cond delay="950"/>
                                  </p:stCondLst>
                                  <p:childTnLst>
                                    <p:animEffect transition="in" filter="fade">
                                      <p:cBhvr>
                                        <p:cTn id="173" dur="300"/>
                                        <p:tgtEl>
                                          <p:spTgt spid="14024"/>
                                        </p:tgtEl>
                                      </p:cBhvr>
                                    </p:animEffect>
                                    <p:set>
                                      <p:cBhvr>
                                        <p:cTn id="174" dur="1" fill="hold">
                                          <p:stCondLst>
                                            <p:cond delay="0"/>
                                          </p:stCondLst>
                                        </p:cTn>
                                        <p:tgtEl>
                                          <p:spTgt spid="14024"/>
                                        </p:tgtEl>
                                        <p:attrNameLst>
                                          <p:attrName>style.visibility</p:attrName>
                                        </p:attrNameLst>
                                      </p:cBhvr>
                                      <p:to>
                                        <p:strVal val="visible"/>
                                      </p:to>
                                    </p:set>
                                  </p:childTnLst>
                                </p:cTn>
                              </p:par>
                              <p:par>
                                <p:cTn id="175" presetID="10" presetClass="entr" presetSubtype="0" fill="hold" nodeType="withEffect">
                                  <p:stCondLst>
                                    <p:cond delay="950"/>
                                  </p:stCondLst>
                                  <p:childTnLst>
                                    <p:animEffect transition="in" filter="fade">
                                      <p:cBhvr>
                                        <p:cTn id="176" dur="300"/>
                                        <p:tgtEl>
                                          <p:spTgt spid="14025"/>
                                        </p:tgtEl>
                                      </p:cBhvr>
                                    </p:animEffect>
                                    <p:set>
                                      <p:cBhvr>
                                        <p:cTn id="177" dur="1" fill="hold">
                                          <p:stCondLst>
                                            <p:cond delay="0"/>
                                          </p:stCondLst>
                                        </p:cTn>
                                        <p:tgtEl>
                                          <p:spTgt spid="14025"/>
                                        </p:tgtEl>
                                        <p:attrNameLst>
                                          <p:attrName>style.visibility</p:attrName>
                                        </p:attrNameLst>
                                      </p:cBhvr>
                                      <p:to>
                                        <p:strVal val="visible"/>
                                      </p:to>
                                    </p:set>
                                  </p:childTnLst>
                                </p:cTn>
                              </p:par>
                              <p:par>
                                <p:cTn id="178" presetID="10" presetClass="entr" presetSubtype="0" fill="hold" nodeType="withEffect">
                                  <p:stCondLst>
                                    <p:cond delay="950"/>
                                  </p:stCondLst>
                                  <p:childTnLst>
                                    <p:animEffect transition="in" filter="fade">
                                      <p:cBhvr>
                                        <p:cTn id="179" dur="300"/>
                                        <p:tgtEl>
                                          <p:spTgt spid="14026"/>
                                        </p:tgtEl>
                                      </p:cBhvr>
                                    </p:animEffect>
                                    <p:set>
                                      <p:cBhvr>
                                        <p:cTn id="180" dur="1" fill="hold">
                                          <p:stCondLst>
                                            <p:cond delay="0"/>
                                          </p:stCondLst>
                                        </p:cTn>
                                        <p:tgtEl>
                                          <p:spTgt spid="14026"/>
                                        </p:tgtEl>
                                        <p:attrNameLst>
                                          <p:attrName>style.visibility</p:attrName>
                                        </p:attrNameLst>
                                      </p:cBhvr>
                                      <p:to>
                                        <p:strVal val="visible"/>
                                      </p:to>
                                    </p:set>
                                  </p:childTnLst>
                                </p:cTn>
                              </p:par>
                              <p:par>
                                <p:cTn id="181" presetID="10" presetClass="entr" presetSubtype="0" fill="hold" nodeType="withEffect">
                                  <p:stCondLst>
                                    <p:cond delay="950"/>
                                  </p:stCondLst>
                                  <p:childTnLst>
                                    <p:animEffect transition="in" filter="fade">
                                      <p:cBhvr>
                                        <p:cTn id="182" dur="300"/>
                                        <p:tgtEl>
                                          <p:spTgt spid="14027"/>
                                        </p:tgtEl>
                                      </p:cBhvr>
                                    </p:animEffect>
                                    <p:set>
                                      <p:cBhvr>
                                        <p:cTn id="183" dur="1" fill="hold">
                                          <p:stCondLst>
                                            <p:cond delay="0"/>
                                          </p:stCondLst>
                                        </p:cTn>
                                        <p:tgtEl>
                                          <p:spTgt spid="14027"/>
                                        </p:tgtEl>
                                        <p:attrNameLst>
                                          <p:attrName>style.visibility</p:attrName>
                                        </p:attrNameLst>
                                      </p:cBhvr>
                                      <p:to>
                                        <p:strVal val="visible"/>
                                      </p:to>
                                    </p:set>
                                  </p:childTnLst>
                                </p:cTn>
                              </p:par>
                              <p:par>
                                <p:cTn id="184" presetID="10" presetClass="entr" presetSubtype="0" fill="hold" nodeType="withEffect">
                                  <p:stCondLst>
                                    <p:cond delay="950"/>
                                  </p:stCondLst>
                                  <p:childTnLst>
                                    <p:animEffect transition="in" filter="fade">
                                      <p:cBhvr>
                                        <p:cTn id="185" dur="300"/>
                                        <p:tgtEl>
                                          <p:spTgt spid="14028"/>
                                        </p:tgtEl>
                                      </p:cBhvr>
                                    </p:animEffect>
                                    <p:set>
                                      <p:cBhvr>
                                        <p:cTn id="186" dur="1" fill="hold">
                                          <p:stCondLst>
                                            <p:cond delay="0"/>
                                          </p:stCondLst>
                                        </p:cTn>
                                        <p:tgtEl>
                                          <p:spTgt spid="14028"/>
                                        </p:tgtEl>
                                        <p:attrNameLst>
                                          <p:attrName>style.visibility</p:attrName>
                                        </p:attrNameLst>
                                      </p:cBhvr>
                                      <p:to>
                                        <p:strVal val="visible"/>
                                      </p:to>
                                    </p:set>
                                  </p:childTnLst>
                                </p:cTn>
                              </p:par>
                              <p:par>
                                <p:cTn id="187" presetID="10" presetClass="entr" presetSubtype="0" fill="hold" nodeType="withEffect">
                                  <p:stCondLst>
                                    <p:cond delay="950"/>
                                  </p:stCondLst>
                                  <p:childTnLst>
                                    <p:animEffect transition="in" filter="fade">
                                      <p:cBhvr>
                                        <p:cTn id="188" dur="300"/>
                                        <p:tgtEl>
                                          <p:spTgt spid="14029"/>
                                        </p:tgtEl>
                                      </p:cBhvr>
                                    </p:animEffect>
                                    <p:set>
                                      <p:cBhvr>
                                        <p:cTn id="189" dur="1" fill="hold">
                                          <p:stCondLst>
                                            <p:cond delay="0"/>
                                          </p:stCondLst>
                                        </p:cTn>
                                        <p:tgtEl>
                                          <p:spTgt spid="14029"/>
                                        </p:tgtEl>
                                        <p:attrNameLst>
                                          <p:attrName>style.visibility</p:attrName>
                                        </p:attrNameLst>
                                      </p:cBhvr>
                                      <p:to>
                                        <p:strVal val="visible"/>
                                      </p:to>
                                    </p:set>
                                  </p:childTnLst>
                                </p:cTn>
                              </p:par>
                              <p:par>
                                <p:cTn id="190" presetID="10" presetClass="entr" presetSubtype="0" fill="hold" nodeType="withEffect">
                                  <p:stCondLst>
                                    <p:cond delay="950"/>
                                  </p:stCondLst>
                                  <p:childTnLst>
                                    <p:animEffect transition="in" filter="fade">
                                      <p:cBhvr>
                                        <p:cTn id="191" dur="300"/>
                                        <p:tgtEl>
                                          <p:spTgt spid="14030"/>
                                        </p:tgtEl>
                                      </p:cBhvr>
                                    </p:animEffect>
                                    <p:set>
                                      <p:cBhvr>
                                        <p:cTn id="192" dur="1" fill="hold">
                                          <p:stCondLst>
                                            <p:cond delay="0"/>
                                          </p:stCondLst>
                                        </p:cTn>
                                        <p:tgtEl>
                                          <p:spTgt spid="14030"/>
                                        </p:tgtEl>
                                        <p:attrNameLst>
                                          <p:attrName>style.visibility</p:attrName>
                                        </p:attrNameLst>
                                      </p:cBhvr>
                                      <p:to>
                                        <p:strVal val="visible"/>
                                      </p:to>
                                    </p:set>
                                  </p:childTnLst>
                                </p:cTn>
                              </p:par>
                              <p:par>
                                <p:cTn id="193" presetID="10" presetClass="entr" presetSubtype="0" fill="hold" nodeType="withEffect">
                                  <p:stCondLst>
                                    <p:cond delay="950"/>
                                  </p:stCondLst>
                                  <p:childTnLst>
                                    <p:animEffect transition="in" filter="fade">
                                      <p:cBhvr>
                                        <p:cTn id="194" dur="300"/>
                                        <p:tgtEl>
                                          <p:spTgt spid="14031"/>
                                        </p:tgtEl>
                                      </p:cBhvr>
                                    </p:animEffect>
                                    <p:set>
                                      <p:cBhvr>
                                        <p:cTn id="195" dur="1" fill="hold">
                                          <p:stCondLst>
                                            <p:cond delay="0"/>
                                          </p:stCondLst>
                                        </p:cTn>
                                        <p:tgtEl>
                                          <p:spTgt spid="14031"/>
                                        </p:tgtEl>
                                        <p:attrNameLst>
                                          <p:attrName>style.visibility</p:attrName>
                                        </p:attrNameLst>
                                      </p:cBhvr>
                                      <p:to>
                                        <p:strVal val="visible"/>
                                      </p:to>
                                    </p:set>
                                  </p:childTnLst>
                                </p:cTn>
                              </p:par>
                              <p:par>
                                <p:cTn id="196" presetID="10" presetClass="entr" presetSubtype="0" fill="hold" nodeType="withEffect">
                                  <p:stCondLst>
                                    <p:cond delay="950"/>
                                  </p:stCondLst>
                                  <p:childTnLst>
                                    <p:animEffect transition="in" filter="fade">
                                      <p:cBhvr>
                                        <p:cTn id="197" dur="300"/>
                                        <p:tgtEl>
                                          <p:spTgt spid="14032"/>
                                        </p:tgtEl>
                                      </p:cBhvr>
                                    </p:animEffect>
                                    <p:set>
                                      <p:cBhvr>
                                        <p:cTn id="198" dur="1" fill="hold">
                                          <p:stCondLst>
                                            <p:cond delay="0"/>
                                          </p:stCondLst>
                                        </p:cTn>
                                        <p:tgtEl>
                                          <p:spTgt spid="14032"/>
                                        </p:tgtEl>
                                        <p:attrNameLst>
                                          <p:attrName>style.visibility</p:attrName>
                                        </p:attrNameLst>
                                      </p:cBhvr>
                                      <p:to>
                                        <p:strVal val="visible"/>
                                      </p:to>
                                    </p:set>
                                  </p:childTnLst>
                                </p:cTn>
                              </p:par>
                              <p:par>
                                <p:cTn id="199" presetID="10" presetClass="entr" presetSubtype="0" fill="hold" nodeType="withEffect">
                                  <p:stCondLst>
                                    <p:cond delay="950"/>
                                  </p:stCondLst>
                                  <p:childTnLst>
                                    <p:animEffect transition="in" filter="fade">
                                      <p:cBhvr>
                                        <p:cTn id="200" dur="300"/>
                                        <p:tgtEl>
                                          <p:spTgt spid="14033"/>
                                        </p:tgtEl>
                                      </p:cBhvr>
                                    </p:animEffect>
                                    <p:set>
                                      <p:cBhvr>
                                        <p:cTn id="201" dur="1" fill="hold">
                                          <p:stCondLst>
                                            <p:cond delay="0"/>
                                          </p:stCondLst>
                                        </p:cTn>
                                        <p:tgtEl>
                                          <p:spTgt spid="14033"/>
                                        </p:tgtEl>
                                        <p:attrNameLst>
                                          <p:attrName>style.visibility</p:attrName>
                                        </p:attrNameLst>
                                      </p:cBhvr>
                                      <p:to>
                                        <p:strVal val="visible"/>
                                      </p:to>
                                    </p:set>
                                  </p:childTnLst>
                                </p:cTn>
                              </p:par>
                              <p:par>
                                <p:cTn id="202" presetID="10" presetClass="entr" presetSubtype="0" fill="hold" nodeType="withEffect">
                                  <p:stCondLst>
                                    <p:cond delay="950"/>
                                  </p:stCondLst>
                                  <p:childTnLst>
                                    <p:animEffect transition="in" filter="fade">
                                      <p:cBhvr>
                                        <p:cTn id="203" dur="300"/>
                                        <p:tgtEl>
                                          <p:spTgt spid="14034"/>
                                        </p:tgtEl>
                                      </p:cBhvr>
                                    </p:animEffect>
                                    <p:set>
                                      <p:cBhvr>
                                        <p:cTn id="204" dur="1" fill="hold">
                                          <p:stCondLst>
                                            <p:cond delay="0"/>
                                          </p:stCondLst>
                                        </p:cTn>
                                        <p:tgtEl>
                                          <p:spTgt spid="14034"/>
                                        </p:tgtEl>
                                        <p:attrNameLst>
                                          <p:attrName>style.visibility</p:attrName>
                                        </p:attrNameLst>
                                      </p:cBhvr>
                                      <p:to>
                                        <p:strVal val="visible"/>
                                      </p:to>
                                    </p:set>
                                  </p:childTnLst>
                                </p:cTn>
                              </p:par>
                              <p:par>
                                <p:cTn id="205" presetID="10" presetClass="entr" presetSubtype="0" fill="hold" nodeType="withEffect">
                                  <p:stCondLst>
                                    <p:cond delay="0"/>
                                  </p:stCondLst>
                                  <p:childTnLst>
                                    <p:animEffect transition="in" filter="fade">
                                      <p:cBhvr>
                                        <p:cTn id="206" dur="300"/>
                                        <p:tgtEl>
                                          <p:spTgt spid="14035"/>
                                        </p:tgtEl>
                                      </p:cBhvr>
                                    </p:animEffect>
                                    <p:set>
                                      <p:cBhvr>
                                        <p:cTn id="207" dur="1" fill="hold">
                                          <p:stCondLst>
                                            <p:cond delay="0"/>
                                          </p:stCondLst>
                                        </p:cTn>
                                        <p:tgtEl>
                                          <p:spTgt spid="14035"/>
                                        </p:tgtEl>
                                        <p:attrNameLst>
                                          <p:attrName>style.visibility</p:attrName>
                                        </p:attrNameLst>
                                      </p:cBhvr>
                                      <p:to>
                                        <p:strVal val="visible"/>
                                      </p:to>
                                    </p:set>
                                  </p:childTnLst>
                                </p:cTn>
                              </p:par>
                            </p:childTnLst>
                          </p:cTn>
                        </p:par>
                      </p:childTnLst>
                    </p:cTn>
                  </p:par>
                  <p:par>
                    <p:cTn id="208" fill="hold">
                      <p:stCondLst>
                        <p:cond delay="indefinite"/>
                      </p:stCondLst>
                      <p:childTnLst>
                        <p:par>
                          <p:cTn id="209" fill="hold">
                            <p:stCondLst>
                              <p:cond delay="0"/>
                            </p:stCondLst>
                            <p:childTnLst>
                              <p:par>
                                <p:cTn id="210" presetID="10" presetClass="exit" presetSubtype="0" fill="hold" nodeType="clickEffect">
                                  <p:stCondLst>
                                    <p:cond delay="0"/>
                                  </p:stCondLst>
                                  <p:childTnLst>
                                    <p:animEffect transition="out" filter="fade">
                                      <p:cBhvr>
                                        <p:cTn id="211" dur="200"/>
                                        <p:tgtEl>
                                          <p:spTgt spid="14035"/>
                                        </p:tgtEl>
                                      </p:cBhvr>
                                    </p:animEffect>
                                    <p:set>
                                      <p:cBhvr>
                                        <p:cTn id="212" dur="1" fill="hold">
                                          <p:stCondLst>
                                            <p:cond delay="199"/>
                                          </p:stCondLst>
                                        </p:cTn>
                                        <p:tgtEl>
                                          <p:spTgt spid="14035"/>
                                        </p:tgtEl>
                                        <p:attrNameLst>
                                          <p:attrName>style.visibility</p:attrName>
                                        </p:attrNameLst>
                                      </p:cBhvr>
                                      <p:to>
                                        <p:strVal val="hidden"/>
                                      </p:to>
                                    </p:set>
                                  </p:childTnLst>
                                </p:cTn>
                              </p:par>
                              <p:par>
                                <p:cTn id="213" presetID="0" presetClass="path" presetSubtype="0" fill="hold" nodeType="withEffect">
                                  <p:stCondLst>
                                    <p:cond delay="0"/>
                                  </p:stCondLst>
                                  <p:childTnLst>
                                    <p:animMotion origin="layout" path="M 0 0 L 0.118055556 0.000000000 E" pathEditMode="relative" rAng="0">
                                      <p:cBhvr>
                                        <p:cTn id="214" dur="1200" accel="20000" decel="20000" fill="hold"/>
                                        <p:tgtEl>
                                          <p:spTgt spid="14023"/>
                                        </p:tgtEl>
                                        <p:attrNameLst>
                                          <p:attrName>ppt_x</p:attrName>
                                          <p:attrName>ppt_y</p:attrName>
                                        </p:attrNameLst>
                                      </p:cBhvr>
                                      <p:rCtr x="0" y="0"/>
                                    </p:animMotion>
                                  </p:childTnLst>
                                </p:cTn>
                              </p:par>
                              <p:par>
                                <p:cTn id="215" presetID="10" presetClass="exit" presetSubtype="0" fill="hold" nodeType="withEffect">
                                  <p:stCondLst>
                                    <p:cond delay="950"/>
                                  </p:stCondLst>
                                  <p:childTnLst>
                                    <p:animEffect transition="out" filter="fade">
                                      <p:cBhvr>
                                        <p:cTn id="216" dur="250"/>
                                        <p:tgtEl>
                                          <p:spTgt spid="14023"/>
                                        </p:tgtEl>
                                      </p:cBhvr>
                                    </p:animEffect>
                                    <p:set>
                                      <p:cBhvr>
                                        <p:cTn id="217" dur="1" fill="hold">
                                          <p:stCondLst>
                                            <p:cond delay="249"/>
                                          </p:stCondLst>
                                        </p:cTn>
                                        <p:tgtEl>
                                          <p:spTgt spid="14023"/>
                                        </p:tgtEl>
                                        <p:attrNameLst>
                                          <p:attrName>style.visibility</p:attrName>
                                        </p:attrNameLst>
                                      </p:cBhvr>
                                      <p:to>
                                        <p:strVal val="hidden"/>
                                      </p:to>
                                    </p:set>
                                  </p:childTnLst>
                                </p:cTn>
                              </p:par>
                              <p:par>
                                <p:cTn id="218" presetID="0" presetClass="path" presetSubtype="0" fill="hold" nodeType="withEffect">
                                  <p:stCondLst>
                                    <p:cond delay="0"/>
                                  </p:stCondLst>
                                  <p:childTnLst>
                                    <p:animMotion origin="layout" path="M 0 0 L 0.137500000 0.000000000 E" pathEditMode="relative" rAng="0">
                                      <p:cBhvr>
                                        <p:cTn id="219" dur="1200" accel="20000" decel="20000" fill="hold"/>
                                        <p:tgtEl>
                                          <p:spTgt spid="14024"/>
                                        </p:tgtEl>
                                        <p:attrNameLst>
                                          <p:attrName>ppt_x</p:attrName>
                                          <p:attrName>ppt_y</p:attrName>
                                        </p:attrNameLst>
                                      </p:cBhvr>
                                      <p:rCtr x="0" y="0"/>
                                    </p:animMotion>
                                  </p:childTnLst>
                                </p:cTn>
                              </p:par>
                              <p:par>
                                <p:cTn id="220" presetID="10" presetClass="exit" presetSubtype="0" fill="hold" nodeType="withEffect">
                                  <p:stCondLst>
                                    <p:cond delay="950"/>
                                  </p:stCondLst>
                                  <p:childTnLst>
                                    <p:animEffect transition="out" filter="fade">
                                      <p:cBhvr>
                                        <p:cTn id="221" dur="250"/>
                                        <p:tgtEl>
                                          <p:spTgt spid="14024"/>
                                        </p:tgtEl>
                                      </p:cBhvr>
                                    </p:animEffect>
                                    <p:set>
                                      <p:cBhvr>
                                        <p:cTn id="222" dur="1" fill="hold">
                                          <p:stCondLst>
                                            <p:cond delay="249"/>
                                          </p:stCondLst>
                                        </p:cTn>
                                        <p:tgtEl>
                                          <p:spTgt spid="14024"/>
                                        </p:tgtEl>
                                        <p:attrNameLst>
                                          <p:attrName>style.visibility</p:attrName>
                                        </p:attrNameLst>
                                      </p:cBhvr>
                                      <p:to>
                                        <p:strVal val="hidden"/>
                                      </p:to>
                                    </p:set>
                                  </p:childTnLst>
                                </p:cTn>
                              </p:par>
                              <p:par>
                                <p:cTn id="223" presetID="10" presetClass="exit" presetSubtype="0" fill="hold" nodeType="withEffect">
                                  <p:stCondLst>
                                    <p:cond delay="950"/>
                                  </p:stCondLst>
                                  <p:childTnLst>
                                    <p:animEffect transition="out" filter="fade">
                                      <p:cBhvr>
                                        <p:cTn id="224" dur="250"/>
                                        <p:tgtEl>
                                          <p:spTgt spid="14025"/>
                                        </p:tgtEl>
                                      </p:cBhvr>
                                    </p:animEffect>
                                    <p:set>
                                      <p:cBhvr>
                                        <p:cTn id="225" dur="1" fill="hold">
                                          <p:stCondLst>
                                            <p:cond delay="249"/>
                                          </p:stCondLst>
                                        </p:cTn>
                                        <p:tgtEl>
                                          <p:spTgt spid="14025"/>
                                        </p:tgtEl>
                                        <p:attrNameLst>
                                          <p:attrName>style.visibility</p:attrName>
                                        </p:attrNameLst>
                                      </p:cBhvr>
                                      <p:to>
                                        <p:strVal val="hidden"/>
                                      </p:to>
                                    </p:set>
                                  </p:childTnLst>
                                </p:cTn>
                              </p:par>
                              <p:par>
                                <p:cTn id="226" presetID="10" presetClass="exit" presetSubtype="0" fill="hold" nodeType="withEffect">
                                  <p:stCondLst>
                                    <p:cond delay="950"/>
                                  </p:stCondLst>
                                  <p:childTnLst>
                                    <p:animEffect transition="out" filter="fade">
                                      <p:cBhvr>
                                        <p:cTn id="227" dur="250"/>
                                        <p:tgtEl>
                                          <p:spTgt spid="14026"/>
                                        </p:tgtEl>
                                      </p:cBhvr>
                                    </p:animEffect>
                                    <p:set>
                                      <p:cBhvr>
                                        <p:cTn id="228" dur="1" fill="hold">
                                          <p:stCondLst>
                                            <p:cond delay="249"/>
                                          </p:stCondLst>
                                        </p:cTn>
                                        <p:tgtEl>
                                          <p:spTgt spid="14026"/>
                                        </p:tgtEl>
                                        <p:attrNameLst>
                                          <p:attrName>style.visibility</p:attrName>
                                        </p:attrNameLst>
                                      </p:cBhvr>
                                      <p:to>
                                        <p:strVal val="hidden"/>
                                      </p:to>
                                    </p:set>
                                  </p:childTnLst>
                                </p:cTn>
                              </p:par>
                              <p:par>
                                <p:cTn id="229" presetID="10" presetClass="exit" presetSubtype="0" fill="hold" nodeType="withEffect">
                                  <p:stCondLst>
                                    <p:cond delay="0"/>
                                  </p:stCondLst>
                                  <p:childTnLst>
                                    <p:animEffect transition="out" filter="fade">
                                      <p:cBhvr>
                                        <p:cTn id="230" dur="250"/>
                                        <p:tgtEl>
                                          <p:spTgt spid="14027"/>
                                        </p:tgtEl>
                                      </p:cBhvr>
                                    </p:animEffect>
                                    <p:set>
                                      <p:cBhvr>
                                        <p:cTn id="231" dur="1" fill="hold">
                                          <p:stCondLst>
                                            <p:cond delay="249"/>
                                          </p:stCondLst>
                                        </p:cTn>
                                        <p:tgtEl>
                                          <p:spTgt spid="14027"/>
                                        </p:tgtEl>
                                        <p:attrNameLst>
                                          <p:attrName>style.visibility</p:attrName>
                                        </p:attrNameLst>
                                      </p:cBhvr>
                                      <p:to>
                                        <p:strVal val="hidden"/>
                                      </p:to>
                                    </p:set>
                                  </p:childTnLst>
                                </p:cTn>
                              </p:par>
                              <p:par>
                                <p:cTn id="232" presetID="10" presetClass="exit" presetSubtype="0" fill="hold" nodeType="withEffect">
                                  <p:stCondLst>
                                    <p:cond delay="950"/>
                                  </p:stCondLst>
                                  <p:childTnLst>
                                    <p:animEffect transition="out" filter="fade">
                                      <p:cBhvr>
                                        <p:cTn id="233" dur="250"/>
                                        <p:tgtEl>
                                          <p:spTgt spid="14028"/>
                                        </p:tgtEl>
                                      </p:cBhvr>
                                    </p:animEffect>
                                    <p:set>
                                      <p:cBhvr>
                                        <p:cTn id="234" dur="1" fill="hold">
                                          <p:stCondLst>
                                            <p:cond delay="249"/>
                                          </p:stCondLst>
                                        </p:cTn>
                                        <p:tgtEl>
                                          <p:spTgt spid="14028"/>
                                        </p:tgtEl>
                                        <p:attrNameLst>
                                          <p:attrName>style.visibility</p:attrName>
                                        </p:attrNameLst>
                                      </p:cBhvr>
                                      <p:to>
                                        <p:strVal val="hidden"/>
                                      </p:to>
                                    </p:set>
                                  </p:childTnLst>
                                </p:cTn>
                              </p:par>
                              <p:par>
                                <p:cTn id="235"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36" dur="1200" accel="20000" decel="20000" fill="hold"/>
                                        <p:tgtEl>
                                          <p:spTgt spid="14029"/>
                                        </p:tgtEl>
                                        <p:attrNameLst>
                                          <p:attrName>ppt_x</p:attrName>
                                          <p:attrName>ppt_y</p:attrName>
                                        </p:attrNameLst>
                                      </p:cBhvr>
                                      <p:rCtr x="0" y="0"/>
                                    </p:animMotion>
                                  </p:childTnLst>
                                </p:cTn>
                              </p:par>
                              <p:par>
                                <p:cTn id="237" presetID="10" presetClass="exit" presetSubtype="0" fill="hold" nodeType="withEffect">
                                  <p:stCondLst>
                                    <p:cond delay="950"/>
                                  </p:stCondLst>
                                  <p:childTnLst>
                                    <p:animEffect transition="out" filter="fade">
                                      <p:cBhvr>
                                        <p:cTn id="238" dur="250"/>
                                        <p:tgtEl>
                                          <p:spTgt spid="14029"/>
                                        </p:tgtEl>
                                      </p:cBhvr>
                                    </p:animEffect>
                                    <p:set>
                                      <p:cBhvr>
                                        <p:cTn id="239" dur="1" fill="hold">
                                          <p:stCondLst>
                                            <p:cond delay="249"/>
                                          </p:stCondLst>
                                        </p:cTn>
                                        <p:tgtEl>
                                          <p:spTgt spid="14029"/>
                                        </p:tgtEl>
                                        <p:attrNameLst>
                                          <p:attrName>style.visibility</p:attrName>
                                        </p:attrNameLst>
                                      </p:cBhvr>
                                      <p:to>
                                        <p:strVal val="hidden"/>
                                      </p:to>
                                    </p:set>
                                  </p:childTnLst>
                                </p:cTn>
                              </p:par>
                              <p:par>
                                <p:cTn id="240"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41" dur="1200" accel="20000" decel="20000" fill="hold"/>
                                        <p:tgtEl>
                                          <p:spTgt spid="14030"/>
                                        </p:tgtEl>
                                        <p:attrNameLst>
                                          <p:attrName>ppt_x</p:attrName>
                                          <p:attrName>ppt_y</p:attrName>
                                        </p:attrNameLst>
                                      </p:cBhvr>
                                      <p:rCtr x="0" y="0"/>
                                    </p:animMotion>
                                  </p:childTnLst>
                                </p:cTn>
                              </p:par>
                              <p:par>
                                <p:cTn id="242" presetID="10" presetClass="exit" presetSubtype="0" fill="hold" nodeType="withEffect">
                                  <p:stCondLst>
                                    <p:cond delay="950"/>
                                  </p:stCondLst>
                                  <p:childTnLst>
                                    <p:animEffect transition="out" filter="fade">
                                      <p:cBhvr>
                                        <p:cTn id="243" dur="250"/>
                                        <p:tgtEl>
                                          <p:spTgt spid="14030"/>
                                        </p:tgtEl>
                                      </p:cBhvr>
                                    </p:animEffect>
                                    <p:set>
                                      <p:cBhvr>
                                        <p:cTn id="244" dur="1" fill="hold">
                                          <p:stCondLst>
                                            <p:cond delay="249"/>
                                          </p:stCondLst>
                                        </p:cTn>
                                        <p:tgtEl>
                                          <p:spTgt spid="14030"/>
                                        </p:tgtEl>
                                        <p:attrNameLst>
                                          <p:attrName>style.visibility</p:attrName>
                                        </p:attrNameLst>
                                      </p:cBhvr>
                                      <p:to>
                                        <p:strVal val="hidden"/>
                                      </p:to>
                                    </p:set>
                                  </p:childTnLst>
                                </p:cTn>
                              </p:par>
                              <p:par>
                                <p:cTn id="245"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46" dur="1200" accel="20000" decel="20000" fill="hold"/>
                                        <p:tgtEl>
                                          <p:spTgt spid="14031"/>
                                        </p:tgtEl>
                                        <p:attrNameLst>
                                          <p:attrName>ppt_x</p:attrName>
                                          <p:attrName>ppt_y</p:attrName>
                                        </p:attrNameLst>
                                      </p:cBhvr>
                                      <p:rCtr x="0" y="0"/>
                                    </p:animMotion>
                                  </p:childTnLst>
                                </p:cTn>
                              </p:par>
                              <p:par>
                                <p:cTn id="247" presetID="10" presetClass="exit" presetSubtype="0" fill="hold" nodeType="withEffect">
                                  <p:stCondLst>
                                    <p:cond delay="950"/>
                                  </p:stCondLst>
                                  <p:childTnLst>
                                    <p:animEffect transition="out" filter="fade">
                                      <p:cBhvr>
                                        <p:cTn id="248" dur="250"/>
                                        <p:tgtEl>
                                          <p:spTgt spid="14031"/>
                                        </p:tgtEl>
                                      </p:cBhvr>
                                    </p:animEffect>
                                    <p:set>
                                      <p:cBhvr>
                                        <p:cTn id="249" dur="1" fill="hold">
                                          <p:stCondLst>
                                            <p:cond delay="249"/>
                                          </p:stCondLst>
                                        </p:cTn>
                                        <p:tgtEl>
                                          <p:spTgt spid="14031"/>
                                        </p:tgtEl>
                                        <p:attrNameLst>
                                          <p:attrName>style.visibility</p:attrName>
                                        </p:attrNameLst>
                                      </p:cBhvr>
                                      <p:to>
                                        <p:strVal val="hidden"/>
                                      </p:to>
                                    </p:set>
                                  </p:childTnLst>
                                </p:cTn>
                              </p:par>
                              <p:par>
                                <p:cTn id="250" presetID="0" presetClass="path" presetSubtype="0" fill="hold" nodeType="withEffect">
                                  <p:stCondLst>
                                    <p:cond delay="0"/>
                                  </p:stCondLst>
                                  <p:childTnLst>
                                    <p:animMotion origin="layout" path="M 0 0 C -0.009204746 0.000000000 -0.016666667 -0.014371107 -0.016666667 -0.032098765 C -0.016666667 -0.049826424 -0.009204746 -0.064197531 0.000000000 -0.064197531 E" pathEditMode="relative" rAng="0">
                                      <p:cBhvr>
                                        <p:cTn id="251" dur="1200" accel="20000" decel="20000" fill="hold"/>
                                        <p:tgtEl>
                                          <p:spTgt spid="14032"/>
                                        </p:tgtEl>
                                        <p:attrNameLst>
                                          <p:attrName>ppt_x</p:attrName>
                                          <p:attrName>ppt_y</p:attrName>
                                        </p:attrNameLst>
                                      </p:cBhvr>
                                      <p:rCtr x="0" y="0"/>
                                    </p:animMotion>
                                  </p:childTnLst>
                                </p:cTn>
                              </p:par>
                              <p:par>
                                <p:cTn id="252" presetID="10" presetClass="exit" presetSubtype="0" fill="hold" nodeType="withEffect">
                                  <p:stCondLst>
                                    <p:cond delay="950"/>
                                  </p:stCondLst>
                                  <p:childTnLst>
                                    <p:animEffect transition="out" filter="fade">
                                      <p:cBhvr>
                                        <p:cTn id="253" dur="250"/>
                                        <p:tgtEl>
                                          <p:spTgt spid="14032"/>
                                        </p:tgtEl>
                                      </p:cBhvr>
                                    </p:animEffect>
                                    <p:set>
                                      <p:cBhvr>
                                        <p:cTn id="254" dur="1" fill="hold">
                                          <p:stCondLst>
                                            <p:cond delay="249"/>
                                          </p:stCondLst>
                                        </p:cTn>
                                        <p:tgtEl>
                                          <p:spTgt spid="14032"/>
                                        </p:tgtEl>
                                        <p:attrNameLst>
                                          <p:attrName>style.visibility</p:attrName>
                                        </p:attrNameLst>
                                      </p:cBhvr>
                                      <p:to>
                                        <p:strVal val="hidden"/>
                                      </p:to>
                                    </p:set>
                                  </p:childTnLst>
                                </p:cTn>
                              </p:par>
                              <p:par>
                                <p:cTn id="255" presetID="10" presetClass="exit" presetSubtype="0" fill="hold" nodeType="withEffect">
                                  <p:stCondLst>
                                    <p:cond delay="950"/>
                                  </p:stCondLst>
                                  <p:childTnLst>
                                    <p:animEffect transition="out" filter="fade">
                                      <p:cBhvr>
                                        <p:cTn id="256" dur="250"/>
                                        <p:tgtEl>
                                          <p:spTgt spid="14033"/>
                                        </p:tgtEl>
                                      </p:cBhvr>
                                    </p:animEffect>
                                    <p:set>
                                      <p:cBhvr>
                                        <p:cTn id="257" dur="1" fill="hold">
                                          <p:stCondLst>
                                            <p:cond delay="249"/>
                                          </p:stCondLst>
                                        </p:cTn>
                                        <p:tgtEl>
                                          <p:spTgt spid="14033"/>
                                        </p:tgtEl>
                                        <p:attrNameLst>
                                          <p:attrName>style.visibility</p:attrName>
                                        </p:attrNameLst>
                                      </p:cBhvr>
                                      <p:to>
                                        <p:strVal val="hidden"/>
                                      </p:to>
                                    </p:set>
                                  </p:childTnLst>
                                </p:cTn>
                              </p:par>
                              <p:par>
                                <p:cTn id="258" presetID="10" presetClass="exit" presetSubtype="0" fill="hold" nodeType="withEffect">
                                  <p:stCondLst>
                                    <p:cond delay="950"/>
                                  </p:stCondLst>
                                  <p:childTnLst>
                                    <p:animEffect transition="out" filter="fade">
                                      <p:cBhvr>
                                        <p:cTn id="259" dur="250"/>
                                        <p:tgtEl>
                                          <p:spTgt spid="14034"/>
                                        </p:tgtEl>
                                      </p:cBhvr>
                                    </p:animEffect>
                                    <p:set>
                                      <p:cBhvr>
                                        <p:cTn id="260" dur="1" fill="hold">
                                          <p:stCondLst>
                                            <p:cond delay="249"/>
                                          </p:stCondLst>
                                        </p:cTn>
                                        <p:tgtEl>
                                          <p:spTgt spid="14034"/>
                                        </p:tgtEl>
                                        <p:attrNameLst>
                                          <p:attrName>style.visibility</p:attrName>
                                        </p:attrNameLst>
                                      </p:cBhvr>
                                      <p:to>
                                        <p:strVal val="hidden"/>
                                      </p:to>
                                    </p:set>
                                  </p:childTnLst>
                                </p:cTn>
                              </p:par>
                              <p:par>
                                <p:cTn id="261" presetID="10" presetClass="entr" presetSubtype="0" fill="hold" nodeType="withEffect">
                                  <p:stCondLst>
                                    <p:cond delay="950"/>
                                  </p:stCondLst>
                                  <p:childTnLst>
                                    <p:animEffect transition="in" filter="fade">
                                      <p:cBhvr>
                                        <p:cTn id="262" dur="300"/>
                                        <p:tgtEl>
                                          <p:spTgt spid="14036"/>
                                        </p:tgtEl>
                                      </p:cBhvr>
                                    </p:animEffect>
                                    <p:set>
                                      <p:cBhvr>
                                        <p:cTn id="263" dur="1" fill="hold">
                                          <p:stCondLst>
                                            <p:cond delay="0"/>
                                          </p:stCondLst>
                                        </p:cTn>
                                        <p:tgtEl>
                                          <p:spTgt spid="14036"/>
                                        </p:tgtEl>
                                        <p:attrNameLst>
                                          <p:attrName>style.visibility</p:attrName>
                                        </p:attrNameLst>
                                      </p:cBhvr>
                                      <p:to>
                                        <p:strVal val="visible"/>
                                      </p:to>
                                    </p:set>
                                  </p:childTnLst>
                                </p:cTn>
                              </p:par>
                              <p:par>
                                <p:cTn id="264" presetID="10" presetClass="entr" presetSubtype="0" fill="hold" nodeType="withEffect">
                                  <p:stCondLst>
                                    <p:cond delay="950"/>
                                  </p:stCondLst>
                                  <p:childTnLst>
                                    <p:animEffect transition="in" filter="fade">
                                      <p:cBhvr>
                                        <p:cTn id="265" dur="300"/>
                                        <p:tgtEl>
                                          <p:spTgt spid="14037"/>
                                        </p:tgtEl>
                                      </p:cBhvr>
                                    </p:animEffect>
                                    <p:set>
                                      <p:cBhvr>
                                        <p:cTn id="266" dur="1" fill="hold">
                                          <p:stCondLst>
                                            <p:cond delay="0"/>
                                          </p:stCondLst>
                                        </p:cTn>
                                        <p:tgtEl>
                                          <p:spTgt spid="14037"/>
                                        </p:tgtEl>
                                        <p:attrNameLst>
                                          <p:attrName>style.visibility</p:attrName>
                                        </p:attrNameLst>
                                      </p:cBhvr>
                                      <p:to>
                                        <p:strVal val="visible"/>
                                      </p:to>
                                    </p:set>
                                  </p:childTnLst>
                                </p:cTn>
                              </p:par>
                              <p:par>
                                <p:cTn id="267" presetID="10" presetClass="entr" presetSubtype="0" fill="hold" nodeType="withEffect">
                                  <p:stCondLst>
                                    <p:cond delay="950"/>
                                  </p:stCondLst>
                                  <p:childTnLst>
                                    <p:animEffect transition="in" filter="fade">
                                      <p:cBhvr>
                                        <p:cTn id="268" dur="300"/>
                                        <p:tgtEl>
                                          <p:spTgt spid="14038"/>
                                        </p:tgtEl>
                                      </p:cBhvr>
                                    </p:animEffect>
                                    <p:set>
                                      <p:cBhvr>
                                        <p:cTn id="269" dur="1" fill="hold">
                                          <p:stCondLst>
                                            <p:cond delay="0"/>
                                          </p:stCondLst>
                                        </p:cTn>
                                        <p:tgtEl>
                                          <p:spTgt spid="14038"/>
                                        </p:tgtEl>
                                        <p:attrNameLst>
                                          <p:attrName>style.visibility</p:attrName>
                                        </p:attrNameLst>
                                      </p:cBhvr>
                                      <p:to>
                                        <p:strVal val="visible"/>
                                      </p:to>
                                    </p:set>
                                  </p:childTnLst>
                                </p:cTn>
                              </p:par>
                              <p:par>
                                <p:cTn id="270" presetID="10" presetClass="entr" presetSubtype="0" fill="hold" nodeType="withEffect">
                                  <p:stCondLst>
                                    <p:cond delay="950"/>
                                  </p:stCondLst>
                                  <p:childTnLst>
                                    <p:animEffect transition="in" filter="fade">
                                      <p:cBhvr>
                                        <p:cTn id="271" dur="300"/>
                                        <p:tgtEl>
                                          <p:spTgt spid="14039"/>
                                        </p:tgtEl>
                                      </p:cBhvr>
                                    </p:animEffect>
                                    <p:set>
                                      <p:cBhvr>
                                        <p:cTn id="272" dur="1" fill="hold">
                                          <p:stCondLst>
                                            <p:cond delay="0"/>
                                          </p:stCondLst>
                                        </p:cTn>
                                        <p:tgtEl>
                                          <p:spTgt spid="14039"/>
                                        </p:tgtEl>
                                        <p:attrNameLst>
                                          <p:attrName>style.visibility</p:attrName>
                                        </p:attrNameLst>
                                      </p:cBhvr>
                                      <p:to>
                                        <p:strVal val="visible"/>
                                      </p:to>
                                    </p:set>
                                  </p:childTnLst>
                                </p:cTn>
                              </p:par>
                              <p:par>
                                <p:cTn id="273" presetID="10" presetClass="entr" presetSubtype="0" fill="hold" nodeType="withEffect">
                                  <p:stCondLst>
                                    <p:cond delay="950"/>
                                  </p:stCondLst>
                                  <p:childTnLst>
                                    <p:animEffect transition="in" filter="fade">
                                      <p:cBhvr>
                                        <p:cTn id="274" dur="300"/>
                                        <p:tgtEl>
                                          <p:spTgt spid="14040"/>
                                        </p:tgtEl>
                                      </p:cBhvr>
                                    </p:animEffect>
                                    <p:set>
                                      <p:cBhvr>
                                        <p:cTn id="275" dur="1" fill="hold">
                                          <p:stCondLst>
                                            <p:cond delay="0"/>
                                          </p:stCondLst>
                                        </p:cTn>
                                        <p:tgtEl>
                                          <p:spTgt spid="14040"/>
                                        </p:tgtEl>
                                        <p:attrNameLst>
                                          <p:attrName>style.visibility</p:attrName>
                                        </p:attrNameLst>
                                      </p:cBhvr>
                                      <p:to>
                                        <p:strVal val="visible"/>
                                      </p:to>
                                    </p:set>
                                  </p:childTnLst>
                                </p:cTn>
                              </p:par>
                              <p:par>
                                <p:cTn id="276" presetID="10" presetClass="entr" presetSubtype="0" fill="hold" nodeType="withEffect">
                                  <p:stCondLst>
                                    <p:cond delay="950"/>
                                  </p:stCondLst>
                                  <p:childTnLst>
                                    <p:animEffect transition="in" filter="fade">
                                      <p:cBhvr>
                                        <p:cTn id="277" dur="300"/>
                                        <p:tgtEl>
                                          <p:spTgt spid="14041"/>
                                        </p:tgtEl>
                                      </p:cBhvr>
                                    </p:animEffect>
                                    <p:set>
                                      <p:cBhvr>
                                        <p:cTn id="278" dur="1" fill="hold">
                                          <p:stCondLst>
                                            <p:cond delay="0"/>
                                          </p:stCondLst>
                                        </p:cTn>
                                        <p:tgtEl>
                                          <p:spTgt spid="14041"/>
                                        </p:tgtEl>
                                        <p:attrNameLst>
                                          <p:attrName>style.visibility</p:attrName>
                                        </p:attrNameLst>
                                      </p:cBhvr>
                                      <p:to>
                                        <p:strVal val="visible"/>
                                      </p:to>
                                    </p:set>
                                  </p:childTnLst>
                                </p:cTn>
                              </p:par>
                              <p:par>
                                <p:cTn id="279" presetID="10" presetClass="entr" presetSubtype="0" fill="hold" nodeType="withEffect">
                                  <p:stCondLst>
                                    <p:cond delay="950"/>
                                  </p:stCondLst>
                                  <p:childTnLst>
                                    <p:animEffect transition="in" filter="fade">
                                      <p:cBhvr>
                                        <p:cTn id="280" dur="300"/>
                                        <p:tgtEl>
                                          <p:spTgt spid="14042"/>
                                        </p:tgtEl>
                                      </p:cBhvr>
                                    </p:animEffect>
                                    <p:set>
                                      <p:cBhvr>
                                        <p:cTn id="281" dur="1" fill="hold">
                                          <p:stCondLst>
                                            <p:cond delay="0"/>
                                          </p:stCondLst>
                                        </p:cTn>
                                        <p:tgtEl>
                                          <p:spTgt spid="14042"/>
                                        </p:tgtEl>
                                        <p:attrNameLst>
                                          <p:attrName>style.visibility</p:attrName>
                                        </p:attrNameLst>
                                      </p:cBhvr>
                                      <p:to>
                                        <p:strVal val="visible"/>
                                      </p:to>
                                    </p:set>
                                  </p:childTnLst>
                                </p:cTn>
                              </p:par>
                              <p:par>
                                <p:cTn id="282" presetID="10" presetClass="entr" presetSubtype="0" fill="hold" nodeType="withEffect">
                                  <p:stCondLst>
                                    <p:cond delay="950"/>
                                  </p:stCondLst>
                                  <p:childTnLst>
                                    <p:animEffect transition="in" filter="fade">
                                      <p:cBhvr>
                                        <p:cTn id="283" dur="300"/>
                                        <p:tgtEl>
                                          <p:spTgt spid="14043"/>
                                        </p:tgtEl>
                                      </p:cBhvr>
                                    </p:animEffect>
                                    <p:set>
                                      <p:cBhvr>
                                        <p:cTn id="284" dur="1" fill="hold">
                                          <p:stCondLst>
                                            <p:cond delay="0"/>
                                          </p:stCondLst>
                                        </p:cTn>
                                        <p:tgtEl>
                                          <p:spTgt spid="14043"/>
                                        </p:tgtEl>
                                        <p:attrNameLst>
                                          <p:attrName>style.visibility</p:attrName>
                                        </p:attrNameLst>
                                      </p:cBhvr>
                                      <p:to>
                                        <p:strVal val="visible"/>
                                      </p:to>
                                    </p:set>
                                  </p:childTnLst>
                                </p:cTn>
                              </p:par>
                              <p:par>
                                <p:cTn id="285" presetID="10" presetClass="entr" presetSubtype="0" fill="hold" nodeType="withEffect">
                                  <p:stCondLst>
                                    <p:cond delay="950"/>
                                  </p:stCondLst>
                                  <p:childTnLst>
                                    <p:animEffect transition="in" filter="fade">
                                      <p:cBhvr>
                                        <p:cTn id="286" dur="300"/>
                                        <p:tgtEl>
                                          <p:spTgt spid="14044"/>
                                        </p:tgtEl>
                                      </p:cBhvr>
                                    </p:animEffect>
                                    <p:set>
                                      <p:cBhvr>
                                        <p:cTn id="287" dur="1" fill="hold">
                                          <p:stCondLst>
                                            <p:cond delay="0"/>
                                          </p:stCondLst>
                                        </p:cTn>
                                        <p:tgtEl>
                                          <p:spTgt spid="14044"/>
                                        </p:tgtEl>
                                        <p:attrNameLst>
                                          <p:attrName>style.visibility</p:attrName>
                                        </p:attrNameLst>
                                      </p:cBhvr>
                                      <p:to>
                                        <p:strVal val="visible"/>
                                      </p:to>
                                    </p:set>
                                  </p:childTnLst>
                                </p:cTn>
                              </p:par>
                              <p:par>
                                <p:cTn id="288" presetID="10" presetClass="entr" presetSubtype="0" fill="hold" nodeType="withEffect">
                                  <p:stCondLst>
                                    <p:cond delay="950"/>
                                  </p:stCondLst>
                                  <p:childTnLst>
                                    <p:animEffect transition="in" filter="fade">
                                      <p:cBhvr>
                                        <p:cTn id="289" dur="300"/>
                                        <p:tgtEl>
                                          <p:spTgt spid="14045"/>
                                        </p:tgtEl>
                                      </p:cBhvr>
                                    </p:animEffect>
                                    <p:set>
                                      <p:cBhvr>
                                        <p:cTn id="290" dur="1" fill="hold">
                                          <p:stCondLst>
                                            <p:cond delay="0"/>
                                          </p:stCondLst>
                                        </p:cTn>
                                        <p:tgtEl>
                                          <p:spTgt spid="14045"/>
                                        </p:tgtEl>
                                        <p:attrNameLst>
                                          <p:attrName>style.visibility</p:attrName>
                                        </p:attrNameLst>
                                      </p:cBhvr>
                                      <p:to>
                                        <p:strVal val="visible"/>
                                      </p:to>
                                    </p:set>
                                  </p:childTnLst>
                                </p:cTn>
                              </p:par>
                              <p:par>
                                <p:cTn id="291" presetID="10" presetClass="entr" presetSubtype="0" fill="hold" nodeType="withEffect">
                                  <p:stCondLst>
                                    <p:cond delay="950"/>
                                  </p:stCondLst>
                                  <p:childTnLst>
                                    <p:animEffect transition="in" filter="fade">
                                      <p:cBhvr>
                                        <p:cTn id="292" dur="300"/>
                                        <p:tgtEl>
                                          <p:spTgt spid="14046"/>
                                        </p:tgtEl>
                                      </p:cBhvr>
                                    </p:animEffect>
                                    <p:set>
                                      <p:cBhvr>
                                        <p:cTn id="293" dur="1" fill="hold">
                                          <p:stCondLst>
                                            <p:cond delay="0"/>
                                          </p:stCondLst>
                                        </p:cTn>
                                        <p:tgtEl>
                                          <p:spTgt spid="14046"/>
                                        </p:tgtEl>
                                        <p:attrNameLst>
                                          <p:attrName>style.visibility</p:attrName>
                                        </p:attrNameLst>
                                      </p:cBhvr>
                                      <p:to>
                                        <p:strVal val="visible"/>
                                      </p:to>
                                    </p:set>
                                  </p:childTnLst>
                                </p:cTn>
                              </p:par>
                              <p:par>
                                <p:cTn id="294" presetID="10" presetClass="entr" presetSubtype="0" fill="hold" nodeType="withEffect">
                                  <p:stCondLst>
                                    <p:cond delay="0"/>
                                  </p:stCondLst>
                                  <p:childTnLst>
                                    <p:animEffect transition="in" filter="fade">
                                      <p:cBhvr>
                                        <p:cTn id="295" dur="300"/>
                                        <p:tgtEl>
                                          <p:spTgt spid="14047"/>
                                        </p:tgtEl>
                                      </p:cBhvr>
                                    </p:animEffect>
                                    <p:set>
                                      <p:cBhvr>
                                        <p:cTn id="296" dur="1" fill="hold">
                                          <p:stCondLst>
                                            <p:cond delay="0"/>
                                          </p:stCondLst>
                                        </p:cTn>
                                        <p:tgtEl>
                                          <p:spTgt spid="14047"/>
                                        </p:tgtEl>
                                        <p:attrNameLst>
                                          <p:attrName>style.visibility</p:attrName>
                                        </p:attrNameLst>
                                      </p:cBhvr>
                                      <p:to>
                                        <p:strVal val="visible"/>
                                      </p:to>
                                    </p:set>
                                  </p:childTnLst>
                                </p:cTn>
                              </p:par>
                            </p:childTnLst>
                          </p:cTn>
                        </p:par>
                      </p:childTnLst>
                    </p:cTn>
                  </p:par>
                  <p:par>
                    <p:cTn id="297" fill="hold">
                      <p:stCondLst>
                        <p:cond delay="indefinite"/>
                      </p:stCondLst>
                      <p:childTnLst>
                        <p:par>
                          <p:cTn id="298" fill="hold">
                            <p:stCondLst>
                              <p:cond delay="0"/>
                            </p:stCondLst>
                            <p:childTnLst>
                              <p:par>
                                <p:cTn id="299" presetID="10" presetClass="exit" presetSubtype="0" fill="hold" nodeType="clickEffect">
                                  <p:stCondLst>
                                    <p:cond delay="0"/>
                                  </p:stCondLst>
                                  <p:childTnLst>
                                    <p:animEffect transition="out" filter="fade">
                                      <p:cBhvr>
                                        <p:cTn id="300" dur="200"/>
                                        <p:tgtEl>
                                          <p:spTgt spid="14047"/>
                                        </p:tgtEl>
                                      </p:cBhvr>
                                    </p:animEffect>
                                    <p:set>
                                      <p:cBhvr>
                                        <p:cTn id="301" dur="1" fill="hold">
                                          <p:stCondLst>
                                            <p:cond delay="199"/>
                                          </p:stCondLst>
                                        </p:cTn>
                                        <p:tgtEl>
                                          <p:spTgt spid="14047"/>
                                        </p:tgtEl>
                                        <p:attrNameLst>
                                          <p:attrName>style.visibility</p:attrName>
                                        </p:attrNameLst>
                                      </p:cBhvr>
                                      <p:to>
                                        <p:strVal val="hidden"/>
                                      </p:to>
                                    </p:set>
                                  </p:childTnLst>
                                </p:cTn>
                              </p:par>
                              <p:par>
                                <p:cTn id="302" presetID="0" presetClass="path" presetSubtype="0" fill="hold" nodeType="withEffect">
                                  <p:stCondLst>
                                    <p:cond delay="0"/>
                                  </p:stCondLst>
                                  <p:childTnLst>
                                    <p:animMotion origin="layout" path="M 0 0 L 0.058333333 0.000000000 E" pathEditMode="relative" rAng="0">
                                      <p:cBhvr>
                                        <p:cTn id="303" dur="1200" accel="20000" decel="20000" fill="hold"/>
                                        <p:tgtEl>
                                          <p:spTgt spid="14036"/>
                                        </p:tgtEl>
                                        <p:attrNameLst>
                                          <p:attrName>ppt_x</p:attrName>
                                          <p:attrName>ppt_y</p:attrName>
                                        </p:attrNameLst>
                                      </p:cBhvr>
                                      <p:rCtr x="0" y="0"/>
                                    </p:animMotion>
                                  </p:childTnLst>
                                </p:cTn>
                              </p:par>
                              <p:par>
                                <p:cTn id="304" presetID="10" presetClass="exit" presetSubtype="0" fill="hold" nodeType="withEffect">
                                  <p:stCondLst>
                                    <p:cond delay="950"/>
                                  </p:stCondLst>
                                  <p:childTnLst>
                                    <p:animEffect transition="out" filter="fade">
                                      <p:cBhvr>
                                        <p:cTn id="305" dur="250"/>
                                        <p:tgtEl>
                                          <p:spTgt spid="14036"/>
                                        </p:tgtEl>
                                      </p:cBhvr>
                                    </p:animEffect>
                                    <p:set>
                                      <p:cBhvr>
                                        <p:cTn id="306" dur="1" fill="hold">
                                          <p:stCondLst>
                                            <p:cond delay="249"/>
                                          </p:stCondLst>
                                        </p:cTn>
                                        <p:tgtEl>
                                          <p:spTgt spid="14036"/>
                                        </p:tgtEl>
                                        <p:attrNameLst>
                                          <p:attrName>style.visibility</p:attrName>
                                        </p:attrNameLst>
                                      </p:cBhvr>
                                      <p:to>
                                        <p:strVal val="hidden"/>
                                      </p:to>
                                    </p:set>
                                  </p:childTnLst>
                                </p:cTn>
                              </p:par>
                              <p:par>
                                <p:cTn id="307" presetID="10" presetClass="exit" presetSubtype="0" fill="hold" nodeType="withEffect">
                                  <p:stCondLst>
                                    <p:cond delay="950"/>
                                  </p:stCondLst>
                                  <p:childTnLst>
                                    <p:animEffect transition="out" filter="fade">
                                      <p:cBhvr>
                                        <p:cTn id="308" dur="250"/>
                                        <p:tgtEl>
                                          <p:spTgt spid="14037"/>
                                        </p:tgtEl>
                                      </p:cBhvr>
                                    </p:animEffect>
                                    <p:set>
                                      <p:cBhvr>
                                        <p:cTn id="309" dur="1" fill="hold">
                                          <p:stCondLst>
                                            <p:cond delay="249"/>
                                          </p:stCondLst>
                                        </p:cTn>
                                        <p:tgtEl>
                                          <p:spTgt spid="14037"/>
                                        </p:tgtEl>
                                        <p:attrNameLst>
                                          <p:attrName>style.visibility</p:attrName>
                                        </p:attrNameLst>
                                      </p:cBhvr>
                                      <p:to>
                                        <p:strVal val="hidden"/>
                                      </p:to>
                                    </p:set>
                                  </p:childTnLst>
                                </p:cTn>
                              </p:par>
                              <p:par>
                                <p:cTn id="310" presetID="0" presetClass="path" presetSubtype="0" fill="hold" nodeType="withEffect">
                                  <p:stCondLst>
                                    <p:cond delay="0"/>
                                  </p:stCondLst>
                                  <p:childTnLst>
                                    <p:animMotion origin="layout" path="M 0 0 L -0.147222222 0.000000000 E" pathEditMode="relative" rAng="0">
                                      <p:cBhvr>
                                        <p:cTn id="311" dur="1200" accel="20000" decel="20000" fill="hold"/>
                                        <p:tgtEl>
                                          <p:spTgt spid="14038"/>
                                        </p:tgtEl>
                                        <p:attrNameLst>
                                          <p:attrName>ppt_x</p:attrName>
                                          <p:attrName>ppt_y</p:attrName>
                                        </p:attrNameLst>
                                      </p:cBhvr>
                                      <p:rCtr x="0" y="0"/>
                                    </p:animMotion>
                                  </p:childTnLst>
                                </p:cTn>
                              </p:par>
                              <p:par>
                                <p:cTn id="312" presetID="10" presetClass="exit" presetSubtype="0" fill="hold" nodeType="withEffect">
                                  <p:stCondLst>
                                    <p:cond delay="950"/>
                                  </p:stCondLst>
                                  <p:childTnLst>
                                    <p:animEffect transition="out" filter="fade">
                                      <p:cBhvr>
                                        <p:cTn id="313" dur="250"/>
                                        <p:tgtEl>
                                          <p:spTgt spid="14038"/>
                                        </p:tgtEl>
                                      </p:cBhvr>
                                    </p:animEffect>
                                    <p:set>
                                      <p:cBhvr>
                                        <p:cTn id="314" dur="1" fill="hold">
                                          <p:stCondLst>
                                            <p:cond delay="249"/>
                                          </p:stCondLst>
                                        </p:cTn>
                                        <p:tgtEl>
                                          <p:spTgt spid="14038"/>
                                        </p:tgtEl>
                                        <p:attrNameLst>
                                          <p:attrName>style.visibility</p:attrName>
                                        </p:attrNameLst>
                                      </p:cBhvr>
                                      <p:to>
                                        <p:strVal val="hidden"/>
                                      </p:to>
                                    </p:set>
                                  </p:childTnLst>
                                </p:cTn>
                              </p:par>
                              <p:par>
                                <p:cTn id="315" presetID="0" presetClass="path" presetSubtype="0" fill="hold" nodeType="withEffect">
                                  <p:stCondLst>
                                    <p:cond delay="0"/>
                                  </p:stCondLst>
                                  <p:childTnLst>
                                    <p:animMotion origin="layout" path="M 0 0 L -0.150000000 0.000000000 E" pathEditMode="relative" rAng="0">
                                      <p:cBhvr>
                                        <p:cTn id="316" dur="1200" accel="20000" decel="20000" fill="hold"/>
                                        <p:tgtEl>
                                          <p:spTgt spid="14039"/>
                                        </p:tgtEl>
                                        <p:attrNameLst>
                                          <p:attrName>ppt_x</p:attrName>
                                          <p:attrName>ppt_y</p:attrName>
                                        </p:attrNameLst>
                                      </p:cBhvr>
                                      <p:rCtr x="0" y="0"/>
                                    </p:animMotion>
                                  </p:childTnLst>
                                </p:cTn>
                              </p:par>
                              <p:par>
                                <p:cTn id="317" presetID="10" presetClass="exit" presetSubtype="0" fill="hold" nodeType="withEffect">
                                  <p:stCondLst>
                                    <p:cond delay="950"/>
                                  </p:stCondLst>
                                  <p:childTnLst>
                                    <p:animEffect transition="out" filter="fade">
                                      <p:cBhvr>
                                        <p:cTn id="318" dur="250"/>
                                        <p:tgtEl>
                                          <p:spTgt spid="14039"/>
                                        </p:tgtEl>
                                      </p:cBhvr>
                                    </p:animEffect>
                                    <p:set>
                                      <p:cBhvr>
                                        <p:cTn id="319" dur="1" fill="hold">
                                          <p:stCondLst>
                                            <p:cond delay="249"/>
                                          </p:stCondLst>
                                        </p:cTn>
                                        <p:tgtEl>
                                          <p:spTgt spid="14039"/>
                                        </p:tgtEl>
                                        <p:attrNameLst>
                                          <p:attrName>style.visibility</p:attrName>
                                        </p:attrNameLst>
                                      </p:cBhvr>
                                      <p:to>
                                        <p:strVal val="hidden"/>
                                      </p:to>
                                    </p:set>
                                  </p:childTnLst>
                                </p:cTn>
                              </p:par>
                              <p:par>
                                <p:cTn id="320" presetID="10" presetClass="exit" presetSubtype="0" fill="hold" nodeType="withEffect">
                                  <p:stCondLst>
                                    <p:cond delay="0"/>
                                  </p:stCondLst>
                                  <p:childTnLst>
                                    <p:animEffect transition="out" filter="fade">
                                      <p:cBhvr>
                                        <p:cTn id="321" dur="250"/>
                                        <p:tgtEl>
                                          <p:spTgt spid="14040"/>
                                        </p:tgtEl>
                                      </p:cBhvr>
                                    </p:animEffect>
                                    <p:set>
                                      <p:cBhvr>
                                        <p:cTn id="322" dur="1" fill="hold">
                                          <p:stCondLst>
                                            <p:cond delay="249"/>
                                          </p:stCondLst>
                                        </p:cTn>
                                        <p:tgtEl>
                                          <p:spTgt spid="14040"/>
                                        </p:tgtEl>
                                        <p:attrNameLst>
                                          <p:attrName>style.visibility</p:attrName>
                                        </p:attrNameLst>
                                      </p:cBhvr>
                                      <p:to>
                                        <p:strVal val="hidden"/>
                                      </p:to>
                                    </p:set>
                                  </p:childTnLst>
                                </p:cTn>
                              </p:par>
                              <p:par>
                                <p:cTn id="323"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24" dur="1200" accel="20000" decel="20000" fill="hold"/>
                                        <p:tgtEl>
                                          <p:spTgt spid="14041"/>
                                        </p:tgtEl>
                                        <p:attrNameLst>
                                          <p:attrName>ppt_x</p:attrName>
                                          <p:attrName>ppt_y</p:attrName>
                                        </p:attrNameLst>
                                      </p:cBhvr>
                                      <p:rCtr x="0" y="0"/>
                                    </p:animMotion>
                                  </p:childTnLst>
                                </p:cTn>
                              </p:par>
                              <p:par>
                                <p:cTn id="325" presetID="10" presetClass="exit" presetSubtype="0" fill="hold" nodeType="withEffect">
                                  <p:stCondLst>
                                    <p:cond delay="950"/>
                                  </p:stCondLst>
                                  <p:childTnLst>
                                    <p:animEffect transition="out" filter="fade">
                                      <p:cBhvr>
                                        <p:cTn id="326" dur="250"/>
                                        <p:tgtEl>
                                          <p:spTgt spid="14041"/>
                                        </p:tgtEl>
                                      </p:cBhvr>
                                    </p:animEffect>
                                    <p:set>
                                      <p:cBhvr>
                                        <p:cTn id="327" dur="1" fill="hold">
                                          <p:stCondLst>
                                            <p:cond delay="249"/>
                                          </p:stCondLst>
                                        </p:cTn>
                                        <p:tgtEl>
                                          <p:spTgt spid="14041"/>
                                        </p:tgtEl>
                                        <p:attrNameLst>
                                          <p:attrName>style.visibility</p:attrName>
                                        </p:attrNameLst>
                                      </p:cBhvr>
                                      <p:to>
                                        <p:strVal val="hidden"/>
                                      </p:to>
                                    </p:set>
                                  </p:childTnLst>
                                </p:cTn>
                              </p:par>
                              <p:par>
                                <p:cTn id="328"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29" dur="1200" accel="20000" decel="20000" fill="hold"/>
                                        <p:tgtEl>
                                          <p:spTgt spid="14042"/>
                                        </p:tgtEl>
                                        <p:attrNameLst>
                                          <p:attrName>ppt_x</p:attrName>
                                          <p:attrName>ppt_y</p:attrName>
                                        </p:attrNameLst>
                                      </p:cBhvr>
                                      <p:rCtr x="0" y="0"/>
                                    </p:animMotion>
                                  </p:childTnLst>
                                </p:cTn>
                              </p:par>
                              <p:par>
                                <p:cTn id="330" presetID="10" presetClass="exit" presetSubtype="0" fill="hold" nodeType="withEffect">
                                  <p:stCondLst>
                                    <p:cond delay="950"/>
                                  </p:stCondLst>
                                  <p:childTnLst>
                                    <p:animEffect transition="out" filter="fade">
                                      <p:cBhvr>
                                        <p:cTn id="331" dur="250"/>
                                        <p:tgtEl>
                                          <p:spTgt spid="14042"/>
                                        </p:tgtEl>
                                      </p:cBhvr>
                                    </p:animEffect>
                                    <p:set>
                                      <p:cBhvr>
                                        <p:cTn id="332" dur="1" fill="hold">
                                          <p:stCondLst>
                                            <p:cond delay="249"/>
                                          </p:stCondLst>
                                        </p:cTn>
                                        <p:tgtEl>
                                          <p:spTgt spid="14042"/>
                                        </p:tgtEl>
                                        <p:attrNameLst>
                                          <p:attrName>style.visibility</p:attrName>
                                        </p:attrNameLst>
                                      </p:cBhvr>
                                      <p:to>
                                        <p:strVal val="hidden"/>
                                      </p:to>
                                    </p:set>
                                  </p:childTnLst>
                                </p:cTn>
                              </p:par>
                              <p:par>
                                <p:cTn id="333"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34" dur="1200" accel="20000" decel="20000" fill="hold"/>
                                        <p:tgtEl>
                                          <p:spTgt spid="14043"/>
                                        </p:tgtEl>
                                        <p:attrNameLst>
                                          <p:attrName>ppt_x</p:attrName>
                                          <p:attrName>ppt_y</p:attrName>
                                        </p:attrNameLst>
                                      </p:cBhvr>
                                      <p:rCtr x="0" y="0"/>
                                    </p:animMotion>
                                  </p:childTnLst>
                                </p:cTn>
                              </p:par>
                              <p:par>
                                <p:cTn id="335" presetID="10" presetClass="exit" presetSubtype="0" fill="hold" nodeType="withEffect">
                                  <p:stCondLst>
                                    <p:cond delay="950"/>
                                  </p:stCondLst>
                                  <p:childTnLst>
                                    <p:animEffect transition="out" filter="fade">
                                      <p:cBhvr>
                                        <p:cTn id="336" dur="250"/>
                                        <p:tgtEl>
                                          <p:spTgt spid="14043"/>
                                        </p:tgtEl>
                                      </p:cBhvr>
                                    </p:animEffect>
                                    <p:set>
                                      <p:cBhvr>
                                        <p:cTn id="337" dur="1" fill="hold">
                                          <p:stCondLst>
                                            <p:cond delay="249"/>
                                          </p:stCondLst>
                                        </p:cTn>
                                        <p:tgtEl>
                                          <p:spTgt spid="14043"/>
                                        </p:tgtEl>
                                        <p:attrNameLst>
                                          <p:attrName>style.visibility</p:attrName>
                                        </p:attrNameLst>
                                      </p:cBhvr>
                                      <p:to>
                                        <p:strVal val="hidden"/>
                                      </p:to>
                                    </p:set>
                                  </p:childTnLst>
                                </p:cTn>
                              </p:par>
                              <p:par>
                                <p:cTn id="338" presetID="0" presetClass="path" presetSubtype="0" fill="hold" nodeType="withEffect">
                                  <p:stCondLst>
                                    <p:cond delay="0"/>
                                  </p:stCondLst>
                                  <p:childTnLst>
                                    <p:animMotion origin="layout" path="M 0 0 C 0.000000000 0.013636660 -0.016167495 0.024691358 -0.036111111 0.024691358 C -0.056054727 0.024691358 -0.072222222 0.013636660 -0.072222222 0.000000000 E" pathEditMode="relative" rAng="0">
                                      <p:cBhvr>
                                        <p:cTn id="339" dur="1200" accel="20000" decel="20000" fill="hold"/>
                                        <p:tgtEl>
                                          <p:spTgt spid="14044"/>
                                        </p:tgtEl>
                                        <p:attrNameLst>
                                          <p:attrName>ppt_x</p:attrName>
                                          <p:attrName>ppt_y</p:attrName>
                                        </p:attrNameLst>
                                      </p:cBhvr>
                                      <p:rCtr x="0" y="0"/>
                                    </p:animMotion>
                                  </p:childTnLst>
                                </p:cTn>
                              </p:par>
                              <p:par>
                                <p:cTn id="340" presetID="10" presetClass="exit" presetSubtype="0" fill="hold" nodeType="withEffect">
                                  <p:stCondLst>
                                    <p:cond delay="950"/>
                                  </p:stCondLst>
                                  <p:childTnLst>
                                    <p:animEffect transition="out" filter="fade">
                                      <p:cBhvr>
                                        <p:cTn id="341" dur="250"/>
                                        <p:tgtEl>
                                          <p:spTgt spid="14044"/>
                                        </p:tgtEl>
                                      </p:cBhvr>
                                    </p:animEffect>
                                    <p:set>
                                      <p:cBhvr>
                                        <p:cTn id="342" dur="1" fill="hold">
                                          <p:stCondLst>
                                            <p:cond delay="249"/>
                                          </p:stCondLst>
                                        </p:cTn>
                                        <p:tgtEl>
                                          <p:spTgt spid="14044"/>
                                        </p:tgtEl>
                                        <p:attrNameLst>
                                          <p:attrName>style.visibility</p:attrName>
                                        </p:attrNameLst>
                                      </p:cBhvr>
                                      <p:to>
                                        <p:strVal val="hidden"/>
                                      </p:to>
                                    </p:set>
                                  </p:childTnLst>
                                </p:cTn>
                              </p:par>
                              <p:par>
                                <p:cTn id="343" presetID="10" presetClass="exit" presetSubtype="0" fill="hold" nodeType="withEffect">
                                  <p:stCondLst>
                                    <p:cond delay="950"/>
                                  </p:stCondLst>
                                  <p:childTnLst>
                                    <p:animEffect transition="out" filter="fade">
                                      <p:cBhvr>
                                        <p:cTn id="344" dur="250"/>
                                        <p:tgtEl>
                                          <p:spTgt spid="14045"/>
                                        </p:tgtEl>
                                      </p:cBhvr>
                                    </p:animEffect>
                                    <p:set>
                                      <p:cBhvr>
                                        <p:cTn id="345" dur="1" fill="hold">
                                          <p:stCondLst>
                                            <p:cond delay="249"/>
                                          </p:stCondLst>
                                        </p:cTn>
                                        <p:tgtEl>
                                          <p:spTgt spid="14045"/>
                                        </p:tgtEl>
                                        <p:attrNameLst>
                                          <p:attrName>style.visibility</p:attrName>
                                        </p:attrNameLst>
                                      </p:cBhvr>
                                      <p:to>
                                        <p:strVal val="hidden"/>
                                      </p:to>
                                    </p:set>
                                  </p:childTnLst>
                                </p:cTn>
                              </p:par>
                              <p:par>
                                <p:cTn id="346" presetID="10" presetClass="exit" presetSubtype="0" fill="hold" nodeType="withEffect">
                                  <p:stCondLst>
                                    <p:cond delay="950"/>
                                  </p:stCondLst>
                                  <p:childTnLst>
                                    <p:animEffect transition="out" filter="fade">
                                      <p:cBhvr>
                                        <p:cTn id="347" dur="250"/>
                                        <p:tgtEl>
                                          <p:spTgt spid="14046"/>
                                        </p:tgtEl>
                                      </p:cBhvr>
                                    </p:animEffect>
                                    <p:set>
                                      <p:cBhvr>
                                        <p:cTn id="348" dur="1" fill="hold">
                                          <p:stCondLst>
                                            <p:cond delay="249"/>
                                          </p:stCondLst>
                                        </p:cTn>
                                        <p:tgtEl>
                                          <p:spTgt spid="14046"/>
                                        </p:tgtEl>
                                        <p:attrNameLst>
                                          <p:attrName>style.visibility</p:attrName>
                                        </p:attrNameLst>
                                      </p:cBhvr>
                                      <p:to>
                                        <p:strVal val="hidden"/>
                                      </p:to>
                                    </p:set>
                                  </p:childTnLst>
                                </p:cTn>
                              </p:par>
                              <p:par>
                                <p:cTn id="349" presetID="10" presetClass="entr" presetSubtype="0" fill="hold" nodeType="withEffect">
                                  <p:stCondLst>
                                    <p:cond delay="950"/>
                                  </p:stCondLst>
                                  <p:childTnLst>
                                    <p:animEffect transition="in" filter="fade">
                                      <p:cBhvr>
                                        <p:cTn id="350" dur="300"/>
                                        <p:tgtEl>
                                          <p:spTgt spid="14048"/>
                                        </p:tgtEl>
                                      </p:cBhvr>
                                    </p:animEffect>
                                    <p:set>
                                      <p:cBhvr>
                                        <p:cTn id="351" dur="1" fill="hold">
                                          <p:stCondLst>
                                            <p:cond delay="0"/>
                                          </p:stCondLst>
                                        </p:cTn>
                                        <p:tgtEl>
                                          <p:spTgt spid="14048"/>
                                        </p:tgtEl>
                                        <p:attrNameLst>
                                          <p:attrName>style.visibility</p:attrName>
                                        </p:attrNameLst>
                                      </p:cBhvr>
                                      <p:to>
                                        <p:strVal val="visible"/>
                                      </p:to>
                                    </p:set>
                                  </p:childTnLst>
                                </p:cTn>
                              </p:par>
                              <p:par>
                                <p:cTn id="352" presetID="10" presetClass="entr" presetSubtype="0" fill="hold" nodeType="withEffect">
                                  <p:stCondLst>
                                    <p:cond delay="950"/>
                                  </p:stCondLst>
                                  <p:childTnLst>
                                    <p:animEffect transition="in" filter="fade">
                                      <p:cBhvr>
                                        <p:cTn id="353" dur="300"/>
                                        <p:tgtEl>
                                          <p:spTgt spid="14049"/>
                                        </p:tgtEl>
                                      </p:cBhvr>
                                    </p:animEffect>
                                    <p:set>
                                      <p:cBhvr>
                                        <p:cTn id="354" dur="1" fill="hold">
                                          <p:stCondLst>
                                            <p:cond delay="0"/>
                                          </p:stCondLst>
                                        </p:cTn>
                                        <p:tgtEl>
                                          <p:spTgt spid="14049"/>
                                        </p:tgtEl>
                                        <p:attrNameLst>
                                          <p:attrName>style.visibility</p:attrName>
                                        </p:attrNameLst>
                                      </p:cBhvr>
                                      <p:to>
                                        <p:strVal val="visible"/>
                                      </p:to>
                                    </p:set>
                                  </p:childTnLst>
                                </p:cTn>
                              </p:par>
                              <p:par>
                                <p:cTn id="355" presetID="10" presetClass="entr" presetSubtype="0" fill="hold" nodeType="withEffect">
                                  <p:stCondLst>
                                    <p:cond delay="950"/>
                                  </p:stCondLst>
                                  <p:childTnLst>
                                    <p:animEffect transition="in" filter="fade">
                                      <p:cBhvr>
                                        <p:cTn id="356" dur="300"/>
                                        <p:tgtEl>
                                          <p:spTgt spid="14050"/>
                                        </p:tgtEl>
                                      </p:cBhvr>
                                    </p:animEffect>
                                    <p:set>
                                      <p:cBhvr>
                                        <p:cTn id="357" dur="1" fill="hold">
                                          <p:stCondLst>
                                            <p:cond delay="0"/>
                                          </p:stCondLst>
                                        </p:cTn>
                                        <p:tgtEl>
                                          <p:spTgt spid="14050"/>
                                        </p:tgtEl>
                                        <p:attrNameLst>
                                          <p:attrName>style.visibility</p:attrName>
                                        </p:attrNameLst>
                                      </p:cBhvr>
                                      <p:to>
                                        <p:strVal val="visible"/>
                                      </p:to>
                                    </p:set>
                                  </p:childTnLst>
                                </p:cTn>
                              </p:par>
                              <p:par>
                                <p:cTn id="358" presetID="10" presetClass="entr" presetSubtype="0" fill="hold" nodeType="withEffect">
                                  <p:stCondLst>
                                    <p:cond delay="950"/>
                                  </p:stCondLst>
                                  <p:childTnLst>
                                    <p:animEffect transition="in" filter="fade">
                                      <p:cBhvr>
                                        <p:cTn id="359" dur="300"/>
                                        <p:tgtEl>
                                          <p:spTgt spid="14051"/>
                                        </p:tgtEl>
                                      </p:cBhvr>
                                    </p:animEffect>
                                    <p:set>
                                      <p:cBhvr>
                                        <p:cTn id="360" dur="1" fill="hold">
                                          <p:stCondLst>
                                            <p:cond delay="0"/>
                                          </p:stCondLst>
                                        </p:cTn>
                                        <p:tgtEl>
                                          <p:spTgt spid="14051"/>
                                        </p:tgtEl>
                                        <p:attrNameLst>
                                          <p:attrName>style.visibility</p:attrName>
                                        </p:attrNameLst>
                                      </p:cBhvr>
                                      <p:to>
                                        <p:strVal val="visible"/>
                                      </p:to>
                                    </p:set>
                                  </p:childTnLst>
                                </p:cTn>
                              </p:par>
                              <p:par>
                                <p:cTn id="361" presetID="10" presetClass="entr" presetSubtype="0" fill="hold" nodeType="withEffect">
                                  <p:stCondLst>
                                    <p:cond delay="950"/>
                                  </p:stCondLst>
                                  <p:childTnLst>
                                    <p:animEffect transition="in" filter="fade">
                                      <p:cBhvr>
                                        <p:cTn id="362" dur="300"/>
                                        <p:tgtEl>
                                          <p:spTgt spid="14052"/>
                                        </p:tgtEl>
                                      </p:cBhvr>
                                    </p:animEffect>
                                    <p:set>
                                      <p:cBhvr>
                                        <p:cTn id="363" dur="1" fill="hold">
                                          <p:stCondLst>
                                            <p:cond delay="0"/>
                                          </p:stCondLst>
                                        </p:cTn>
                                        <p:tgtEl>
                                          <p:spTgt spid="14052"/>
                                        </p:tgtEl>
                                        <p:attrNameLst>
                                          <p:attrName>style.visibility</p:attrName>
                                        </p:attrNameLst>
                                      </p:cBhvr>
                                      <p:to>
                                        <p:strVal val="visible"/>
                                      </p:to>
                                    </p:set>
                                  </p:childTnLst>
                                </p:cTn>
                              </p:par>
                              <p:par>
                                <p:cTn id="364" presetID="10" presetClass="entr" presetSubtype="0" fill="hold" nodeType="withEffect">
                                  <p:stCondLst>
                                    <p:cond delay="950"/>
                                  </p:stCondLst>
                                  <p:childTnLst>
                                    <p:animEffect transition="in" filter="fade">
                                      <p:cBhvr>
                                        <p:cTn id="365" dur="300"/>
                                        <p:tgtEl>
                                          <p:spTgt spid="14053"/>
                                        </p:tgtEl>
                                      </p:cBhvr>
                                    </p:animEffect>
                                    <p:set>
                                      <p:cBhvr>
                                        <p:cTn id="366" dur="1" fill="hold">
                                          <p:stCondLst>
                                            <p:cond delay="0"/>
                                          </p:stCondLst>
                                        </p:cTn>
                                        <p:tgtEl>
                                          <p:spTgt spid="14053"/>
                                        </p:tgtEl>
                                        <p:attrNameLst>
                                          <p:attrName>style.visibility</p:attrName>
                                        </p:attrNameLst>
                                      </p:cBhvr>
                                      <p:to>
                                        <p:strVal val="visible"/>
                                      </p:to>
                                    </p:set>
                                  </p:childTnLst>
                                </p:cTn>
                              </p:par>
                              <p:par>
                                <p:cTn id="367" presetID="10" presetClass="entr" presetSubtype="0" fill="hold" nodeType="withEffect">
                                  <p:stCondLst>
                                    <p:cond delay="950"/>
                                  </p:stCondLst>
                                  <p:childTnLst>
                                    <p:animEffect transition="in" filter="fade">
                                      <p:cBhvr>
                                        <p:cTn id="368" dur="300"/>
                                        <p:tgtEl>
                                          <p:spTgt spid="14054"/>
                                        </p:tgtEl>
                                      </p:cBhvr>
                                    </p:animEffect>
                                    <p:set>
                                      <p:cBhvr>
                                        <p:cTn id="369" dur="1" fill="hold">
                                          <p:stCondLst>
                                            <p:cond delay="0"/>
                                          </p:stCondLst>
                                        </p:cTn>
                                        <p:tgtEl>
                                          <p:spTgt spid="14054"/>
                                        </p:tgtEl>
                                        <p:attrNameLst>
                                          <p:attrName>style.visibility</p:attrName>
                                        </p:attrNameLst>
                                      </p:cBhvr>
                                      <p:to>
                                        <p:strVal val="visible"/>
                                      </p:to>
                                    </p:set>
                                  </p:childTnLst>
                                </p:cTn>
                              </p:par>
                              <p:par>
                                <p:cTn id="370" presetID="10" presetClass="entr" presetSubtype="0" fill="hold" nodeType="withEffect">
                                  <p:stCondLst>
                                    <p:cond delay="950"/>
                                  </p:stCondLst>
                                  <p:childTnLst>
                                    <p:animEffect transition="in" filter="fade">
                                      <p:cBhvr>
                                        <p:cTn id="371" dur="300"/>
                                        <p:tgtEl>
                                          <p:spTgt spid="14055"/>
                                        </p:tgtEl>
                                      </p:cBhvr>
                                    </p:animEffect>
                                    <p:set>
                                      <p:cBhvr>
                                        <p:cTn id="372" dur="1" fill="hold">
                                          <p:stCondLst>
                                            <p:cond delay="0"/>
                                          </p:stCondLst>
                                        </p:cTn>
                                        <p:tgtEl>
                                          <p:spTgt spid="14055"/>
                                        </p:tgtEl>
                                        <p:attrNameLst>
                                          <p:attrName>style.visibility</p:attrName>
                                        </p:attrNameLst>
                                      </p:cBhvr>
                                      <p:to>
                                        <p:strVal val="visible"/>
                                      </p:to>
                                    </p:set>
                                  </p:childTnLst>
                                </p:cTn>
                              </p:par>
                              <p:par>
                                <p:cTn id="373" presetID="10" presetClass="entr" presetSubtype="0" fill="hold" nodeType="withEffect">
                                  <p:stCondLst>
                                    <p:cond delay="950"/>
                                  </p:stCondLst>
                                  <p:childTnLst>
                                    <p:animEffect transition="in" filter="fade">
                                      <p:cBhvr>
                                        <p:cTn id="374" dur="300"/>
                                        <p:tgtEl>
                                          <p:spTgt spid="14056"/>
                                        </p:tgtEl>
                                      </p:cBhvr>
                                    </p:animEffect>
                                    <p:set>
                                      <p:cBhvr>
                                        <p:cTn id="375" dur="1" fill="hold">
                                          <p:stCondLst>
                                            <p:cond delay="0"/>
                                          </p:stCondLst>
                                        </p:cTn>
                                        <p:tgtEl>
                                          <p:spTgt spid="14056"/>
                                        </p:tgtEl>
                                        <p:attrNameLst>
                                          <p:attrName>style.visibility</p:attrName>
                                        </p:attrNameLst>
                                      </p:cBhvr>
                                      <p:to>
                                        <p:strVal val="visible"/>
                                      </p:to>
                                    </p:set>
                                  </p:childTnLst>
                                </p:cTn>
                              </p:par>
                              <p:par>
                                <p:cTn id="376" presetID="10" presetClass="entr" presetSubtype="0" fill="hold" nodeType="withEffect">
                                  <p:stCondLst>
                                    <p:cond delay="950"/>
                                  </p:stCondLst>
                                  <p:childTnLst>
                                    <p:animEffect transition="in" filter="fade">
                                      <p:cBhvr>
                                        <p:cTn id="377" dur="300"/>
                                        <p:tgtEl>
                                          <p:spTgt spid="14057"/>
                                        </p:tgtEl>
                                      </p:cBhvr>
                                    </p:animEffect>
                                    <p:set>
                                      <p:cBhvr>
                                        <p:cTn id="378" dur="1" fill="hold">
                                          <p:stCondLst>
                                            <p:cond delay="0"/>
                                          </p:stCondLst>
                                        </p:cTn>
                                        <p:tgtEl>
                                          <p:spTgt spid="14057"/>
                                        </p:tgtEl>
                                        <p:attrNameLst>
                                          <p:attrName>style.visibility</p:attrName>
                                        </p:attrNameLst>
                                      </p:cBhvr>
                                      <p:to>
                                        <p:strVal val="visible"/>
                                      </p:to>
                                    </p:set>
                                  </p:childTnLst>
                                </p:cTn>
                              </p:par>
                              <p:par>
                                <p:cTn id="379" presetID="10" presetClass="entr" presetSubtype="0" fill="hold" nodeType="withEffect">
                                  <p:stCondLst>
                                    <p:cond delay="0"/>
                                  </p:stCondLst>
                                  <p:childTnLst>
                                    <p:animEffect transition="in" filter="fade">
                                      <p:cBhvr>
                                        <p:cTn id="380" dur="300"/>
                                        <p:tgtEl>
                                          <p:spTgt spid="14058"/>
                                        </p:tgtEl>
                                      </p:cBhvr>
                                    </p:animEffect>
                                    <p:set>
                                      <p:cBhvr>
                                        <p:cTn id="381" dur="1" fill="hold">
                                          <p:stCondLst>
                                            <p:cond delay="0"/>
                                          </p:stCondLst>
                                        </p:cTn>
                                        <p:tgtEl>
                                          <p:spTgt spid="14058"/>
                                        </p:tgtEl>
                                        <p:attrNameLst>
                                          <p:attrName>style.visibility</p:attrName>
                                        </p:attrNameLst>
                                      </p:cBhvr>
                                      <p:to>
                                        <p:strVal val="visible"/>
                                      </p:to>
                                    </p:set>
                                  </p:childTnLst>
                                </p:cTn>
                              </p:par>
                            </p:childTnLst>
                          </p:cTn>
                        </p:par>
                      </p:childTnLst>
                    </p:cTn>
                  </p:par>
                  <p:par>
                    <p:cTn id="382" fill="hold">
                      <p:stCondLst>
                        <p:cond delay="indefinite"/>
                      </p:stCondLst>
                      <p:childTnLst>
                        <p:par>
                          <p:cTn id="383" fill="hold">
                            <p:stCondLst>
                              <p:cond delay="0"/>
                            </p:stCondLst>
                            <p:childTnLst>
                              <p:par>
                                <p:cTn id="384" presetID="10" presetClass="exit" presetSubtype="0" fill="hold" nodeType="clickEffect">
                                  <p:stCondLst>
                                    <p:cond delay="0"/>
                                  </p:stCondLst>
                                  <p:childTnLst>
                                    <p:animEffect transition="out" filter="fade">
                                      <p:cBhvr>
                                        <p:cTn id="385" dur="200"/>
                                        <p:tgtEl>
                                          <p:spTgt spid="14058"/>
                                        </p:tgtEl>
                                      </p:cBhvr>
                                    </p:animEffect>
                                    <p:set>
                                      <p:cBhvr>
                                        <p:cTn id="386" dur="1" fill="hold">
                                          <p:stCondLst>
                                            <p:cond delay="199"/>
                                          </p:stCondLst>
                                        </p:cTn>
                                        <p:tgtEl>
                                          <p:spTgt spid="14058"/>
                                        </p:tgtEl>
                                        <p:attrNameLst>
                                          <p:attrName>style.visibility</p:attrName>
                                        </p:attrNameLst>
                                      </p:cBhvr>
                                      <p:to>
                                        <p:strVal val="hidden"/>
                                      </p:to>
                                    </p:set>
                                  </p:childTnLst>
                                </p:cTn>
                              </p:par>
                              <p:par>
                                <p:cTn id="387" presetID="10" presetClass="exit" presetSubtype="0" fill="hold" nodeType="withEffect">
                                  <p:stCondLst>
                                    <p:cond delay="450"/>
                                  </p:stCondLst>
                                  <p:childTnLst>
                                    <p:animEffect transition="out" filter="fade">
                                      <p:cBhvr>
                                        <p:cTn id="388" dur="250"/>
                                        <p:tgtEl>
                                          <p:spTgt spid="14048"/>
                                        </p:tgtEl>
                                      </p:cBhvr>
                                    </p:animEffect>
                                    <p:set>
                                      <p:cBhvr>
                                        <p:cTn id="389" dur="1" fill="hold">
                                          <p:stCondLst>
                                            <p:cond delay="249"/>
                                          </p:stCondLst>
                                        </p:cTn>
                                        <p:tgtEl>
                                          <p:spTgt spid="14048"/>
                                        </p:tgtEl>
                                        <p:attrNameLst>
                                          <p:attrName>style.visibility</p:attrName>
                                        </p:attrNameLst>
                                      </p:cBhvr>
                                      <p:to>
                                        <p:strVal val="hidden"/>
                                      </p:to>
                                    </p:set>
                                  </p:childTnLst>
                                </p:cTn>
                              </p:par>
                              <p:par>
                                <p:cTn id="390" presetID="10" presetClass="exit" presetSubtype="0" fill="hold" nodeType="withEffect">
                                  <p:stCondLst>
                                    <p:cond delay="0"/>
                                  </p:stCondLst>
                                  <p:childTnLst>
                                    <p:animEffect transition="out" filter="fade">
                                      <p:cBhvr>
                                        <p:cTn id="391" dur="250"/>
                                        <p:tgtEl>
                                          <p:spTgt spid="14049"/>
                                        </p:tgtEl>
                                      </p:cBhvr>
                                    </p:animEffect>
                                    <p:set>
                                      <p:cBhvr>
                                        <p:cTn id="392" dur="1" fill="hold">
                                          <p:stCondLst>
                                            <p:cond delay="249"/>
                                          </p:stCondLst>
                                        </p:cTn>
                                        <p:tgtEl>
                                          <p:spTgt spid="14049"/>
                                        </p:tgtEl>
                                        <p:attrNameLst>
                                          <p:attrName>style.visibility</p:attrName>
                                        </p:attrNameLst>
                                      </p:cBhvr>
                                      <p:to>
                                        <p:strVal val="hidden"/>
                                      </p:to>
                                    </p:set>
                                  </p:childTnLst>
                                </p:cTn>
                              </p:par>
                              <p:par>
                                <p:cTn id="393" presetID="10" presetClass="exit" presetSubtype="0" fill="hold" nodeType="withEffect">
                                  <p:stCondLst>
                                    <p:cond delay="0"/>
                                  </p:stCondLst>
                                  <p:childTnLst>
                                    <p:animEffect transition="out" filter="fade">
                                      <p:cBhvr>
                                        <p:cTn id="394" dur="250"/>
                                        <p:tgtEl>
                                          <p:spTgt spid="14050"/>
                                        </p:tgtEl>
                                      </p:cBhvr>
                                    </p:animEffect>
                                    <p:set>
                                      <p:cBhvr>
                                        <p:cTn id="395" dur="1" fill="hold">
                                          <p:stCondLst>
                                            <p:cond delay="249"/>
                                          </p:stCondLst>
                                        </p:cTn>
                                        <p:tgtEl>
                                          <p:spTgt spid="14050"/>
                                        </p:tgtEl>
                                        <p:attrNameLst>
                                          <p:attrName>style.visibility</p:attrName>
                                        </p:attrNameLst>
                                      </p:cBhvr>
                                      <p:to>
                                        <p:strVal val="hidden"/>
                                      </p:to>
                                    </p:set>
                                  </p:childTnLst>
                                </p:cTn>
                              </p:par>
                              <p:par>
                                <p:cTn id="396" presetID="10" presetClass="exit" presetSubtype="0" fill="hold" nodeType="withEffect">
                                  <p:stCondLst>
                                    <p:cond delay="0"/>
                                  </p:stCondLst>
                                  <p:childTnLst>
                                    <p:animEffect transition="out" filter="fade">
                                      <p:cBhvr>
                                        <p:cTn id="397" dur="250"/>
                                        <p:tgtEl>
                                          <p:spTgt spid="14051"/>
                                        </p:tgtEl>
                                      </p:cBhvr>
                                    </p:animEffect>
                                    <p:set>
                                      <p:cBhvr>
                                        <p:cTn id="398" dur="1" fill="hold">
                                          <p:stCondLst>
                                            <p:cond delay="249"/>
                                          </p:stCondLst>
                                        </p:cTn>
                                        <p:tgtEl>
                                          <p:spTgt spid="14051"/>
                                        </p:tgtEl>
                                        <p:attrNameLst>
                                          <p:attrName>style.visibility</p:attrName>
                                        </p:attrNameLst>
                                      </p:cBhvr>
                                      <p:to>
                                        <p:strVal val="hidden"/>
                                      </p:to>
                                    </p:set>
                                  </p:childTnLst>
                                </p:cTn>
                              </p:par>
                              <p:par>
                                <p:cTn id="399" presetID="10" presetClass="exit" presetSubtype="0" fill="hold" nodeType="withEffect">
                                  <p:stCondLst>
                                    <p:cond delay="450"/>
                                  </p:stCondLst>
                                  <p:childTnLst>
                                    <p:animEffect transition="out" filter="fade">
                                      <p:cBhvr>
                                        <p:cTn id="400" dur="250"/>
                                        <p:tgtEl>
                                          <p:spTgt spid="14052"/>
                                        </p:tgtEl>
                                      </p:cBhvr>
                                    </p:animEffect>
                                    <p:set>
                                      <p:cBhvr>
                                        <p:cTn id="401" dur="1" fill="hold">
                                          <p:stCondLst>
                                            <p:cond delay="249"/>
                                          </p:stCondLst>
                                        </p:cTn>
                                        <p:tgtEl>
                                          <p:spTgt spid="14052"/>
                                        </p:tgtEl>
                                        <p:attrNameLst>
                                          <p:attrName>style.visibility</p:attrName>
                                        </p:attrNameLst>
                                      </p:cBhvr>
                                      <p:to>
                                        <p:strVal val="hidden"/>
                                      </p:to>
                                    </p:set>
                                  </p:childTnLst>
                                </p:cTn>
                              </p:par>
                              <p:par>
                                <p:cTn id="402" presetID="10" presetClass="exit" presetSubtype="0" fill="hold" nodeType="withEffect">
                                  <p:stCondLst>
                                    <p:cond delay="450"/>
                                  </p:stCondLst>
                                  <p:childTnLst>
                                    <p:animEffect transition="out" filter="fade">
                                      <p:cBhvr>
                                        <p:cTn id="403" dur="250"/>
                                        <p:tgtEl>
                                          <p:spTgt spid="14053"/>
                                        </p:tgtEl>
                                      </p:cBhvr>
                                    </p:animEffect>
                                    <p:set>
                                      <p:cBhvr>
                                        <p:cTn id="404" dur="1" fill="hold">
                                          <p:stCondLst>
                                            <p:cond delay="249"/>
                                          </p:stCondLst>
                                        </p:cTn>
                                        <p:tgtEl>
                                          <p:spTgt spid="14053"/>
                                        </p:tgtEl>
                                        <p:attrNameLst>
                                          <p:attrName>style.visibility</p:attrName>
                                        </p:attrNameLst>
                                      </p:cBhvr>
                                      <p:to>
                                        <p:strVal val="hidden"/>
                                      </p:to>
                                    </p:set>
                                  </p:childTnLst>
                                </p:cTn>
                              </p:par>
                              <p:par>
                                <p:cTn id="405" presetID="10" presetClass="exit" presetSubtype="0" fill="hold" nodeType="withEffect">
                                  <p:stCondLst>
                                    <p:cond delay="450"/>
                                  </p:stCondLst>
                                  <p:childTnLst>
                                    <p:animEffect transition="out" filter="fade">
                                      <p:cBhvr>
                                        <p:cTn id="406" dur="250"/>
                                        <p:tgtEl>
                                          <p:spTgt spid="14054"/>
                                        </p:tgtEl>
                                      </p:cBhvr>
                                    </p:animEffect>
                                    <p:set>
                                      <p:cBhvr>
                                        <p:cTn id="407" dur="1" fill="hold">
                                          <p:stCondLst>
                                            <p:cond delay="249"/>
                                          </p:stCondLst>
                                        </p:cTn>
                                        <p:tgtEl>
                                          <p:spTgt spid="14054"/>
                                        </p:tgtEl>
                                        <p:attrNameLst>
                                          <p:attrName>style.visibility</p:attrName>
                                        </p:attrNameLst>
                                      </p:cBhvr>
                                      <p:to>
                                        <p:strVal val="hidden"/>
                                      </p:to>
                                    </p:set>
                                  </p:childTnLst>
                                </p:cTn>
                              </p:par>
                              <p:par>
                                <p:cTn id="408" presetID="10" presetClass="exit" presetSubtype="0" fill="hold" nodeType="withEffect">
                                  <p:stCondLst>
                                    <p:cond delay="450"/>
                                  </p:stCondLst>
                                  <p:childTnLst>
                                    <p:animEffect transition="out" filter="fade">
                                      <p:cBhvr>
                                        <p:cTn id="409" dur="250"/>
                                        <p:tgtEl>
                                          <p:spTgt spid="14055"/>
                                        </p:tgtEl>
                                      </p:cBhvr>
                                    </p:animEffect>
                                    <p:set>
                                      <p:cBhvr>
                                        <p:cTn id="410" dur="1" fill="hold">
                                          <p:stCondLst>
                                            <p:cond delay="249"/>
                                          </p:stCondLst>
                                        </p:cTn>
                                        <p:tgtEl>
                                          <p:spTgt spid="14055"/>
                                        </p:tgtEl>
                                        <p:attrNameLst>
                                          <p:attrName>style.visibility</p:attrName>
                                        </p:attrNameLst>
                                      </p:cBhvr>
                                      <p:to>
                                        <p:strVal val="hidden"/>
                                      </p:to>
                                    </p:set>
                                  </p:childTnLst>
                                </p:cTn>
                              </p:par>
                              <p:par>
                                <p:cTn id="411" presetID="10" presetClass="exit" presetSubtype="0" fill="hold" nodeType="withEffect">
                                  <p:stCondLst>
                                    <p:cond delay="450"/>
                                  </p:stCondLst>
                                  <p:childTnLst>
                                    <p:animEffect transition="out" filter="fade">
                                      <p:cBhvr>
                                        <p:cTn id="412" dur="250"/>
                                        <p:tgtEl>
                                          <p:spTgt spid="14056"/>
                                        </p:tgtEl>
                                      </p:cBhvr>
                                    </p:animEffect>
                                    <p:set>
                                      <p:cBhvr>
                                        <p:cTn id="413" dur="1" fill="hold">
                                          <p:stCondLst>
                                            <p:cond delay="249"/>
                                          </p:stCondLst>
                                        </p:cTn>
                                        <p:tgtEl>
                                          <p:spTgt spid="14056"/>
                                        </p:tgtEl>
                                        <p:attrNameLst>
                                          <p:attrName>style.visibility</p:attrName>
                                        </p:attrNameLst>
                                      </p:cBhvr>
                                      <p:to>
                                        <p:strVal val="hidden"/>
                                      </p:to>
                                    </p:set>
                                  </p:childTnLst>
                                </p:cTn>
                              </p:par>
                              <p:par>
                                <p:cTn id="414" presetID="10" presetClass="exit" presetSubtype="0" fill="hold" nodeType="withEffect">
                                  <p:stCondLst>
                                    <p:cond delay="450"/>
                                  </p:stCondLst>
                                  <p:childTnLst>
                                    <p:animEffect transition="out" filter="fade">
                                      <p:cBhvr>
                                        <p:cTn id="415" dur="250"/>
                                        <p:tgtEl>
                                          <p:spTgt spid="14057"/>
                                        </p:tgtEl>
                                      </p:cBhvr>
                                    </p:animEffect>
                                    <p:set>
                                      <p:cBhvr>
                                        <p:cTn id="416" dur="1" fill="hold">
                                          <p:stCondLst>
                                            <p:cond delay="249"/>
                                          </p:stCondLst>
                                        </p:cTn>
                                        <p:tgtEl>
                                          <p:spTgt spid="14057"/>
                                        </p:tgtEl>
                                        <p:attrNameLst>
                                          <p:attrName>style.visibility</p:attrName>
                                        </p:attrNameLst>
                                      </p:cBhvr>
                                      <p:to>
                                        <p:strVal val="hidden"/>
                                      </p:to>
                                    </p:set>
                                  </p:childTnLst>
                                </p:cTn>
                              </p:par>
                              <p:par>
                                <p:cTn id="417" presetID="10" presetClass="entr" presetSubtype="0" fill="hold" nodeType="withEffect">
                                  <p:stCondLst>
                                    <p:cond delay="450"/>
                                  </p:stCondLst>
                                  <p:childTnLst>
                                    <p:animEffect transition="in" filter="fade">
                                      <p:cBhvr>
                                        <p:cTn id="418" dur="300"/>
                                        <p:tgtEl>
                                          <p:spTgt spid="14059"/>
                                        </p:tgtEl>
                                      </p:cBhvr>
                                    </p:animEffect>
                                    <p:set>
                                      <p:cBhvr>
                                        <p:cTn id="419" dur="1" fill="hold">
                                          <p:stCondLst>
                                            <p:cond delay="0"/>
                                          </p:stCondLst>
                                        </p:cTn>
                                        <p:tgtEl>
                                          <p:spTgt spid="14059"/>
                                        </p:tgtEl>
                                        <p:attrNameLst>
                                          <p:attrName>style.visibility</p:attrName>
                                        </p:attrNameLst>
                                      </p:cBhvr>
                                      <p:to>
                                        <p:strVal val="visible"/>
                                      </p:to>
                                    </p:set>
                                  </p:childTnLst>
                                </p:cTn>
                              </p:par>
                              <p:par>
                                <p:cTn id="420" presetID="10" presetClass="entr" presetSubtype="0" fill="hold" nodeType="withEffect">
                                  <p:stCondLst>
                                    <p:cond delay="450"/>
                                  </p:stCondLst>
                                  <p:childTnLst>
                                    <p:animEffect transition="in" filter="fade">
                                      <p:cBhvr>
                                        <p:cTn id="421" dur="300"/>
                                        <p:tgtEl>
                                          <p:spTgt spid="14060"/>
                                        </p:tgtEl>
                                      </p:cBhvr>
                                    </p:animEffect>
                                    <p:set>
                                      <p:cBhvr>
                                        <p:cTn id="422" dur="1" fill="hold">
                                          <p:stCondLst>
                                            <p:cond delay="0"/>
                                          </p:stCondLst>
                                        </p:cTn>
                                        <p:tgtEl>
                                          <p:spTgt spid="14060"/>
                                        </p:tgtEl>
                                        <p:attrNameLst>
                                          <p:attrName>style.visibility</p:attrName>
                                        </p:attrNameLst>
                                      </p:cBhvr>
                                      <p:to>
                                        <p:strVal val="visible"/>
                                      </p:to>
                                    </p:set>
                                  </p:childTnLst>
                                </p:cTn>
                              </p:par>
                              <p:par>
                                <p:cTn id="423" presetID="10" presetClass="entr" presetSubtype="0" fill="hold" nodeType="withEffect">
                                  <p:stCondLst>
                                    <p:cond delay="450"/>
                                  </p:stCondLst>
                                  <p:childTnLst>
                                    <p:animEffect transition="in" filter="fade">
                                      <p:cBhvr>
                                        <p:cTn id="424" dur="300"/>
                                        <p:tgtEl>
                                          <p:spTgt spid="14061"/>
                                        </p:tgtEl>
                                      </p:cBhvr>
                                    </p:animEffect>
                                    <p:set>
                                      <p:cBhvr>
                                        <p:cTn id="425" dur="1" fill="hold">
                                          <p:stCondLst>
                                            <p:cond delay="0"/>
                                          </p:stCondLst>
                                        </p:cTn>
                                        <p:tgtEl>
                                          <p:spTgt spid="14061"/>
                                        </p:tgtEl>
                                        <p:attrNameLst>
                                          <p:attrName>style.visibility</p:attrName>
                                        </p:attrNameLst>
                                      </p:cBhvr>
                                      <p:to>
                                        <p:strVal val="visible"/>
                                      </p:to>
                                    </p:set>
                                  </p:childTnLst>
                                </p:cTn>
                              </p:par>
                              <p:par>
                                <p:cTn id="426" presetID="10" presetClass="entr" presetSubtype="0" fill="hold" nodeType="withEffect">
                                  <p:stCondLst>
                                    <p:cond delay="450"/>
                                  </p:stCondLst>
                                  <p:childTnLst>
                                    <p:animEffect transition="in" filter="fade">
                                      <p:cBhvr>
                                        <p:cTn id="427" dur="300"/>
                                        <p:tgtEl>
                                          <p:spTgt spid="14062"/>
                                        </p:tgtEl>
                                      </p:cBhvr>
                                    </p:animEffect>
                                    <p:set>
                                      <p:cBhvr>
                                        <p:cTn id="428" dur="1" fill="hold">
                                          <p:stCondLst>
                                            <p:cond delay="0"/>
                                          </p:stCondLst>
                                        </p:cTn>
                                        <p:tgtEl>
                                          <p:spTgt spid="14062"/>
                                        </p:tgtEl>
                                        <p:attrNameLst>
                                          <p:attrName>style.visibility</p:attrName>
                                        </p:attrNameLst>
                                      </p:cBhvr>
                                      <p:to>
                                        <p:strVal val="visible"/>
                                      </p:to>
                                    </p:set>
                                  </p:childTnLst>
                                </p:cTn>
                              </p:par>
                              <p:par>
                                <p:cTn id="429" presetID="10" presetClass="entr" presetSubtype="0" fill="hold" nodeType="withEffect">
                                  <p:stCondLst>
                                    <p:cond delay="450"/>
                                  </p:stCondLst>
                                  <p:childTnLst>
                                    <p:animEffect transition="in" filter="fade">
                                      <p:cBhvr>
                                        <p:cTn id="430" dur="300"/>
                                        <p:tgtEl>
                                          <p:spTgt spid="14063"/>
                                        </p:tgtEl>
                                      </p:cBhvr>
                                    </p:animEffect>
                                    <p:set>
                                      <p:cBhvr>
                                        <p:cTn id="431" dur="1" fill="hold">
                                          <p:stCondLst>
                                            <p:cond delay="0"/>
                                          </p:stCondLst>
                                        </p:cTn>
                                        <p:tgtEl>
                                          <p:spTgt spid="14063"/>
                                        </p:tgtEl>
                                        <p:attrNameLst>
                                          <p:attrName>style.visibility</p:attrName>
                                        </p:attrNameLst>
                                      </p:cBhvr>
                                      <p:to>
                                        <p:strVal val="visible"/>
                                      </p:to>
                                    </p:set>
                                  </p:childTnLst>
                                </p:cTn>
                              </p:par>
                              <p:par>
                                <p:cTn id="432" presetID="10" presetClass="entr" presetSubtype="0" fill="hold" nodeType="withEffect">
                                  <p:stCondLst>
                                    <p:cond delay="450"/>
                                  </p:stCondLst>
                                  <p:childTnLst>
                                    <p:animEffect transition="in" filter="fade">
                                      <p:cBhvr>
                                        <p:cTn id="433" dur="300"/>
                                        <p:tgtEl>
                                          <p:spTgt spid="14064"/>
                                        </p:tgtEl>
                                      </p:cBhvr>
                                    </p:animEffect>
                                    <p:set>
                                      <p:cBhvr>
                                        <p:cTn id="434" dur="1" fill="hold">
                                          <p:stCondLst>
                                            <p:cond delay="0"/>
                                          </p:stCondLst>
                                        </p:cTn>
                                        <p:tgtEl>
                                          <p:spTgt spid="14064"/>
                                        </p:tgtEl>
                                        <p:attrNameLst>
                                          <p:attrName>style.visibility</p:attrName>
                                        </p:attrNameLst>
                                      </p:cBhvr>
                                      <p:to>
                                        <p:strVal val="visible"/>
                                      </p:to>
                                    </p:set>
                                  </p:childTnLst>
                                </p:cTn>
                              </p:par>
                              <p:par>
                                <p:cTn id="435" presetID="10" presetClass="entr" presetSubtype="0" fill="hold" nodeType="withEffect">
                                  <p:stCondLst>
                                    <p:cond delay="450"/>
                                  </p:stCondLst>
                                  <p:childTnLst>
                                    <p:animEffect transition="in" filter="fade">
                                      <p:cBhvr>
                                        <p:cTn id="436" dur="300"/>
                                        <p:tgtEl>
                                          <p:spTgt spid="14065"/>
                                        </p:tgtEl>
                                      </p:cBhvr>
                                    </p:animEffect>
                                    <p:set>
                                      <p:cBhvr>
                                        <p:cTn id="437" dur="1" fill="hold">
                                          <p:stCondLst>
                                            <p:cond delay="0"/>
                                          </p:stCondLst>
                                        </p:cTn>
                                        <p:tgtEl>
                                          <p:spTgt spid="14065"/>
                                        </p:tgtEl>
                                        <p:attrNameLst>
                                          <p:attrName>style.visibility</p:attrName>
                                        </p:attrNameLst>
                                      </p:cBhvr>
                                      <p:to>
                                        <p:strVal val="visible"/>
                                      </p:to>
                                    </p:set>
                                  </p:childTnLst>
                                </p:cTn>
                              </p:par>
                              <p:par>
                                <p:cTn id="438" presetID="10" presetClass="entr" presetSubtype="0" fill="hold" nodeType="withEffect">
                                  <p:stCondLst>
                                    <p:cond delay="450"/>
                                  </p:stCondLst>
                                  <p:childTnLst>
                                    <p:animEffect transition="in" filter="fade">
                                      <p:cBhvr>
                                        <p:cTn id="439" dur="300"/>
                                        <p:tgtEl>
                                          <p:spTgt spid="14066"/>
                                        </p:tgtEl>
                                      </p:cBhvr>
                                    </p:animEffect>
                                    <p:set>
                                      <p:cBhvr>
                                        <p:cTn id="440" dur="1" fill="hold">
                                          <p:stCondLst>
                                            <p:cond delay="0"/>
                                          </p:stCondLst>
                                        </p:cTn>
                                        <p:tgtEl>
                                          <p:spTgt spid="14066"/>
                                        </p:tgtEl>
                                        <p:attrNameLst>
                                          <p:attrName>style.visibility</p:attrName>
                                        </p:attrNameLst>
                                      </p:cBhvr>
                                      <p:to>
                                        <p:strVal val="visible"/>
                                      </p:to>
                                    </p:set>
                                  </p:childTnLst>
                                </p:cTn>
                              </p:par>
                              <p:par>
                                <p:cTn id="441" presetID="10" presetClass="entr" presetSubtype="0" fill="hold" nodeType="withEffect">
                                  <p:stCondLst>
                                    <p:cond delay="0"/>
                                  </p:stCondLst>
                                  <p:childTnLst>
                                    <p:animEffect transition="in" filter="fade">
                                      <p:cBhvr>
                                        <p:cTn id="442" dur="300"/>
                                        <p:tgtEl>
                                          <p:spTgt spid="14067"/>
                                        </p:tgtEl>
                                      </p:cBhvr>
                                    </p:animEffect>
                                    <p:set>
                                      <p:cBhvr>
                                        <p:cTn id="443" dur="1" fill="hold">
                                          <p:stCondLst>
                                            <p:cond delay="0"/>
                                          </p:stCondLst>
                                        </p:cTn>
                                        <p:tgtEl>
                                          <p:spTgt spid="140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5708</TotalTime>
  <Words>8271</Words>
  <Application>Microsoft Office PowerPoint</Application>
  <PresentationFormat>On-screen Show (16:9)</PresentationFormat>
  <Paragraphs>1122</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55</cp:revision>
  <dcterms:created xsi:type="dcterms:W3CDTF">2019-11-27T15:26:32Z</dcterms:created>
  <dcterms:modified xsi:type="dcterms:W3CDTF">2026-09-27T21:29:22Z</dcterms:modified>
</cp:coreProperties>
</file>