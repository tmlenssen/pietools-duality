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79" r:id="rId45"/>
    <p:sldId id="480" r:id="rId46"/>
    <p:sldId id="481" r:id="rId47"/>
    <p:sldId id="482" r:id="rId4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45.xml.rels><?xml version="1.0" encoding="UTF-8" standalone="yes"?>
<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s>
</file>

<file path=ppt/slides/_rels/slide4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Flow forward arrow">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Flow return arrow">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Flow solutions">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Restored Physical PDE LFR connections">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298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711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711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4941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291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291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071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519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Flow forward arrow">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Tractability">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Tractability">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Flow return arrow">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Flow solutions">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Flow forward arrow">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Tractability">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Tractability">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Flow return arrow">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Flow solutions">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23368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Theta summary title">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