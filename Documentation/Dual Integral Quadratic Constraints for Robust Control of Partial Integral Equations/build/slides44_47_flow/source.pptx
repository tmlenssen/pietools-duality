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Restored Physical PDE LFR connections">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D44E39C9-13C2-3452-0EF8-1ED6ECFF230C}"/>
              </a:ext>
            </a:extLst>
          </p:cNvPr>
          <p:cNvSpPr/>
          <p:nvPr/>
        </p:nvSpPr>
        <p:spPr>
          <a:xfrm>
            <a:off x="-2988"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28E4D847-C090-BBB8-693C-BEA916C14EE0}"/>
              </a:ext>
            </a:extLst>
          </p:cNvPr>
          <p:cNvSpPr/>
          <p:nvPr/>
        </p:nvSpPr>
        <p:spPr>
          <a:xfrm>
            <a:off x="16711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31C25975-554D-879D-2CAC-1B9D512E76A6}"/>
              </a:ext>
            </a:extLst>
          </p:cNvPr>
          <p:cNvSpPr/>
          <p:nvPr/>
        </p:nvSpPr>
        <p:spPr>
          <a:xfrm>
            <a:off x="16711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0AD71456-660D-7315-EF48-E1E193DFA476}"/>
              </a:ext>
            </a:extLst>
          </p:cNvPr>
          <p:cNvSpPr/>
          <p:nvPr/>
        </p:nvSpPr>
        <p:spPr>
          <a:xfrm>
            <a:off x="14941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4B8B0394-3ECA-22AB-56A2-F02B81623325}"/>
                  </a:ext>
                </a:extLst>
              </p:cNvPr>
              <p:cNvSpPr/>
              <p:nvPr/>
            </p:nvSpPr>
            <p:spPr>
              <a:xfrm>
                <a:off x="21291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291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66CCDDB3-9732-9221-B6B5-130A7D91B7C5}"/>
              </a:ext>
            </a:extLst>
          </p:cNvPr>
          <p:cNvGrpSpPr/>
          <p:nvPr/>
        </p:nvGrpSpPr>
        <p:grpSpPr>
          <a:xfrm>
            <a:off x="39071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682EB208-F1CA-0DF6-2AB4-D125ACCD29FB}"/>
              </a:ext>
            </a:extLst>
          </p:cNvPr>
          <p:cNvGrpSpPr/>
          <p:nvPr/>
        </p:nvGrpSpPr>
        <p:grpSpPr>
          <a:xfrm>
            <a:off x="140519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PIE pillar">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PIE result">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PIE result">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PIE method">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PIE method">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Tractability arrow">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Tractability">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olutions arrow">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olutions">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Picture 30065">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1913554148"/>
      </p:ext>
    </p:extLst>
  </p:cSld>
  <p:clrMapOvr>
    <a:masterClrMapping/>
  </p:clrMapOvr>
  <p:transition spd="slow">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PIE pillar">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PIE result">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PIE result">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PIE method">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PIE method">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Tractability arrow">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Tractability">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Tractability">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olutions arrow">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olutions">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Picture 30065">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PIE pillar">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PIE heading">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PIE result">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PIE method">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PIE method">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Picture 18">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Tree>
    <p:extLst>
      <p:ext uri="{BB962C8B-B14F-4D97-AF65-F5344CB8AC3E}">
        <p14:creationId xmlns:p14="http://schemas.microsoft.com/office/powerpoint/2010/main" val="3667859543"/>
      </p:ext>
    </p:extLst>
  </p:cSld>
  <p:clrMapOvr>
    <a:masterClrMapping/>
  </p:clrMapOvr>
  <p:transition spd="slow">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PIE pillar">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PIE heading">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PIE result">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PIE method">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PIE method">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23368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Picture 18">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Theta summary title">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Tree>
    <p:extLst>
      <p:ext uri="{BB962C8B-B14F-4D97-AF65-F5344CB8AC3E}">
        <p14:creationId xmlns:p14="http://schemas.microsoft.com/office/powerpoint/2010/main" val="1341154288"/>
      </p:ext>
    </p:extLst>
  </p:cSld>
  <p:clrMapOvr>
    <a:masterClrMapping/>
  </p:clrMapOvr>
  <p:transition spd="slow">
    <p:push/>
  </p:transition>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