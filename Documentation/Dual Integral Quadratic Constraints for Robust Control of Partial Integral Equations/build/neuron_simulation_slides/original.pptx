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50" r:id="rId36"/>
    <p:sldId id="451" r:id="rId37"/>
    <p:sldId id="452" r:id="rId38"/>
    <p:sldId id="448" r:id="rId39"/>
    <p:sldId id="449" r:id="rId40"/>
    <p:sldId id="439" r:id="rId41"/>
    <p:sldId id="421" r:id="rId42"/>
    <p:sldId id="427" r:id="rId43"/>
    <p:sldId id="431" r:id="rId44"/>
    <p:sldId id="428" r:id="rId45"/>
    <p:sldId id="429" r:id="rId46"/>
    <p:sldId id="432" r:id="rId47"/>
    <p:sldId id="430" r:id="rId48"/>
    <p:sldId id="433" r:id="rId49"/>
    <p:sldId id="434" r:id="rId5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00" d="100"/>
          <a:sy n="100" d="100"/>
        </p:scale>
        <p:origin x="1896" y="49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26/09/2026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13" Type="http://schemas.openxmlformats.org/officeDocument/2006/relationships/image" Target="../media/image39.png"/><Relationship Id="rId18" Type="http://schemas.openxmlformats.org/officeDocument/2006/relationships/image" Target="../media/image52.png"/><Relationship Id="rId3" Type="http://schemas.openxmlformats.org/officeDocument/2006/relationships/image" Target="../media/image37.png"/><Relationship Id="rId12" Type="http://schemas.openxmlformats.org/officeDocument/2006/relationships/image" Target="../media/image38.png"/><Relationship Id="rId17" Type="http://schemas.openxmlformats.org/officeDocument/2006/relationships/image" Target="../media/image51.png"/><Relationship Id="rId2" Type="http://schemas.openxmlformats.org/officeDocument/2006/relationships/image" Target="../media/image36.png"/><Relationship Id="rId16" Type="http://schemas.openxmlformats.org/officeDocument/2006/relationships/image" Target="../media/image50.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png"/><Relationship Id="rId4" Type="http://schemas.openxmlformats.org/officeDocument/2006/relationships/image" Target="../media/image96.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png"/><Relationship Id="rId7" Type="http://schemas.openxmlformats.org/officeDocument/2006/relationships/image" Target="../media/image43.png"/><Relationship Id="rId2" Type="http://schemas.openxmlformats.org/officeDocument/2006/relationships/image" Target="../media/image53.png"/><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57.png"/><Relationship Id="rId4" Type="http://schemas.openxmlformats.org/officeDocument/2006/relationships/image" Target="../media/image40.png"/><Relationship Id="rId9" Type="http://schemas.openxmlformats.org/officeDocument/2006/relationships/image" Target="../media/image56.png"/></Relationships>
</file>

<file path=ppt/slides/_rels/slide3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image" Target="../media/image58.png"/><Relationship Id="rId16" Type="http://schemas.openxmlformats.org/officeDocument/2006/relationships/image" Target="../media/image72.png"/><Relationship Id="rId1" Type="http://schemas.openxmlformats.org/officeDocument/2006/relationships/slideLayout" Target="../slideLayouts/slideLayout12.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5" Type="http://schemas.openxmlformats.org/officeDocument/2006/relationships/image" Target="../media/image7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74.png"/></Relationships>
</file>

<file path=ppt/slides/_rels/slide4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73.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75.png"/></Relationships>
</file>

<file path=ppt/slides/_rels/slide4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76.png"/></Relationships>
</file>

<file path=ppt/slides/_rels/slide4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spTree>
    <p:extLst>
      <p:ext uri="{BB962C8B-B14F-4D97-AF65-F5344CB8AC3E}">
        <p14:creationId xmlns:p14="http://schemas.microsoft.com/office/powerpoint/2010/main" val="2622388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5"/>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6"/>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3834</TotalTime>
  <Words>4841</Words>
  <Application>Microsoft Office PowerPoint</Application>
  <PresentationFormat>On-screen Show (16:9)</PresentationFormat>
  <Paragraphs>552</Paragraphs>
  <Slides>49</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24</cp:revision>
  <dcterms:created xsi:type="dcterms:W3CDTF">2019-11-27T15:26:32Z</dcterms:created>
  <dcterms:modified xsi:type="dcterms:W3CDTF">2026-09-26T08:31:54Z</dcterms:modified>
</cp:coreProperties>
</file>