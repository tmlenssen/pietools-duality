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53" r:id="rId56"/>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50" r:id="rId36"/>
    <p:sldId id="451" r:id="rId37"/>
    <p:sldId id="452" r:id="rId38"/>
    <p:sldId id="448" r:id="rId39"/>
    <p:sldId id="449" r:id="rId40"/>
    <p:sldId id="439" r:id="rId41"/>
    <p:sldId id="421" r:id="rId42"/>
    <p:sldId id="427" r:id="rId43"/>
    <p:sldId id="431" r:id="rId44"/>
    <p:sldId id="428" r:id="rId45"/>
    <p:sldId id="429" r:id="rId46"/>
    <p:sldId id="432" r:id="rId47"/>
    <p:sldId id="430" r:id="rId48"/>
    <p:sldId id="433" r:id="rId49"/>
    <p:sldId id="434" r:id="rId5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p:scale>
          <a:sx n="100" d="100"/>
          <a:sy n="100" d="100"/>
        </p:scale>
        <p:origin x="1896" y="49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 Id="rId10" Type="http://schemas.openxmlformats.org/officeDocument/2006/relationships/image" Target="../media/neurosim_firstframe_1.png"/><Relationship Id="rId11" Type="http://schemas.openxmlformats.org/officeDocument/2006/relationships/image" Target="../media/neurosim_firstframe_2.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Relationships xmlns="http://schemas.openxmlformats.org/package/2006/relationships"><Relationship Id="rId8" Type="http://schemas.openxmlformats.org/officeDocument/2006/relationships/image" Target="../media/neurosim_s4_1.png"/><Relationship Id="rId3" Type="http://schemas.openxmlformats.org/officeDocument/2006/relationships/slideLayout" Target="../slideLayouts/slideLayout5.xml"/><Relationship Id="rId7" Type="http://schemas.openxmlformats.org/officeDocument/2006/relationships/image" Target="../media/neurosim_s4_2.png"/><Relationship Id="rId2" Type="http://schemas.openxmlformats.org/officeDocument/2006/relationships/video" Target="../media/neurosim_s4_3.mp4"/><Relationship Id="rId1" Type="http://schemas.microsoft.com/office/2007/relationships/media" Target="../media/neurosim_s4_3.mp4"/><Relationship Id="rId6" Type="http://schemas.openxmlformats.org/officeDocument/2006/relationships/image" Target="../media/neurosim_s4_4.png"/><Relationship Id="rId5" Type="http://schemas.openxmlformats.org/officeDocument/2006/relationships/image" Target="../media/neurosim_s4_5.png"/><Relationship Id="rId9" Type="http://schemas.openxmlformats.org/officeDocument/2006/relationships/image" Target="../media/neurosim_s4_6.png"/><Relationship Id="rId10" Type="http://schemas.openxmlformats.org/officeDocument/2006/relationships/notesSlide" Target="../notesSlides/notesSlide4.xml"/><Relationship Id="rId11" Type="http://schemas.openxmlformats.org/officeDocument/2006/relationships/image" Target="../media/neurosim_firstframe_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neurosim_s13_1.mp4"/><Relationship Id="rId1" Type="http://schemas.microsoft.com/office/2007/relationships/media" Target="../media/neurosim_s13_1.mp4"/><Relationship Id="rId6" Type="http://schemas.openxmlformats.org/officeDocument/2006/relationships/image" Target="../media/neurosim_s13_2.png"/><Relationship Id="rId5" Type="http://schemas.openxmlformats.org/officeDocument/2006/relationships/image" Target="../media/neurosim_s13_3.png"/><Relationship Id="rId7" Type="http://schemas.openxmlformats.org/officeDocument/2006/relationships/notesSlide" Target="../notesSlides/notesSlide11.xml"/><Relationship Id="rId8" Type="http://schemas.openxmlformats.org/officeDocument/2006/relationships/image" Target="../media/neurosim_firstframe_7.png"/></Relationships>
</file>

<file path=ppt/slides/_rels/slide14.xml.rels><?xml version="1.0" encoding="UTF-8"?><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neurosim_s14_1.mp4"/><Relationship Id="rId1" Type="http://schemas.microsoft.com/office/2007/relationships/media" Target="../media/neurosim_s14_1.mp4"/><Relationship Id="rId6" Type="http://schemas.openxmlformats.org/officeDocument/2006/relationships/image" Target="../media/neurosim_s14_2.png"/><Relationship Id="rId5" Type="http://schemas.openxmlformats.org/officeDocument/2006/relationships/image" Target="../media/neurosim_s14_3.png"/><Relationship Id="rId7" Type="http://schemas.openxmlformats.org/officeDocument/2006/relationships/notesSlide" Target="../notesSlides/notesSlide12.xml"/><Relationship Id="rId8" Type="http://schemas.openxmlformats.org/officeDocument/2006/relationships/image" Target="../media/neurosim_firstframe_8.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 Id="rId6" Type="http://schemas.openxmlformats.org/officeDocument/2006/relationships/image" Target="../media/neurosim_firstframe_3.png"/></Relationships>
</file>

<file path=ppt/slides/_rels/slide27.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 Id="rId6" Type="http://schemas.openxmlformats.org/officeDocument/2006/relationships/image" Target="../media/neurosim_firstframe_4.png"/></Relationships>
</file>

<file path=ppt/slides/_rels/slide28.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 Id="rId6" Type="http://schemas.openxmlformats.org/officeDocument/2006/relationships/image" Target="../media/neurosim_firstframe_5.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13" Type="http://schemas.openxmlformats.org/officeDocument/2006/relationships/image" Target="../media/image39.png"/><Relationship Id="rId18" Type="http://schemas.openxmlformats.org/officeDocument/2006/relationships/image" Target="../media/image52.png"/><Relationship Id="rId3" Type="http://schemas.openxmlformats.org/officeDocument/2006/relationships/image" Target="../media/image37.png"/><Relationship Id="rId12" Type="http://schemas.openxmlformats.org/officeDocument/2006/relationships/image" Target="../media/image38.png"/><Relationship Id="rId17" Type="http://schemas.openxmlformats.org/officeDocument/2006/relationships/image" Target="../media/image51.png"/><Relationship Id="rId2" Type="http://schemas.openxmlformats.org/officeDocument/2006/relationships/image" Target="../media/image36.png"/><Relationship Id="rId16"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png"/><Relationship Id="rId4" Type="http://schemas.openxmlformats.org/officeDocument/2006/relationships/image" Target="../media/image96.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png"/><Relationship Id="rId7" Type="http://schemas.openxmlformats.org/officeDocument/2006/relationships/image" Target="../media/image43.png"/><Relationship Id="rId2"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57.png"/><Relationship Id="rId4" Type="http://schemas.openxmlformats.org/officeDocument/2006/relationships/image" Target="../media/image40.png"/><Relationship Id="rId9" Type="http://schemas.openxmlformats.org/officeDocument/2006/relationships/image" Target="../media/image56.png"/></Relationships>
</file>

<file path=ppt/slides/_rels/slide3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image" Target="../media/image58.png"/><Relationship Id="rId16" Type="http://schemas.openxmlformats.org/officeDocument/2006/relationships/image" Target="../media/image72.png"/><Relationship Id="rId1" Type="http://schemas.openxmlformats.org/officeDocument/2006/relationships/slideLayout" Target="../slideLayouts/slideLayout1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73.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4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76.png"/></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77.png"/></Relationships>
</file>

<file path=ppt/slides/_rels/slide50.xml.rels><?xml version="1.0" encoding="UTF-8"?><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neurosim_s15_1.mp4"/><Relationship Id="rId1" Type="http://schemas.microsoft.com/office/2007/relationships/media" Target="../media/neurosim_s15_1.mp4"/><Relationship Id="rId6" Type="http://schemas.openxmlformats.org/officeDocument/2006/relationships/image" Target="../media/neurosim_s15_2.png"/><Relationship Id="rId5" Type="http://schemas.openxmlformats.org/officeDocument/2006/relationships/image" Target="../media/neurosim_s15_3.png"/><Relationship Id="rId7" Type="http://schemas.openxmlformats.org/officeDocument/2006/relationships/image" Target="../media/neurosim_firstframe_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10"/>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11"/>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7" name="Baked figure with larger labels"/>
          <p:cNvPicPr>
            <a:picLocks noChangeAspect="1"/>
          </p:cNvPicPr>
          <p:nvPr/>
        </p:nvPicPr>
        <p:blipFill>
          <a:blip r:embed="rId8"/>
          <a:stretch>
            <a:fillRect/>
          </a:stretch>
        </p:blipFill>
        <p:spPr>
          <a:xfrm>
            <a:off x="1057275" y="366712"/>
            <a:ext cx="6581775" cy="1109662"/>
          </a:xfrm>
          <a:prstGeom prst="rect">
            <a:avLst/>
          </a:prstGeom>
        </p:spPr>
      </p:pic>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1016000" y="2590800"/>
            <a:ext cx="7493000" cy="2107406"/>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438150" y="1117601"/>
            <a:ext cx="8458200" cy="3259931"/>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438150" y="1117601"/>
            <a:ext cx="8458200" cy="3259931"/>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mc:AlternateContent xmlns:mc="http://schemas.openxmlformats.org/markup-compatibility/2006">
        <mc:Choice xmlns:a14="http://schemas.microsoft.com/office/drawing/2010/main"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0" smtClean="0">
                                <a:latin typeface="Cambria Math" panose="02040503050406030204" pitchFamily="18" charset="0"/>
                              </a:rPr>
                            </m:ctrlPr>
                          </m:sSupPr>
                          <m:e>
                            <m:d>
                              <m:dPr>
                                <m:begChr m:val="‖"/>
                                <m:endChr m:val="‖"/>
                                <m:ctrlPr>
                                  <a:rPr lang="en-US" b="0" i="0"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0" smtClean="0">
                                <a:latin typeface="Cambria Math" panose="02040503050406030204" pitchFamily="18" charset="0"/>
                              </a:rPr>
                            </m:ctrlPr>
                          </m:sSupPr>
                          <m:e>
                            <m:d>
                              <m:dPr>
                                <m:begChr m:val="‖"/>
                                <m:endChr m:val="‖"/>
                                <m:ctrlPr>
                                  <a:rPr lang="en-US" b="0" i="0"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mc:Choice xmlns:a14="http://schemas.microsoft.com/office/drawing/2010/main"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spTree>
    <p:extLst>
      <p:ext uri="{BB962C8B-B14F-4D97-AF65-F5344CB8AC3E}">
        <p14:creationId xmlns:p14="http://schemas.microsoft.com/office/powerpoint/2010/main" val="2622388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dirty="0"/>
          </a:p>
        </p:txBody>
      </p:sp>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p:grp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5"/>
                <a:stretch>
                  <a:fillRect l="-3571" t="-3571" b="-17857"/>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6"/>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42</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81915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000" b="0" u="none" cap="none">
                <a:solidFill>
                  <a:srgbClr val="747B82"/>
                </a:solidFill>
                <a:latin typeface="Aptos"/>
                <a:ea typeface="Aptos"/>
                <a:cs typeface="Aptos"/>
              </a:rPr>
              <a:t>Paper controller: external pulse at 0.10-0.14 s; dashed trajectories show controller off.</a:t>
            </a:r>
            <a:endParaRPr lang="en-NL" sz="10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38150" y="1117601"/>
            <a:ext cx="8458200" cy="3259931"/>
          </a:xfrm>
          <a:prstGeom prst="rect">
            <a:avLst/>
          </a:prstGeom>
        </p:spPr>
      </p:pic>
    </p:spTree>
    <p:extLst>
      <p:ext uri="{BB962C8B-B14F-4D97-AF65-F5344CB8AC3E}">
        <p14:creationId xmlns:p14="http://schemas.microsoft.com/office/powerpoint/2010/main" val="396057027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3834</TotalTime>
  <Words>4841</Words>
  <Application>Microsoft Office PowerPoint</Application>
  <PresentationFormat>On-screen Show (16:9)</PresentationFormat>
  <Paragraphs>552</Paragraphs>
  <Slides>49</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24</cp:revision>
  <dcterms:created xsi:type="dcterms:W3CDTF">2019-11-27T15:26:32Z</dcterms:created>
  <dcterms:modified xsi:type="dcterms:W3CDTF">2026-09-26T08:28:56Z</dcterms:modified>
</cp:coreProperties>
</file>