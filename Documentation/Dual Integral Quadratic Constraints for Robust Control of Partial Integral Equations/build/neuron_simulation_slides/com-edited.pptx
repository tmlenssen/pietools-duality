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2"/>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53" r:id="rId16"/>
    <p:sldId id="422" r:id="rId17"/>
    <p:sldId id="424" r:id="rId18"/>
    <p:sldId id="425" r:id="rId19"/>
    <p:sldId id="440" r:id="rId20"/>
    <p:sldId id="404" r:id="rId21"/>
    <p:sldId id="405" r:id="rId22"/>
    <p:sldId id="406" r:id="rId23"/>
    <p:sldId id="407" r:id="rId24"/>
    <p:sldId id="408" r:id="rId25"/>
    <p:sldId id="409" r:id="rId26"/>
    <p:sldId id="426" r:id="rId27"/>
    <p:sldId id="441" r:id="rId28"/>
    <p:sldId id="442" r:id="rId29"/>
    <p:sldId id="443" r:id="rId30"/>
    <p:sldId id="435" r:id="rId31"/>
    <p:sldId id="436" r:id="rId32"/>
    <p:sldId id="437" r:id="rId33"/>
    <p:sldId id="438" r:id="rId34"/>
    <p:sldId id="446" r:id="rId35"/>
    <p:sldId id="447" r:id="rId36"/>
    <p:sldId id="450" r:id="rId37"/>
    <p:sldId id="451" r:id="rId38"/>
    <p:sldId id="452" r:id="rId39"/>
    <p:sldId id="448" r:id="rId40"/>
    <p:sldId id="449" r:id="rId41"/>
    <p:sldId id="439" r:id="rId42"/>
    <p:sldId id="421" r:id="rId43"/>
    <p:sldId id="427" r:id="rId44"/>
    <p:sldId id="431" r:id="rId45"/>
    <p:sldId id="428" r:id="rId46"/>
    <p:sldId id="429" r:id="rId47"/>
    <p:sldId id="432" r:id="rId48"/>
    <p:sldId id="430" r:id="rId49"/>
    <p:sldId id="433" r:id="rId50"/>
    <p:sldId id="434" r:id="rId5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896" y="49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26/09/2026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5.xml"/><Relationship Id="rId7" Type="http://schemas.openxmlformats.org/officeDocument/2006/relationships/image" Target="../media/image1.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47.png"/><Relationship Id="rId5" Type="http://schemas.openxmlformats.org/officeDocument/2006/relationships/image" Target="../media/image11.png"/><Relationship Id="rId4" Type="http://schemas.openxmlformats.org/officeDocument/2006/relationships/notesSlide" Target="../notesSlides/notesSlide4.xml"/><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22.png"/><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23.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24.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25.png"/><Relationship Id="rId4"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12" Type="http://schemas.openxmlformats.org/officeDocument/2006/relationships/image" Target="../media/image34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12" Type="http://schemas.openxmlformats.org/officeDocument/2006/relationships/image" Target="../media/image38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12" Type="http://schemas.openxmlformats.org/officeDocument/2006/relationships/image" Target="../media/image401.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7" name="Baked figure with larger labels"/>
          <p:cNvPicPr>
            <a:picLocks noChangeAspect="1"/>
          </p:cNvPicPr>
          <p:nvPr/>
        </p:nvPicPr>
        <p:blipFill>
          <a:blip r:embed="rId8"/>
          <a:stretch>
            <a:fillRect/>
          </a:stretch>
        </p:blipFill>
        <p:spPr>
          <a:xfrm>
            <a:off x="1057275" y="366712"/>
            <a:ext cx="6581775" cy="1109662"/>
          </a:xfrm>
          <a:prstGeom prst="rect">
            <a:avLst/>
          </a:prstGeom>
        </p:spPr>
      </p:pic>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016000" y="2590800"/>
            <a:ext cx="7493000" cy="2107406"/>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81915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000" b="0" u="none" cap="none">
                <a:solidFill>
                  <a:srgbClr val="747B82"/>
                </a:solidFill>
                <a:latin typeface="Aptos"/>
                <a:ea typeface="Aptos"/>
                <a:cs typeface="Aptos"/>
              </a:rPr>
              <a:t>Paper controller: external pulse at 0.10-0.14 s; dashed trajectories show controller off.</a:t>
            </a:r>
            <a:endParaRPr lang="en-NL" sz="10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42</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3834</TotalTime>
  <Words>4914</Words>
  <Application>Microsoft Office PowerPoint</Application>
  <PresentationFormat>On-screen Show (16:9)</PresentationFormat>
  <Paragraphs>560</Paragraphs>
  <Slides>50</Slides>
  <Notes>38</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Feedback stabilization</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25</cp:revision>
  <dcterms:created xsi:type="dcterms:W3CDTF">2019-11-27T15:26:32Z</dcterms:created>
  <dcterms:modified xsi:type="dcterms:W3CDTF">2026-09-26T08:48:22Z</dcterms:modified>
</cp:coreProperties>
</file>