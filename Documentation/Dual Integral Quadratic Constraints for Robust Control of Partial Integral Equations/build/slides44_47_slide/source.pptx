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53" r:id="rId49"/>
    <p:sldId id="441" r:id="rId50"/>
    <p:sldId id="471" r:id="rId51"/>
    <p:sldId id="442" r:id="rId52"/>
    <p:sldId id="443" r:id="rId53"/>
    <p:sldId id="439" r:id="rId54"/>
    <p:sldId id="458" r:id="rId55"/>
    <p:sldId id="421" r:id="rId56"/>
    <p:sldId id="427" r:id="rId57"/>
    <p:sldId id="431" r:id="rId58"/>
    <p:sldId id="428" r:id="rId59"/>
    <p:sldId id="429" r:id="rId60"/>
    <p:sldId id="432" r:id="rId61"/>
    <p:sldId id="430" r:id="rId62"/>
    <p:sldId id="433" r:id="rId63"/>
    <p:sldId id="434" r:id="rId6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45.xml.rels><?xml version="1.0" encoding="UTF-8" standalone="yes"?>
<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s>
</file>

<file path=ppt/slides/_rels/slide46.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s>
</file>

<file path=ppt/slides/_rels/slide4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Flow forward arrow">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Flow return arrow">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Flow solutions">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Restored Physical PDE LFR connections">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298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711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711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4941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291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291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071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519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Flow forward arrow">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Tractability">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Tractability">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Flow return arrow">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Flow solutions">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Tree>
    <p:extLst>
      <p:ext uri="{BB962C8B-B14F-4D97-AF65-F5344CB8AC3E}">
        <p14:creationId xmlns:p14="http://schemas.microsoft.com/office/powerpoint/2010/main" val="1913554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Flow forward arrow">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Tractability">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Tractability">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Flow return arrow">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Flow solutions">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Tree>
    <p:extLst>
      <p:ext uri="{BB962C8B-B14F-4D97-AF65-F5344CB8AC3E}">
        <p14:creationId xmlns:p14="http://schemas.microsoft.com/office/powerpoint/2010/main" val="3667859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23368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Theta summary title">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