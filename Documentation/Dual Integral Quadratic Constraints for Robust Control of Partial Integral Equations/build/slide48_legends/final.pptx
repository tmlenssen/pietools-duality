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53" r:id="rId49"/>
    <p:sldId id="441" r:id="rId50"/>
    <p:sldId id="471" r:id="rId51"/>
    <p:sldId id="442" r:id="rId52"/>
    <p:sldId id="443" r:id="rId53"/>
    <p:sldId id="439" r:id="rId54"/>
    <p:sldId id="458" r:id="rId55"/>
    <p:sldId id="421" r:id="rId56"/>
    <p:sldId id="427" r:id="rId57"/>
    <p:sldId id="431" r:id="rId58"/>
    <p:sldId id="428" r:id="rId59"/>
    <p:sldId id="429" r:id="rId60"/>
    <p:sldId id="432" r:id="rId61"/>
    <p:sldId id="430" r:id="rId62"/>
    <p:sldId id="433" r:id="rId63"/>
    <p:sldId id="434" r:id="rId6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 Id="rIdSlideFlow118" Type="http://schemas.openxmlformats.org/officeDocument/2006/relationships/image" Target="../media/image91.png"/><Relationship Id="rIdSlideFlow119" Type="http://schemas.openxmlformats.org/officeDocument/2006/relationships/image" Target="../media/image92.png"/><Relationship Id="rIdSlideFlow120" Type="http://schemas.openxmlformats.org/officeDocument/2006/relationships/image" Target="../media/image94.png"/><Relationship Id="rIdSlideFlow121" Type="http://schemas.openxmlformats.org/officeDocument/2006/relationships/image" Target="../media/image93.png"/></Relationships>
</file>

<file path=ppt/slides/_rels/slide45.xml.rels><?xml version="1.0" encoding="utf-8"?><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 Id="rIdSlideFlow114" Type="http://schemas.openxmlformats.org/officeDocument/2006/relationships/image" Target="../media/revised_lfr19_image96.png"/><Relationship Id="rIdSlideFlow115" Type="http://schemas.openxmlformats.org/officeDocument/2006/relationships/image" Target="../media/image722.png"/><Relationship Id="rIdSlideFlow116" Type="http://schemas.openxmlformats.org/officeDocument/2006/relationships/image" Target="../media/image81.png"/><Relationship Id="rIdSlideFlow117" Type="http://schemas.openxmlformats.org/officeDocument/2006/relationships/image" Target="../media/image740.png"/><Relationship Id="rIdSlideFlow118" Type="http://schemas.openxmlformats.org/officeDocument/2006/relationships/image" Target="../media/image751.png"/><Relationship Id="rIdSlideFlow119" Type="http://schemas.openxmlformats.org/officeDocument/2006/relationships/image" Target="../media/revised_lfr19_image102.png"/><Relationship Id="rIdSlideFlow120" Type="http://schemas.openxmlformats.org/officeDocument/2006/relationships/image" Target="../media/extraction20_image70.png"/><Relationship Id="rIdSlideFlow121" Type="http://schemas.openxmlformats.org/officeDocument/2006/relationships/image" Target="../media/image67.png"/><Relationship Id="rIdSlideFlow122" Type="http://schemas.openxmlformats.org/officeDocument/2006/relationships/image" Target="../media/image68.jpeg"/><Relationship Id="rIdSlideFlow123" Type="http://schemas.openxmlformats.org/officeDocument/2006/relationships/image" Target="../media/image7.jpg"/><Relationship Id="rIdSlideFlow124" Type="http://schemas.openxmlformats.org/officeDocument/2006/relationships/image" Target="../media/image114.png"/><Relationship Id="rIdSlideFlow125" Type="http://schemas.openxmlformats.org/officeDocument/2006/relationships/image" Target="../media/image115.png"/><Relationship Id="rIdSlideFlow126" Type="http://schemas.openxmlformats.org/officeDocument/2006/relationships/image" Target="../media/image97.png"/></Relationships>
</file>

<file path=ppt/slides/_rels/slide46.xml.rels><?xml version="1.0" encoding="utf-8"?><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 Id="rIdSlideFlow108" Type="http://schemas.openxmlformats.org/officeDocument/2006/relationships/image" Target="../media/image90.png"/><Relationship Id="rIdSlideFlow109" Type="http://schemas.openxmlformats.org/officeDocument/2006/relationships/image" Target="../media/revised_lfr19_image96.png"/><Relationship Id="rIdSlideFlow110" Type="http://schemas.openxmlformats.org/officeDocument/2006/relationships/image" Target="../media/image770.png"/><Relationship Id="rIdSlideFlow111" Type="http://schemas.openxmlformats.org/officeDocument/2006/relationships/image" Target="../media/image82.png"/><Relationship Id="rIdSlideFlow112" Type="http://schemas.openxmlformats.org/officeDocument/2006/relationships/image" Target="../media/image790.png"/><Relationship Id="rIdSlideFlow113" Type="http://schemas.openxmlformats.org/officeDocument/2006/relationships/image" Target="../media/image800.png"/><Relationship Id="rIdSlideFlow114" Type="http://schemas.openxmlformats.org/officeDocument/2006/relationships/image" Target="../media/revised_lfr19_image102.png"/><Relationship Id="rIdSlideFlow115" Type="http://schemas.openxmlformats.org/officeDocument/2006/relationships/image" Target="../media/image731.png"/><Relationship Id="rIdSlideFlow116" Type="http://schemas.openxmlformats.org/officeDocument/2006/relationships/image" Target="../media/image93.png"/></Relationships>
</file>

<file path=ppt/slides/_rels/slide47.xml.rels><?xml version="1.0" encoding="utf-8"?><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 Id="rIdSlideFlow104" Type="http://schemas.openxmlformats.org/officeDocument/2006/relationships/image" Target="../media/image95.png"/><Relationship Id="rIdSlideFlow105" Type="http://schemas.openxmlformats.org/officeDocument/2006/relationships/image" Target="../media/image96.png"/><Relationship Id="rIdSlideFlow106" Type="http://schemas.openxmlformats.org/officeDocument/2006/relationships/image" Target="../media/image110.png"/><Relationship Id="rIdSlideFlow107" Type="http://schemas.openxmlformats.org/officeDocument/2006/relationships/image" Target="../media/image97.png"/></Relationships>
</file>

<file path=ppt/slides/_rels/slide48.xml.rels><?xml version="1.0" encoding="utf-8"?><Relationships xmlns="http://schemas.openxmlformats.org/package/2006/relationships"><Relationship Id="rId8" Type="http://schemas.openxmlformats.org/officeDocument/2006/relationships/image" Target="../media/slide48top_image57.png"/><Relationship Id="rId13" Type="http://schemas.openxmlformats.org/officeDocument/2006/relationships/image" Target="../media/slide48top_image66.png"/><Relationship Id="rId18" Type="http://schemas.openxmlformats.org/officeDocument/2006/relationships/image" Target="../media/slide48top_image118.png"/><Relationship Id="rId3" Type="http://schemas.openxmlformats.org/officeDocument/2006/relationships/slideLayout" Target="../slideLayouts/slideLayout5.xml"/><Relationship Id="rId7" Type="http://schemas.openxmlformats.org/officeDocument/2006/relationships/image" Target="../media/slide48top_image560.png"/><Relationship Id="rId12" Type="http://schemas.openxmlformats.org/officeDocument/2006/relationships/image" Target="../media/slide48top_image61.png"/><Relationship Id="rId17" Type="http://schemas.openxmlformats.org/officeDocument/2006/relationships/image" Target="../media/slide48top_image117.png"/><Relationship Id="rId2" Type="http://schemas.openxmlformats.org/officeDocument/2006/relationships/video" Target="../media/slide48top_media7.mp4"/><Relationship Id="rId16" Type="http://schemas.openxmlformats.org/officeDocument/2006/relationships/image" Target="../media/slide48top_image701.png"/><Relationship Id="rId20" Type="http://schemas.openxmlformats.org/officeDocument/2006/relationships/image" Target="../media/slide48top_image120.png"/><Relationship Id="rId1" Type="http://schemas.microsoft.com/office/2007/relationships/media" Target="../media/slide48top_media7.mp4"/><Relationship Id="rId6" Type="http://schemas.openxmlformats.org/officeDocument/2006/relationships/image" Target="../media/slide48top_image220.png"/><Relationship Id="rId11" Type="http://schemas.openxmlformats.org/officeDocument/2006/relationships/image" Target="../media/slide48top_image65.png"/><Relationship Id="rId5" Type="http://schemas.openxmlformats.org/officeDocument/2006/relationships/image" Target="../media/slide48top_image115.png"/><Relationship Id="rId15" Type="http://schemas.openxmlformats.org/officeDocument/2006/relationships/image" Target="../media/slide48top_image691.png"/><Relationship Id="rId10" Type="http://schemas.openxmlformats.org/officeDocument/2006/relationships/image" Target="../media/slide48top_image64.png"/><Relationship Id="rId19" Type="http://schemas.openxmlformats.org/officeDocument/2006/relationships/image" Target="../media/slide48top_image119.png"/><Relationship Id="rId4" Type="http://schemas.openxmlformats.org/officeDocument/2006/relationships/image" Target="../media/slide48top_image1.png"/><Relationship Id="rId9" Type="http://schemas.openxmlformats.org/officeDocument/2006/relationships/image" Target="../media/slide48top_image58.png"/><Relationship Id="rId14" Type="http://schemas.openxmlformats.org/officeDocument/2006/relationships/image" Target="../media/slide48top_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SlideFlow1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SlideFlow12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SlideFlow122"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SlideFlow123"/>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SlideFlow125"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51001" name="!!Contribution line 0"/>
          <p:cNvSpPr/>
          <p:nvPr/>
        </p:nvSpPr>
        <p:spPr>
          <a:xfrm>
            <a:off x="94488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94488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94488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94488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94488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94488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94488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SlideFlow106" cstate="print">
            <a:extLst>
              <a:ext uri="{28A0092B-C50C-407E-A947-70E740481C1C}">
                <a14:useLocalDpi xmlns:a14="http://schemas.microsoft.com/office/drawing/2010/main" val="0"/>
              </a:ext>
            </a:extLst>
          </a:blip>
          <a:stretch>
            <a:fillRect/>
          </a:stretch>
        </p:blipFill>
        <p:spPr>
          <a:xfrm>
            <a:off x="-5150502" y="1777808"/>
            <a:ext cx="2919600"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51001" name="!!Contribution line 0"/>
          <p:cNvSpPr/>
          <p:nvPr/>
        </p:nvSpPr>
        <p:spPr>
          <a:xfrm>
            <a:off x="39116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39116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39116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39116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39116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39116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39116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xmlns:m="http://schemas.openxmlformats.org/officeDocument/2006/math">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xmlns:m="http://schemas.openxmlformats.org/officeDocument/2006/math">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xmlns:m="http://schemas.openxmlformats.org/officeDocument/2006/math">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xmlns:m="http://schemas.openxmlformats.org/officeDocument/2006/math">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xmlns:m="http://schemas.openxmlformats.org/officeDocument/2006/math">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xmlns:m="http://schemas.openxmlformats.org/officeDocument/2006/math">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xmlns:m="http://schemas.openxmlformats.org/officeDocument/2006/math">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
        <p:nvSpPr>
          <p:cNvPr id="61001" name="Input plot legend Control"/>
          <p:cNvSpPr/>
          <p:nvPr/>
        </p:nvSpPr>
        <p:spPr>
          <a:xfrm>
            <a:off x="5067300" y="4495800"/>
            <a:ext cx="203200" cy="25400"/>
          </a:xfrm>
          <a:custGeom>
            <a:avLst/>
            <a:gdLst/>
            <a:ahLst/>
            <a:cxnLst/>
            <a:rect l="0" t="0" r="r" b="b"/>
            <a:pathLst>
              <a:path w="203200" h="25400" fill="none">
                <a:moveTo>
                  <a:pt x="12700" y="12700"/>
                </a:moveTo>
                <a:lnTo>
                  <a:pt x="190500" y="12700"/>
                </a:lnTo>
              </a:path>
            </a:pathLst>
          </a:custGeom>
          <a:noFill/>
          <a:ln w="19050">
            <a:solidFill>
              <a:srgbClr val="7461A5"/>
            </a:solidFill>
            <a:round/>
          </a:ln>
        </p:spPr>
      </p:sp>
      <p:sp>
        <p:nvSpPr>
          <p:cNvPr id="61002" name="Input plot legend STN disturbance"/>
          <p:cNvSpPr/>
          <p:nvPr/>
        </p:nvSpPr>
        <p:spPr>
          <a:xfrm>
            <a:off x="62103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round/>
          </a:ln>
        </p:spPr>
      </p:sp>
      <p:sp>
        <p:nvSpPr>
          <p:cNvPr id="61003" name="Input plot legend GPe disturbance"/>
          <p:cNvSpPr/>
          <p:nvPr/>
        </p:nvSpPr>
        <p:spPr>
          <a:xfrm>
            <a:off x="74676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prstDash val="dash"/>
            <a:round/>
          </a:ln>
        </p:spPr>
      </p:sp>
      <mc:AlternateContent xmlns:mc="http://schemas.openxmlformats.org/markup-compatibility/2006">
        <mc:Choice xmlns:a14="http://schemas.microsoft.com/office/drawing/2010/main" Requires="a14">
          <p:sp>
            <p:nvSpPr>
              <p:cNvPr id="61004" name="Input plot legend control text"/>
              <p:cNvSpPr/>
              <p:nvPr/>
            </p:nvSpPr>
            <p:spPr>
              <a:xfrm>
                <a:off x="5295900" y="4339590"/>
                <a:ext cx="812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50">
                          <a:solidFill>
                            <a:srgbClr val="7461A5"/>
                          </a:solidFill>
                          <a:latin typeface="Cambria Math"/>
                        </a:rPr>
                        <m:t>𝑢</m:t>
                      </m:r>
                      <m:r>
                        <a:rPr sz="950">
                          <a:solidFill>
                            <a:srgbClr val="7461A5"/>
                          </a:solidFill>
                          <a:latin typeface="Cambria Math"/>
                        </a:rPr>
                        <m:t>: </m:t>
                      </m:r>
                      <m:r>
                        <m:rPr>
                          <m:sty m:val="p"/>
                        </m:rPr>
                        <a:rPr sz="950">
                          <a:solidFill>
                            <a:srgbClr val="7461A5"/>
                          </a:solidFill>
                          <a:latin typeface="Cambria Math"/>
                        </a:rPr>
                        <m:t>control</m:t>
                      </m:r>
                    </m:oMath>
                  </m:oMathPara>
                </a14:m>
                <a:endParaRPr sz="950"/>
              </a:p>
            </p:txBody>
          </p:sp>
        </mc:Choice>
        <mc:Fallback>
          <p:sp>
            <p:nvSpPr>
              <p:cNvPr id="61004" name="Input plot legend control text"/>
              <p:cNvSpPr>
                <a:spLocks noRot="1" noChangeAspect="1" noMove="1" noResize="1" noEditPoints="1" noAdjustHandles="1" noChangeArrowheads="1" noChangeShapeType="1" noTextEdit="1"/>
              </p:cNvSpPr>
              <p:nvPr/>
            </p:nvSpPr>
            <p:spPr>
              <a:xfrm>
                <a:off x="5295900" y="4339590"/>
                <a:ext cx="812800" cy="3378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1005" name="Input plot legend disturbance S"/>
              <p:cNvSpPr/>
              <p:nvPr/>
            </p:nvSpPr>
            <p:spPr>
              <a:xfrm>
                <a:off x="64135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S</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p:sp>
            <p:nvSpPr>
              <p:cNvPr id="61005" name="Input plot legend disturbance S"/>
              <p:cNvSpPr>
                <a:spLocks noRot="1" noChangeAspect="1" noMove="1" noResize="1" noEditPoints="1" noAdjustHandles="1" noChangeArrowheads="1" noChangeShapeType="1" noTextEdit="1"/>
              </p:cNvSpPr>
              <p:nvPr/>
            </p:nvSpPr>
            <p:spPr>
              <a:xfrm>
                <a:off x="6413500" y="4339590"/>
                <a:ext cx="1066800" cy="3378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1006" name="Input plot legend disturbance G"/>
              <p:cNvSpPr/>
              <p:nvPr/>
            </p:nvSpPr>
            <p:spPr>
              <a:xfrm>
                <a:off x="76708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G</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p:sp>
            <p:nvSpPr>
              <p:cNvPr id="61006" name="Input plot legend disturbance G"/>
              <p:cNvSpPr>
                <a:spLocks noRot="1" noChangeAspect="1" noMove="1" noResize="1" noEditPoints="1" noAdjustHandles="1" noChangeArrowheads="1" noChangeShapeType="1" noTextEdit="1"/>
              </p:cNvSpPr>
              <p:nvPr/>
            </p:nvSpPr>
            <p:spPr>
              <a:xfrm>
                <a:off x="7670800" y="4339590"/>
                <a:ext cx="1066800" cy="337820"/>
              </a:xfrm>
              <a:prstGeom prst="rect">
                <a:avLst/>
              </a:prstGeom>
              <a:blipFill>
                <a:blip r:embed="rId19"/>
                <a:stretch>
                  <a:fillRect/>
                </a:stretch>
              </a:blipFill>
              <a:ln>
                <a:noFill/>
              </a:ln>
            </p:spPr>
            <p:txBody>
              <a:bodyPr/>
              <a:lstStyle/>
              <a:p>
                <a:r>
                  <a:rPr lang="en-NL">
                    <a:noFill/>
                  </a:rPr>
                  <a:t> </a:t>
                </a:r>
              </a:p>
            </p:txBody>
          </p:sp>
        </mc:Fallback>
      </mc:AlternateContent>
      <p:pic>
        <p:nvPicPr>
          <p:cNvPr id="62000" name="Still hand from slide 14"/>
          <p:cNvPicPr>
            <a:picLocks noChangeAspect="1"/>
          </p:cNvPicPr>
          <p:nvPr/>
        </p:nvPicPr>
        <p:blipFill>
          <a:blip r:embed="rId20"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