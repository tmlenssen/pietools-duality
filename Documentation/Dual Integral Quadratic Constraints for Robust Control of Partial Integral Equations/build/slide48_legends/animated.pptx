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79" r:id="rId45"/>
    <p:sldId id="480" r:id="rId46"/>
    <p:sldId id="481" r:id="rId47"/>
    <p:sldId id="482" r:id="rId48"/>
    <p:sldId id="453" r:id="rId49"/>
    <p:sldId id="441" r:id="rId50"/>
    <p:sldId id="471" r:id="rId51"/>
    <p:sldId id="442" r:id="rId52"/>
    <p:sldId id="443" r:id="rId53"/>
    <p:sldId id="439" r:id="rId54"/>
    <p:sldId id="458" r:id="rId55"/>
    <p:sldId id="421" r:id="rId56"/>
    <p:sldId id="427" r:id="rId57"/>
    <p:sldId id="431" r:id="rId58"/>
    <p:sldId id="428" r:id="rId59"/>
    <p:sldId id="429" r:id="rId60"/>
    <p:sldId id="432" r:id="rId61"/>
    <p:sldId id="430" r:id="rId62"/>
    <p:sldId id="433" r:id="rId63"/>
    <p:sldId id="434" r:id="rId6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EB3-072C-DEC1-1942-C20620E8F9F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74F3A02F-BCD3-AA7C-A45E-B59366B3290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925143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9771-A782-CB52-EB72-80B0537742C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C04AB3A-FFFB-F74A-CDAD-C4FCE468F30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264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6B1-5B98-1A20-31E7-CFF1EAF1D4F5}"/>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6289D27-5C97-1FD4-590D-5CFB94E241B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409924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9F3-74DB-4879-B54D-A3F0CA811172}"/>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853C085B-5731-C271-6ACE-59759666F0ED}"/>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06283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3.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79.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9.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4.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8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8.png"/><Relationship Id="rId7" Type="http://schemas.openxmlformats.org/officeDocument/2006/relationships/image" Target="../media/image112.png"/><Relationship Id="rId2"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slide38theta_image112.png"/><Relationship Id="rId4" Type="http://schemas.openxmlformats.org/officeDocument/2006/relationships/image" Target="../media/slide38theta_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4.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89.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 standalone="yes"?>
<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 standalone="yes"?>
<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37.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6" Type="http://schemas.openxmlformats.org/officeDocument/2006/relationships/image" Target="../media/image9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SlideFlow119" Type="http://schemas.openxmlformats.org/officeDocument/2006/relationships/image" Target="../media/image92.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SlideFlow118" Type="http://schemas.openxmlformats.org/officeDocument/2006/relationships/image" Target="../media/image91.png"/><Relationship Id="rId9" Type="http://schemas.openxmlformats.org/officeDocument/2006/relationships/image" Target="../media/image770.png"/><Relationship Id="rId14" Type="http://schemas.openxmlformats.org/officeDocument/2006/relationships/image" Target="../media/image68.jpeg"/><Relationship Id="rIdSlideFlow121" Type="http://schemas.openxmlformats.org/officeDocument/2006/relationships/image" Target="../media/image93.png"/></Relationships>
</file>

<file path=ppt/slides/_rels/slide45.xml.rels><?xml version="1.0" encoding="UTF-8" standalone="yes"?>
<Relationships xmlns="http://schemas.openxmlformats.org/package/2006/relationships"><Relationship Id="rId13" Type="http://schemas.openxmlformats.org/officeDocument/2006/relationships/image" Target="../media/image91.png"/><Relationship Id="rIdSlideFlow117" Type="http://schemas.openxmlformats.org/officeDocument/2006/relationships/image" Target="../media/image740.png"/><Relationship Id="rId18" Type="http://schemas.openxmlformats.org/officeDocument/2006/relationships/image" Target="../media/image7.jpg"/><Relationship Id="rId3" Type="http://schemas.openxmlformats.org/officeDocument/2006/relationships/image" Target="../media/image90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SlideFlow116" Type="http://schemas.openxmlformats.org/officeDocument/2006/relationships/image" Target="../media/image81.png"/><Relationship Id="rIdSlideFlow120" Type="http://schemas.openxmlformats.org/officeDocument/2006/relationships/image" Target="../media/extraction20_image70.png"/><Relationship Id="rId12" Type="http://schemas.openxmlformats.org/officeDocument/2006/relationships/image" Target="../media/image800.png"/><Relationship Id="rId17" Type="http://schemas.openxmlformats.org/officeDocument/2006/relationships/image" Target="../media/image68.jpeg"/><Relationship Id="rIdSlideFlow124" Type="http://schemas.openxmlformats.org/officeDocument/2006/relationships/image" Target="../media/image114.png"/><Relationship Id="rId2" Type="http://schemas.openxmlformats.org/officeDocument/2006/relationships/notesSlide" Target="../notesSlides/notesSlide38.xml"/><Relationship Id="rIdRevisedLFR128" Type="http://schemas.openxmlformats.org/officeDocument/2006/relationships/image" Target="../media/revised_lfr19_image102.png"/><Relationship Id="rIdSlideFlow115" Type="http://schemas.openxmlformats.org/officeDocument/2006/relationships/image" Target="../media/image722.png"/><Relationship Id="rId16" Type="http://schemas.openxmlformats.org/officeDocument/2006/relationships/image" Target="../media/image67.png"/><Relationship Id="rId1" Type="http://schemas.openxmlformats.org/officeDocument/2006/relationships/slideLayout" Target="../slideLayouts/slideLayout6.xml"/><Relationship Id="rId11" Type="http://schemas.openxmlformats.org/officeDocument/2006/relationships/image" Target="../media/image790.png"/><Relationship Id="rIdSlideFlow119" Type="http://schemas.openxmlformats.org/officeDocument/2006/relationships/image" Target="../media/revised_lfr19_image102.png"/><Relationship Id="rId15" Type="http://schemas.openxmlformats.org/officeDocument/2006/relationships/image" Target="../media/image93.png"/><Relationship Id="rIdSlideFlow114" Type="http://schemas.openxmlformats.org/officeDocument/2006/relationships/image" Target="../media/revised_lfr19_image96.png"/><Relationship Id="rId10" Type="http://schemas.openxmlformats.org/officeDocument/2006/relationships/image" Target="../media/image82.png"/><Relationship Id="rIdSlideFlow118" Type="http://schemas.openxmlformats.org/officeDocument/2006/relationships/image" Target="../media/image751.png"/><Relationship Id="rId19" Type="http://schemas.openxmlformats.org/officeDocument/2006/relationships/image" Target="../media/image94.png"/><Relationship Id="rIdSlideFlow126" Type="http://schemas.openxmlformats.org/officeDocument/2006/relationships/image" Target="../media/image97.png"/><Relationship Id="rId9" Type="http://schemas.openxmlformats.org/officeDocument/2006/relationships/image" Target="../media/image770.png"/><Relationship Id="rId14" Type="http://schemas.openxmlformats.org/officeDocument/2006/relationships/image" Target="../media/image92.png"/></Relationships>
</file>

<file path=ppt/slides/_rels/slide46.xml.rels><?xml version="1.0" encoding="UTF-8" standalone="yes"?>
<Relationships xmlns="http://schemas.openxmlformats.org/package/2006/relationships"><Relationship Id="rId8" Type="http://schemas.openxmlformats.org/officeDocument/2006/relationships/image" Target="../media/image94.png"/><Relationship Id="rIdSlideFlow112" Type="http://schemas.openxmlformats.org/officeDocument/2006/relationships/image" Target="../media/image790.png"/><Relationship Id="rId3" Type="http://schemas.openxmlformats.org/officeDocument/2006/relationships/image" Target="../media/image95.png"/><Relationship Id="rIdSlideFlow108" Type="http://schemas.openxmlformats.org/officeDocument/2006/relationships/image" Target="../media/image900.png"/><Relationship Id="rIdSlideFlow116" Type="http://schemas.openxmlformats.org/officeDocument/2006/relationships/image" Target="../media/image93.png"/><Relationship Id="rId7" Type="http://schemas.openxmlformats.org/officeDocument/2006/relationships/image" Target="../media/image114.png"/><Relationship Id="rIdSlideFlow111" Type="http://schemas.openxmlformats.org/officeDocument/2006/relationships/image" Target="../media/image82.png"/><Relationship Id="rId2" Type="http://schemas.openxmlformats.org/officeDocument/2006/relationships/notesSlide" Target="../notesSlides/notesSlide39.xml"/><Relationship Id="rIdSlideFlow115" Type="http://schemas.openxmlformats.org/officeDocument/2006/relationships/image" Target="../media/image731.png"/><Relationship Id="rId1" Type="http://schemas.openxmlformats.org/officeDocument/2006/relationships/slideLayout" Target="../slideLayouts/slideLayout6.xml"/><Relationship Id="rId6" Type="http://schemas.openxmlformats.org/officeDocument/2006/relationships/image" Target="../media/image110.png"/><Relationship Id="rIdSlideFlow110" Type="http://schemas.openxmlformats.org/officeDocument/2006/relationships/image" Target="../media/image770.png"/><Relationship Id="rId5" Type="http://schemas.openxmlformats.org/officeDocument/2006/relationships/image" Target="../media/image97.png"/><Relationship Id="rIdSlideFlow114" Type="http://schemas.openxmlformats.org/officeDocument/2006/relationships/image" Target="../media/revised_lfr19_image102.png"/><Relationship Id="rId4" Type="http://schemas.openxmlformats.org/officeDocument/2006/relationships/image" Target="../media/image96.png"/><Relationship Id="rIdSlideFlow109" Type="http://schemas.openxmlformats.org/officeDocument/2006/relationships/image" Target="../media/revised_lfr19_image96.png"/><Relationship Id="rIdSlideFlow113" Type="http://schemas.openxmlformats.org/officeDocument/2006/relationships/image" Target="../media/image800.png"/></Relationships>
</file>

<file path=ppt/slides/_rels/slide47.xml.rels><?xml version="1.0" encoding="UTF-8" standalone="yes"?>
<Relationships xmlns="http://schemas.openxmlformats.org/package/2006/relationships"><Relationship Id="rIdSlideFlow104" Type="http://schemas.openxmlformats.org/officeDocument/2006/relationships/image" Target="../media/image95.png"/><Relationship Id="rId3" Type="http://schemas.openxmlformats.org/officeDocument/2006/relationships/image" Target="../media/image116.png"/><Relationship Id="rId2" Type="http://schemas.openxmlformats.org/officeDocument/2006/relationships/notesSlide" Target="../notesSlides/notesSlide40.xml"/><Relationship Id="rIdSlideFlow107" Type="http://schemas.openxmlformats.org/officeDocument/2006/relationships/image" Target="../media/image97.png"/><Relationship Id="rId1" Type="http://schemas.openxmlformats.org/officeDocument/2006/relationships/slideLayout" Target="../slideLayouts/slideLayout6.xml"/><Relationship Id="rId5" Type="http://schemas.openxmlformats.org/officeDocument/2006/relationships/image" Target="../media/image110.png"/><Relationship Id="rIdSlideFlow105" Type="http://schemas.openxmlformats.org/officeDocument/2006/relationships/image" Target="../media/image96.png"/><Relationship Id="rId4" Type="http://schemas.openxmlformats.org/officeDocument/2006/relationships/image" Target="../media/image94.png"/></Relationships>
</file>

<file path=ppt/slides/_rels/slide4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18" Type="http://schemas.openxmlformats.org/officeDocument/2006/relationships/image" Target="../media/image118.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17" Type="http://schemas.openxmlformats.org/officeDocument/2006/relationships/image" Target="../media/image117.png"/><Relationship Id="rId2" Type="http://schemas.openxmlformats.org/officeDocument/2006/relationships/video" Target="../media/media7.mp4"/><Relationship Id="rId16" Type="http://schemas.openxmlformats.org/officeDocument/2006/relationships/image" Target="../media/image701.png"/><Relationship Id="rId20" Type="http://schemas.openxmlformats.org/officeDocument/2006/relationships/image" Target="../media/image120.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5.png"/><Relationship Id="rId15" Type="http://schemas.openxmlformats.org/officeDocument/2006/relationships/image" Target="../media/image691.png"/><Relationship Id="rId10" Type="http://schemas.openxmlformats.org/officeDocument/2006/relationships/image" Target="../media/image64.png"/><Relationship Id="rId19" Type="http://schemas.openxmlformats.org/officeDocument/2006/relationships/image" Target="../media/image119.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21.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4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5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42.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5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22.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4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23.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4.png"/><Relationship Id="rIdClosing4" Type="http://schemas.openxmlformats.org/officeDocument/2006/relationships/image" Target="../media/image33.png"/><Relationship Id="rId4" Type="http://schemas.openxmlformats.org/officeDocument/2006/relationships/image" Target="../media/image7.jp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60.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5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7.png"/></Relationships>
</file>

<file path=ppt/slides/_rels/slide6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6.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128.png"/></Relationships>
</file>

<file path=ppt/slides/_rels/slide62.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5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9.png"/></Relationships>
</file>

<file path=ppt/slides/_rels/slide63.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5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3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8000" fill="hold"/>
                                        <p:tgtEl>
                                          <p:spTgt spid="4"/>
                                        </p:tgtEl>
                                      </p:cBhvr>
                                    </p:cmd>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repeatCount="indefinite" fill="remove" display="0">
                  <p:stCondLst>
                    <p:cond delay="indefinite"/>
                  </p:stCondLst>
                </p:cTn>
                <p:tgtEl>
                  <p:spTgt spid="4"/>
                </p:tgtEl>
              </p:cMediaNode>
            </p:video>
          </p:childTnLst>
        </p:cTn>
      </p:par>
    </p:tnLst>
    <p:bldLst>
      <p:bldP spid="2" grpId="0"/>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mc:AlternateContent xmlns:mc="http://schemas.openxmlformats.org/markup-compatibility/2006" xmlns:a14="http://schemas.microsoft.com/office/drawing/2010/main">
        <mc:Choice Requires="a14">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A suitable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𝚯</m:t>
                    </m:r>
                  </m:oMath>
                </a14:m>
                <a:r>
                  <a:rPr lang="en-GB" sz="2200" b="1" i="0" u="none" baseline="0" dirty="0">
                    <a:solidFill>
                      <a:srgbClr val="252529"/>
                    </a:solidFill>
                    <a:latin typeface="Aptos"/>
                    <a:ea typeface="Aptos"/>
                    <a:cs typeface="Aptos"/>
                  </a:rPr>
                  <a:t> depends on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2200" dirty="0"/>
              </a:p>
            </p:txBody>
          </p:sp>
        </mc:Choice>
        <mc:Fallback xmlns="">
          <p:sp>
            <p:nvSpPr>
              <p:cNvPr id="107" name="Theta summary title"/>
              <p:cNvSpPr>
                <a:spLocks noRot="1" noChangeAspect="1" noMove="1" noResize="1" noEditPoints="1" noAdjustHandles="1" noChangeArrowheads="1" noChangeShapeType="1" noTextEdit="1"/>
              </p:cNvSpPr>
              <p:nvPr/>
            </p:nvSpPr>
            <p:spPr>
              <a:xfrm>
                <a:off x="3911600" y="374650"/>
                <a:ext cx="4775200" cy="419100"/>
              </a:xfrm>
              <a:prstGeom prst="rect">
                <a:avLst/>
              </a:prstGeom>
              <a:blipFill>
                <a:blip r:embed="rId3"/>
                <a:stretch>
                  <a:fillRect l="-3576" t="-8696" b="-31884"/>
                </a:stretch>
              </a:blipFill>
              <a:ln>
                <a:noFill/>
              </a:ln>
            </p:spPr>
            <p:txBody>
              <a:bodyPr/>
              <a:lstStyle/>
              <a:p>
                <a:r>
                  <a:rPr lang="en-NL">
                    <a:noFill/>
                  </a:rPr>
                  <a:t> </a:t>
                </a:r>
              </a:p>
            </p:txBody>
          </p:sp>
        </mc:Fallback>
      </mc:AlternateContent>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5"/>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6"/>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7"/>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8"/>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m="http://schemas.openxmlformats.org/officeDocument/2006/math" xmlns="">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m="http://schemas.openxmlformats.org/officeDocument/2006/math" xmlns="">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m="http://schemas.openxmlformats.org/officeDocument/2006/math" xmlns="">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DCF42-4D3B-71D4-33BF-E4C901009C2A}"/>
            </a:ext>
          </a:extLst>
        </p:cNvPr>
        <p:cNvGrpSpPr/>
        <p:nvPr/>
      </p:nvGrpSpPr>
      <p:grpSpPr>
        <a:xfrm>
          <a:off x="0" y="0"/>
          <a:ext cx="0" cy="0"/>
          <a:chOff x="0" y="0"/>
          <a:chExt cx="0" cy="0"/>
        </a:xfrm>
      </p:grpSpPr>
      <p:sp>
        <p:nvSpPr>
          <p:cNvPr id="20001" name="!!Physical pillar">
            <a:extLst>
              <a:ext uri="{FF2B5EF4-FFF2-40B4-BE49-F238E27FC236}">
                <a16:creationId xmlns:a16="http://schemas.microsoft.com/office/drawing/2014/main" id="{2FAC969D-EEFE-5C2C-F663-3ACD17ED9C35}"/>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Flow PIE 20002">
            <a:extLst>
              <a:ext uri="{FF2B5EF4-FFF2-40B4-BE49-F238E27FC236}">
                <a16:creationId xmlns:a16="http://schemas.microsoft.com/office/drawing/2014/main" id="{FB60CB8E-870E-FF8A-CF9B-B243BA10C513}"/>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Sliding content 44 20003">
            <a:extLst>
              <a:ext uri="{FF2B5EF4-FFF2-40B4-BE49-F238E27FC236}">
                <a16:creationId xmlns:a16="http://schemas.microsoft.com/office/drawing/2014/main" id="{297051C0-3B68-3AF4-DCE3-8731BB10ECF7}"/>
              </a:ext>
            </a:extLst>
          </p:cNvPr>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Flow PIE 20005">
            <a:extLst>
              <a:ext uri="{FF2B5EF4-FFF2-40B4-BE49-F238E27FC236}">
                <a16:creationId xmlns:a16="http://schemas.microsoft.com/office/drawing/2014/main" id="{CFBD3BEB-8F57-782B-2E6F-529003EE162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Sliding content 44 20006">
            <a:extLst>
              <a:ext uri="{FF2B5EF4-FFF2-40B4-BE49-F238E27FC236}">
                <a16:creationId xmlns:a16="http://schemas.microsoft.com/office/drawing/2014/main" id="{BEE6AF2E-5B3A-56C0-156A-D2044BD549DB}"/>
              </a:ext>
            </a:extLst>
          </p:cNvPr>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Flow PIE 20007">
            <a:extLst>
              <a:ext uri="{FF2B5EF4-FFF2-40B4-BE49-F238E27FC236}">
                <a16:creationId xmlns:a16="http://schemas.microsoft.com/office/drawing/2014/main" id="{4F164F88-24AC-3113-E54A-7C8B4A9ACCDC}"/>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Sliding center 44 20008">
            <a:extLst>
              <a:ext uri="{FF2B5EF4-FFF2-40B4-BE49-F238E27FC236}">
                <a16:creationId xmlns:a16="http://schemas.microsoft.com/office/drawing/2014/main" id="{499EBBFF-EBC2-B1C1-F47A-8BA3B969E389}"/>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Sliding center 44 20009">
            <a:extLst>
              <a:ext uri="{FF2B5EF4-FFF2-40B4-BE49-F238E27FC236}">
                <a16:creationId xmlns:a16="http://schemas.microsoft.com/office/drawing/2014/main" id="{5E1F9093-BC2D-48FE-4C31-AA6C45516AB3}"/>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liding center 44 20010">
            <a:extLst>
              <a:ext uri="{FF2B5EF4-FFF2-40B4-BE49-F238E27FC236}">
                <a16:creationId xmlns:a16="http://schemas.microsoft.com/office/drawing/2014/main" id="{0B4753F2-1DB8-E893-F59E-20E8D2AB9B1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liding center 44 20011">
            <a:extLst>
              <a:ext uri="{FF2B5EF4-FFF2-40B4-BE49-F238E27FC236}">
                <a16:creationId xmlns:a16="http://schemas.microsoft.com/office/drawing/2014/main" id="{5E079199-8DEA-4AED-D5B5-C12455AF11C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Flow PIE 20012">
            <a:extLst>
              <a:ext uri="{FF2B5EF4-FFF2-40B4-BE49-F238E27FC236}">
                <a16:creationId xmlns:a16="http://schemas.microsoft.com/office/drawing/2014/main" id="{68B46CE1-5B6E-302B-4CC3-F94B870D6D10}"/>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B93808DC-3B04-7420-8404-71D9BF6520C5}"/>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52F6D2E-E137-175C-BD1A-6E122C496E7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0CEC781-E320-2663-4747-D3A2F2C3AE7E}"/>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grpSp>
        <p:nvGrpSpPr>
          <p:cNvPr id="30001" name="!!Sliding content 44 30001">
            <a:extLst>
              <a:ext uri="{FF2B5EF4-FFF2-40B4-BE49-F238E27FC236}">
                <a16:creationId xmlns:a16="http://schemas.microsoft.com/office/drawing/2014/main" id="{61E9A479-307C-F296-A3CB-59F44C130B53}"/>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a:extLst>
              <a:ext uri="{FF2B5EF4-FFF2-40B4-BE49-F238E27FC236}">
                <a16:creationId xmlns:a16="http://schemas.microsoft.com/office/drawing/2014/main" id="{4C55836B-20A5-EC56-07E8-6A5602FDF6CE}"/>
              </a:ext>
            </a:extLst>
          </p:cNvPr>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Flow PIE 30019">
            <a:extLst>
              <a:ext uri="{FF2B5EF4-FFF2-40B4-BE49-F238E27FC236}">
                <a16:creationId xmlns:a16="http://schemas.microsoft.com/office/drawing/2014/main" id="{29BF0EB2-8008-4A83-EDE7-4F1539B42573}"/>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BD9BC991-DC2B-235D-94DA-AABDBBD7459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CCC1055C-E4F9-5E57-7076-C307C7FC7837}"/>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0610F10B-82D9-8873-5E8E-5F631764980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EC0FA7FC-9C77-E3B1-34EB-D415847F82D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CFB0BD17-FF36-957D-531B-78C6FAB5885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92FBC885-B8EC-A2DE-7B58-73C31153C47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331A1459-A58C-11EF-5F49-C170991267B1}"/>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C54578E6-2AE6-A80B-CF4E-B4A63BE7F484}"/>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90E69E8-FF6B-FF8D-9678-8A3FD3ECC8F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3CC6D73-E541-16D1-1C74-8D49B48CED64}"/>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E2FE86CF-1ED0-8EDC-25DD-D3040564A95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B7006D74-651C-122E-3D36-65849BF9C121}"/>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9F37F187-D70C-D841-DD78-FDB64307D155}"/>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978F0213-6303-AAD4-647B-73E434D9B7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A65E771-7ABF-BEBD-6393-33521BA7202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Sliding content 44 39990">
            <a:extLst>
              <a:ext uri="{FF2B5EF4-FFF2-40B4-BE49-F238E27FC236}">
                <a16:creationId xmlns:a16="http://schemas.microsoft.com/office/drawing/2014/main" id="{DC66CA60-F31A-1833-7EB6-48C5C3FFBAAB}"/>
              </a:ext>
            </a:extLst>
          </p:cNvPr>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liding content 44 30037">
            <a:extLst>
              <a:ext uri="{FF2B5EF4-FFF2-40B4-BE49-F238E27FC236}">
                <a16:creationId xmlns:a16="http://schemas.microsoft.com/office/drawing/2014/main" id="{0283178A-7C19-0619-3968-F38A88D5F810}"/>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Sliding content 44 39991">
            <a:extLst>
              <a:ext uri="{FF2B5EF4-FFF2-40B4-BE49-F238E27FC236}">
                <a16:creationId xmlns:a16="http://schemas.microsoft.com/office/drawing/2014/main" id="{4EE35D63-FC84-C8FA-38DE-63E80E69C1D2}"/>
              </a:ext>
            </a:extLst>
          </p:cNvPr>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40091" name="!!Flow Analysis 2">
            <a:extLst>
              <a:ext uri="{FF2B5EF4-FFF2-40B4-BE49-F238E27FC236}">
                <a16:creationId xmlns:a16="http://schemas.microsoft.com/office/drawing/2014/main" id="{BC45C81A-258D-7172-B4EE-A52D585EAD47}"/>
              </a:ext>
            </a:extLst>
          </p:cNvPr>
          <p:cNvSpPr/>
          <p:nvPr/>
        </p:nvSpPr>
        <p:spPr>
          <a:xfrm>
            <a:off x="11074400" y="0"/>
            <a:ext cx="3606800" cy="5143500"/>
          </a:xfrm>
          <a:prstGeom prst="rect">
            <a:avLst/>
          </a:prstGeom>
          <a:solidFill>
            <a:srgbClr val="C81919">
              <a:alpha val="50196"/>
            </a:srgbClr>
          </a:solidFill>
          <a:ln>
            <a:noFill/>
          </a:ln>
        </p:spPr>
        <p:txBody>
          <a:bodyPr/>
          <a:lstStyle/>
          <a:p>
            <a:endParaRPr lang="en-NL"/>
          </a:p>
        </p:txBody>
      </p:sp>
      <p:sp>
        <p:nvSpPr>
          <p:cNvPr id="40092" name="!!Flow Analysis 3">
            <a:extLst>
              <a:ext uri="{FF2B5EF4-FFF2-40B4-BE49-F238E27FC236}">
                <a16:creationId xmlns:a16="http://schemas.microsoft.com/office/drawing/2014/main" id="{FAD5F3E4-F192-667D-E194-6CC3314B0878}"/>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40093" name="!!Flow Analysis 7">
                <a:extLst>
                  <a:ext uri="{FF2B5EF4-FFF2-40B4-BE49-F238E27FC236}">
                    <a16:creationId xmlns:a16="http://schemas.microsoft.com/office/drawing/2014/main" id="{34AB0EB5-FEEE-8C2C-D63F-4B3DDD6C5AE4}"/>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40093"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11226800" y="4108450"/>
                <a:ext cx="3302000" cy="342900"/>
              </a:xfrm>
              <a:prstGeom prst="rect">
                <a:avLst/>
              </a:prstGeom>
              <a:blipFill>
                <a:blip r:embed="rIdSlideFlow118"/>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94" name="!!Flow Analysis 8">
                <a:extLst>
                  <a:ext uri="{FF2B5EF4-FFF2-40B4-BE49-F238E27FC236}">
                    <a16:creationId xmlns:a16="http://schemas.microsoft.com/office/drawing/2014/main" id="{28280CA4-60AE-F571-618D-2E3E31C058C5}"/>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40094"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19"/>
                <a:stretch>
                  <a:fillRect l="-3071" t="-30000" r="-1536" b="-42000"/>
                </a:stretch>
              </a:blipFill>
              <a:ln>
                <a:noFill/>
              </a:ln>
            </p:spPr>
            <p:txBody>
              <a:bodyPr/>
              <a:lstStyle/>
              <a:p>
                <a:r>
                  <a:rPr lang="en-NL">
                    <a:noFill/>
                  </a:rPr>
                  <a:t> </a:t>
                </a:r>
              </a:p>
            </p:txBody>
          </p:sp>
        </mc:Fallback>
      </mc:AlternateContent>
      <p:pic>
        <p:nvPicPr>
          <p:cNvPr id="40095"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40096" name="!!Sliding center 45 32">
            <a:extLst>
              <a:ext uri="{FF2B5EF4-FFF2-40B4-BE49-F238E27FC236}">
                <a16:creationId xmlns:a16="http://schemas.microsoft.com/office/drawing/2014/main" id="{CA62F6D7-172B-0E0F-BED9-264185957CD0}"/>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40097" name="!!Sliding center 45 34">
                <a:extLst>
                  <a:ext uri="{FF2B5EF4-FFF2-40B4-BE49-F238E27FC236}">
                    <a16:creationId xmlns:a16="http://schemas.microsoft.com/office/drawing/2014/main" id="{7B5329C6-C010-A83E-B34A-5E38BF3A766C}"/>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40097"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1"/>
                <a:stretch>
                  <a:fillRect t="-11364" b="-29545"/>
                </a:stretch>
              </a:blipFill>
              <a:ln>
                <a:noFill/>
              </a:ln>
            </p:spPr>
            <p:txBody>
              <a:bodyPr/>
              <a:lstStyle/>
              <a:p>
                <a:r>
                  <a:rPr lang="en-NL">
                    <a:noFill/>
                  </a:rPr>
                  <a:t> </a:t>
                </a:r>
              </a:p>
            </p:txBody>
          </p:sp>
        </mc:Fallback>
      </mc:AlternateContent>
      <p:sp>
        <p:nvSpPr>
          <p:cNvPr id="40098" name="!!Sliding center 45 36">
            <a:extLst>
              <a:ext uri="{FF2B5EF4-FFF2-40B4-BE49-F238E27FC236}">
                <a16:creationId xmlns:a16="http://schemas.microsoft.com/office/drawing/2014/main" id="{248A13C0-1320-6291-E95D-9A1A43F38431}"/>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40099" name="!!Sliding center 45 38">
            <a:extLst>
              <a:ext uri="{FF2B5EF4-FFF2-40B4-BE49-F238E27FC236}">
                <a16:creationId xmlns:a16="http://schemas.microsoft.com/office/drawing/2014/main" id="{29E20567-588E-10E4-42F3-8BDFD0744079}"/>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4187566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EB4-3764-BD96-AE22-235CAF731BE4}"/>
            </a:ext>
          </a:extLst>
        </p:cNvPr>
        <p:cNvGrpSpPr/>
        <p:nvPr/>
      </p:nvGrpSpPr>
      <p:grpSpPr>
        <a:xfrm>
          <a:off x="0" y="0"/>
          <a:ext cx="0" cy="0"/>
          <a:chOff x="0" y="0"/>
          <a:chExt cx="0" cy="0"/>
        </a:xfrm>
      </p:grpSpPr>
      <p:sp>
        <p:nvSpPr>
          <p:cNvPr id="20002" name="!!Flow PIE 20002">
            <a:extLst>
              <a:ext uri="{FF2B5EF4-FFF2-40B4-BE49-F238E27FC236}">
                <a16:creationId xmlns:a16="http://schemas.microsoft.com/office/drawing/2014/main" id="{D44E39C9-13C2-3452-0EF8-1ED6ECFF230C}"/>
              </a:ext>
            </a:extLst>
          </p:cNvPr>
          <p:cNvSpPr/>
          <p:nvPr/>
        </p:nvSpPr>
        <p:spPr>
          <a:xfrm>
            <a:off x="-448" y="0"/>
            <a:ext cx="3606800" cy="5143500"/>
          </a:xfrm>
          <a:prstGeom prst="rect">
            <a:avLst/>
          </a:prstGeom>
          <a:solidFill>
            <a:srgbClr val="C81919">
              <a:alpha val="50196"/>
            </a:srgbClr>
          </a:solidFill>
          <a:ln>
            <a:noFill/>
          </a:ln>
        </p:spPr>
        <p:txBody>
          <a:bodyPr/>
          <a:lstStyle/>
          <a:p>
            <a:endParaRPr lang="en-NL"/>
          </a:p>
        </p:txBody>
      </p:sp>
      <p:sp>
        <p:nvSpPr>
          <p:cNvPr id="20005" name="!!Flow PIE 20005">
            <a:extLst>
              <a:ext uri="{FF2B5EF4-FFF2-40B4-BE49-F238E27FC236}">
                <a16:creationId xmlns:a16="http://schemas.microsoft.com/office/drawing/2014/main" id="{28E4D847-C090-BBB8-693C-BEA916C14EE0}"/>
              </a:ext>
            </a:extLst>
          </p:cNvPr>
          <p:cNvSpPr/>
          <p:nvPr/>
        </p:nvSpPr>
        <p:spPr>
          <a:xfrm>
            <a:off x="16965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Flow PIE 20007">
            <a:extLst>
              <a:ext uri="{FF2B5EF4-FFF2-40B4-BE49-F238E27FC236}">
                <a16:creationId xmlns:a16="http://schemas.microsoft.com/office/drawing/2014/main" id="{31C25975-554D-879D-2CAC-1B9D512E76A6}"/>
              </a:ext>
            </a:extLst>
          </p:cNvPr>
          <p:cNvSpPr/>
          <p:nvPr/>
        </p:nvSpPr>
        <p:spPr>
          <a:xfrm>
            <a:off x="16965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Flow PIE 20012">
            <a:extLst>
              <a:ext uri="{FF2B5EF4-FFF2-40B4-BE49-F238E27FC236}">
                <a16:creationId xmlns:a16="http://schemas.microsoft.com/office/drawing/2014/main" id="{0AD71456-660D-7315-EF48-E1E193DFA476}"/>
              </a:ext>
            </a:extLst>
          </p:cNvPr>
          <p:cNvSpPr/>
          <p:nvPr/>
        </p:nvSpPr>
        <p:spPr>
          <a:xfrm>
            <a:off x="151952"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4B8B0394-3ECA-22AB-56A2-F02B81623325}"/>
                  </a:ext>
                </a:extLst>
              </p:cNvPr>
              <p:cNvSpPr/>
              <p:nvPr/>
            </p:nvSpPr>
            <p:spPr>
              <a:xfrm>
                <a:off x="215452"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215452"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AB480C32-10B2-B7C0-22D8-9E0D84BF714A}"/>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Flow PIE 30019">
            <a:extLst>
              <a:ext uri="{FF2B5EF4-FFF2-40B4-BE49-F238E27FC236}">
                <a16:creationId xmlns:a16="http://schemas.microsoft.com/office/drawing/2014/main" id="{66CCDDB3-9732-9221-B6B5-130A7D91B7C5}"/>
              </a:ext>
            </a:extLst>
          </p:cNvPr>
          <p:cNvGrpSpPr/>
          <p:nvPr/>
        </p:nvGrpSpPr>
        <p:grpSpPr>
          <a:xfrm>
            <a:off x="393252" y="1574800"/>
            <a:ext cx="2921000" cy="2239010"/>
            <a:chOff x="1995932" y="1819148"/>
            <a:chExt cx="3138932" cy="2405888"/>
          </a:xfrm>
        </p:grpSpPr>
        <p:sp>
          <p:nvSpPr>
            <p:cNvPr id="30020"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682EB208-F1CA-0DF6-2AB4-D125ACCD29FB}"/>
              </a:ext>
            </a:extLst>
          </p:cNvPr>
          <p:cNvGrpSpPr/>
          <p:nvPr/>
        </p:nvGrpSpPr>
        <p:grpSpPr>
          <a:xfrm>
            <a:off x="1407731" y="2222014"/>
            <a:ext cx="874551" cy="874613"/>
            <a:chOff x="3086100" y="2514599"/>
            <a:chExt cx="939800" cy="939800"/>
          </a:xfrm>
        </p:grpSpPr>
        <p:sp>
          <p:nvSpPr>
            <p:cNvPr id="30035"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 name="!!Flow Analysis 2">
            <a:extLst>
              <a:ext uri="{FF2B5EF4-FFF2-40B4-BE49-F238E27FC236}">
                <a16:creationId xmlns:a16="http://schemas.microsoft.com/office/drawing/2014/main" id="{BC45C81A-258D-7172-B4EE-A52D585EAD47}"/>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FAD5F3E4-F192-667D-E194-6CC3314B087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34AB0EB5-FEEE-8C2C-D63F-4B3DDD6C5AE4}"/>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5689600" y="4108450"/>
                <a:ext cx="3302000" cy="342900"/>
              </a:xfrm>
              <a:prstGeom prst="rect">
                <a:avLst/>
              </a:prstGeom>
              <a:blipFill>
                <a:blip r:embed="rId1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28280CA4-60AE-F571-618D-2E3E31C058C5}"/>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14"/>
                <a:stretch>
                  <a:fillRect l="-3071" t="-30000" r="-1536" b="-42000"/>
                </a:stretch>
              </a:blipFill>
              <a:ln>
                <a:noFill/>
              </a:ln>
            </p:spPr>
            <p:txBody>
              <a:bodyPr/>
              <a:lstStyle/>
              <a:p>
                <a:r>
                  <a:rPr lang="en-NL">
                    <a:noFill/>
                  </a:rPr>
                  <a:t> </a:t>
                </a:r>
              </a:p>
            </p:txBody>
          </p:sp>
        </mc:Fallback>
      </mc:AlternateContent>
      <p:sp>
        <p:nvSpPr>
          <p:cNvPr id="9" name="Slide Number Placeholder 5">
            <a:extLst>
              <a:ext uri="{FF2B5EF4-FFF2-40B4-BE49-F238E27FC236}">
                <a16:creationId xmlns:a16="http://schemas.microsoft.com/office/drawing/2014/main" id="{C452F409-538A-2B95-1A39-0657A4B2625F}"/>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45</a:t>
            </a:fld>
            <a:endParaRPr lang="en-GB" sz="800"/>
          </a:p>
        </p:txBody>
      </p:sp>
      <p:sp>
        <p:nvSpPr>
          <p:cNvPr id="32" name="!!Sliding center 45 32">
            <a:extLst>
              <a:ext uri="{FF2B5EF4-FFF2-40B4-BE49-F238E27FC236}">
                <a16:creationId xmlns:a16="http://schemas.microsoft.com/office/drawing/2014/main" id="{CA62F6D7-172B-0E0F-BED9-264185957CD0}"/>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5 34">
                <a:extLst>
                  <a:ext uri="{FF2B5EF4-FFF2-40B4-BE49-F238E27FC236}">
                    <a16:creationId xmlns:a16="http://schemas.microsoft.com/office/drawing/2014/main" id="{7B5329C6-C010-A83E-B34A-5E38BF3A766C}"/>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4"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15"/>
                <a:stretch>
                  <a:fillRect t="-11364" b="-29545"/>
                </a:stretch>
              </a:blipFill>
              <a:ln>
                <a:noFill/>
              </a:ln>
            </p:spPr>
            <p:txBody>
              <a:bodyPr/>
              <a:lstStyle/>
              <a:p>
                <a:r>
                  <a:rPr lang="en-NL">
                    <a:noFill/>
                  </a:rPr>
                  <a:t> </a:t>
                </a:r>
              </a:p>
            </p:txBody>
          </p:sp>
        </mc:Fallback>
      </mc:AlternateContent>
      <p:sp>
        <p:nvSpPr>
          <p:cNvPr id="36" name="!!Sliding center 45 36">
            <a:extLst>
              <a:ext uri="{FF2B5EF4-FFF2-40B4-BE49-F238E27FC236}">
                <a16:creationId xmlns:a16="http://schemas.microsoft.com/office/drawing/2014/main" id="{248A13C0-1320-6291-E95D-9A1A43F38431}"/>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5 38">
            <a:extLst>
              <a:ext uri="{FF2B5EF4-FFF2-40B4-BE49-F238E27FC236}">
                <a16:creationId xmlns:a16="http://schemas.microsoft.com/office/drawing/2014/main" id="{29E20567-588E-10E4-42F3-8BDFD0744079}"/>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Physical pillar">
            <a:extLst>
              <a:ext uri="{FF2B5EF4-FFF2-40B4-BE49-F238E27FC236}">
                <a16:creationId xmlns:a16="http://schemas.microsoft.com/office/drawing/2014/main" id="{2FAC969D-EEFE-5C2C-F663-3ACD17ED9C35}"/>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0167" name="!!Sliding content 44 20003">
            <a:extLst>
              <a:ext uri="{FF2B5EF4-FFF2-40B4-BE49-F238E27FC236}">
                <a16:creationId xmlns:a16="http://schemas.microsoft.com/office/drawing/2014/main" id="{297051C0-3B68-3AF4-DCE3-8731BB10ECF7}"/>
              </a:ext>
            </a:extLst>
          </p:cNvPr>
          <p:cNvSpPr/>
          <p:nvPr/>
        </p:nvSpPr>
        <p:spPr>
          <a:xfrm>
            <a:off x="-54102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30168" name="!!Sliding content 44 20006">
            <a:extLst>
              <a:ext uri="{FF2B5EF4-FFF2-40B4-BE49-F238E27FC236}">
                <a16:creationId xmlns:a16="http://schemas.microsoft.com/office/drawing/2014/main" id="{BEE6AF2E-5B3A-56C0-156A-D2044BD549DB}"/>
              </a:ext>
            </a:extLst>
          </p:cNvPr>
          <p:cNvSpPr/>
          <p:nvPr/>
        </p:nvSpPr>
        <p:spPr>
          <a:xfrm>
            <a:off x="-53340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grpSp>
        <p:nvGrpSpPr>
          <p:cNvPr id="30169" name="!!Sliding content 44 30001">
            <a:extLst>
              <a:ext uri="{FF2B5EF4-FFF2-40B4-BE49-F238E27FC236}">
                <a16:creationId xmlns:a16="http://schemas.microsoft.com/office/drawing/2014/main" id="{61E9A479-307C-F296-A3CB-59F44C130B53}"/>
              </a:ext>
            </a:extLst>
          </p:cNvPr>
          <p:cNvGrpSpPr/>
          <p:nvPr/>
        </p:nvGrpSpPr>
        <p:grpSpPr>
          <a:xfrm>
            <a:off x="-5143500" y="1574800"/>
            <a:ext cx="2921000" cy="2239010"/>
            <a:chOff x="1995932" y="1819148"/>
            <a:chExt cx="3138932" cy="2405888"/>
          </a:xfrm>
        </p:grpSpPr>
        <p:sp>
          <p:nvSpPr>
            <p:cNvPr id="30170"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1"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2"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3"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4"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5"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17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7"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177"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8"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178"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179"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180"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8"/>
                  <a:stretch>
                    <a:fillRect/>
                  </a:stretch>
                </a:blipFill>
                <a:ln>
                  <a:noFill/>
                </a:ln>
              </p:spPr>
              <p:txBody>
                <a:bodyPr/>
                <a:lstStyle/>
                <a:p>
                  <a:r>
                    <a:rPr lang="en-NL">
                      <a:noFill/>
                    </a:rPr>
                    <a:t> </a:t>
                  </a:r>
                </a:p>
              </p:txBody>
            </p:sp>
          </mc:Fallback>
        </mc:AlternateContent>
        <p:sp>
          <p:nvSpPr>
            <p:cNvPr id="30181"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2"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18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9"/>
                  <a:stretch>
                    <a:fillRect/>
                  </a:stretch>
                </a:blipFill>
                <a:ln>
                  <a:noFill/>
                </a:ln>
              </p:spPr>
              <p:txBody>
                <a:bodyPr/>
                <a:lstStyle/>
                <a:p>
                  <a:r>
                    <a:rPr lang="en-NL">
                      <a:noFill/>
                    </a:rPr>
                    <a:t> </a:t>
                  </a:r>
                </a:p>
              </p:txBody>
            </p:sp>
          </mc:Fallback>
        </mc:AlternateContent>
      </p:grpSp>
      <p:grpSp>
        <p:nvGrpSpPr>
          <p:cNvPr id="30184" name="!!PDE block">
            <a:extLst>
              <a:ext uri="{FF2B5EF4-FFF2-40B4-BE49-F238E27FC236}">
                <a16:creationId xmlns:a16="http://schemas.microsoft.com/office/drawing/2014/main" id="{4C55836B-20A5-EC56-07E8-6A5602FDF6CE}"/>
              </a:ext>
            </a:extLst>
          </p:cNvPr>
          <p:cNvGrpSpPr/>
          <p:nvPr/>
        </p:nvGrpSpPr>
        <p:grpSpPr>
          <a:xfrm>
            <a:off x="-4129021" y="2222014"/>
            <a:ext cx="874551" cy="874613"/>
            <a:chOff x="3086100" y="2514600"/>
            <a:chExt cx="939800" cy="939800"/>
          </a:xfrm>
        </p:grpSpPr>
        <p:sp>
          <p:nvSpPr>
            <p:cNvPr id="30185"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86"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18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20"/>
                  <a:stretch>
                    <a:fillRect/>
                  </a:stretch>
                </a:blipFill>
                <a:ln>
                  <a:noFill/>
                </a:ln>
              </p:spPr>
              <p:txBody>
                <a:bodyPr/>
                <a:lstStyle/>
                <a:p>
                  <a:r>
                    <a:rPr lang="en-NL">
                      <a:noFill/>
                    </a:rPr>
                    <a:t> </a:t>
                  </a:r>
                </a:p>
              </p:txBody>
            </p:sp>
          </mc:Fallback>
        </mc:AlternateContent>
      </p:grpSp>
      <p:sp>
        <p:nvSpPr>
          <p:cNvPr id="30187" name="!!Sliding content 44 39990">
            <a:extLst>
              <a:ext uri="{FF2B5EF4-FFF2-40B4-BE49-F238E27FC236}">
                <a16:creationId xmlns:a16="http://schemas.microsoft.com/office/drawing/2014/main" id="{DC66CA60-F31A-1833-7EB6-48C5C3FFBAAB}"/>
              </a:ext>
            </a:extLst>
          </p:cNvPr>
          <p:cNvSpPr/>
          <p:nvPr/>
        </p:nvSpPr>
        <p:spPr>
          <a:xfrm>
            <a:off x="-5384800" y="4203700"/>
            <a:ext cx="1066800" cy="584200"/>
          </a:xfrm>
          <a:prstGeom prst="rect">
            <a:avLst/>
          </a:prstGeom>
          <a:solidFill>
            <a:srgbClr val="FFFFFF"/>
          </a:solidFill>
          <a:ln>
            <a:noFill/>
          </a:ln>
        </p:spPr>
        <p:txBody>
          <a:bodyPr/>
          <a:lstStyle/>
          <a:p>
            <a:endParaRPr lang="en-NL"/>
          </a:p>
        </p:txBody>
      </p:sp>
      <p:grpSp>
        <p:nvGrpSpPr>
          <p:cNvPr id="30188" name="!!Sliding content 44 30037">
            <a:extLst>
              <a:ext uri="{FF2B5EF4-FFF2-40B4-BE49-F238E27FC236}">
                <a16:creationId xmlns:a16="http://schemas.microsoft.com/office/drawing/2014/main" id="{0283178A-7C19-0619-3968-F38A88D5F810}"/>
              </a:ext>
            </a:extLst>
          </p:cNvPr>
          <p:cNvGrpSpPr/>
          <p:nvPr/>
        </p:nvGrpSpPr>
        <p:grpSpPr>
          <a:xfrm>
            <a:off x="-5346700" y="4254500"/>
            <a:ext cx="990600" cy="476250"/>
            <a:chOff x="1879600" y="241300"/>
            <a:chExt cx="5597595" cy="2692400"/>
          </a:xfrm>
        </p:grpSpPr>
        <p:pic>
          <p:nvPicPr>
            <p:cNvPr id="30189"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190"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17" cstate="print">
            <a:extLst>
              <a:ext uri="{28A0092B-C50C-407E-A947-70E740481C1C}">
                <a14:useLocalDpi xmlns:a14="http://schemas.microsoft.com/office/drawing/2010/main" val="0"/>
              </a:ext>
            </a:extLst>
          </a:blip>
          <a:srcRect l="6208" r="6507" b="12822"/>
          <a:stretch>
            <a:fillRect/>
          </a:stretch>
        </p:blipFill>
        <p:spPr>
          <a:xfrm>
            <a:off x="-4216400" y="4241800"/>
            <a:ext cx="977900" cy="508000"/>
          </a:xfrm>
          <a:prstGeom prst="rect">
            <a:avLst/>
          </a:prstGeom>
        </p:spPr>
      </p:pic>
      <p:pic>
        <p:nvPicPr>
          <p:cNvPr id="30191"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8"/>
          <a:stretch>
            <a:fillRect/>
          </a:stretch>
        </p:blipFill>
        <p:spPr>
          <a:xfrm>
            <a:off x="-3098800" y="4254500"/>
            <a:ext cx="977900" cy="478790"/>
          </a:xfrm>
          <a:prstGeom prst="rect">
            <a:avLst/>
          </a:prstGeom>
        </p:spPr>
      </p:pic>
      <p:sp>
        <p:nvSpPr>
          <p:cNvPr id="30192" name="!!Sliding content 44 39991">
            <a:extLst>
              <a:ext uri="{FF2B5EF4-FFF2-40B4-BE49-F238E27FC236}">
                <a16:creationId xmlns:a16="http://schemas.microsoft.com/office/drawing/2014/main" id="{4EE35D63-FC84-C8FA-38DE-63E80E69C1D2}"/>
              </a:ext>
            </a:extLst>
          </p:cNvPr>
          <p:cNvSpPr/>
          <p:nvPr/>
        </p:nvSpPr>
        <p:spPr>
          <a:xfrm>
            <a:off x="-53848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30193" name="!!Sliding center 44 20008">
            <a:extLst>
              <a:ext uri="{FF2B5EF4-FFF2-40B4-BE49-F238E27FC236}">
                <a16:creationId xmlns:a16="http://schemas.microsoft.com/office/drawing/2014/main" id="{499EBBFF-EBC2-B1C1-F47A-8BA3B969E389}"/>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30194" name="!!Sliding center 44 20009">
            <a:extLst>
              <a:ext uri="{FF2B5EF4-FFF2-40B4-BE49-F238E27FC236}">
                <a16:creationId xmlns:a16="http://schemas.microsoft.com/office/drawing/2014/main" id="{5E1F9093-BC2D-48FE-4C31-AA6C45516AB3}"/>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30195" name="!!Sliding center 44 20010">
            <a:extLst>
              <a:ext uri="{FF2B5EF4-FFF2-40B4-BE49-F238E27FC236}">
                <a16:creationId xmlns:a16="http://schemas.microsoft.com/office/drawing/2014/main" id="{0B4753F2-1DB8-E893-F59E-20E8D2AB9B1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6" name="!!Sliding center 44 20011">
            <a:extLst>
              <a:ext uri="{FF2B5EF4-FFF2-40B4-BE49-F238E27FC236}">
                <a16:creationId xmlns:a16="http://schemas.microsoft.com/office/drawing/2014/main" id="{5E079199-8DEA-4AED-D5B5-C12455AF11C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7" name="!!Flow Synthesis 6">
            <a:extLst>
              <a:ext uri="{FF2B5EF4-FFF2-40B4-BE49-F238E27FC236}">
                <a16:creationId xmlns:a16="http://schemas.microsoft.com/office/drawing/2014/main" id="{D703C8B0-5DA5-5751-3376-5CA2CF2E17FF}"/>
              </a:ext>
            </a:extLst>
          </p:cNvPr>
          <p:cNvSpPr/>
          <p:nvPr/>
        </p:nvSpPr>
        <p:spPr>
          <a:xfrm>
            <a:off x="11074400" y="0"/>
            <a:ext cx="3606800" cy="5143500"/>
          </a:xfrm>
          <a:prstGeom prst="rect">
            <a:avLst/>
          </a:prstGeom>
          <a:solidFill>
            <a:srgbClr val="C81919">
              <a:alpha val="50196"/>
            </a:srgbClr>
          </a:solidFill>
          <a:ln>
            <a:noFill/>
          </a:ln>
        </p:spPr>
        <p:txBody>
          <a:bodyPr/>
          <a:lstStyle/>
          <a:p>
            <a:endParaRPr lang="en-NL" dirty="0"/>
          </a:p>
        </p:txBody>
      </p:sp>
      <p:sp>
        <p:nvSpPr>
          <p:cNvPr id="30198" name="!!Flow Synthesis 11">
            <a:extLst>
              <a:ext uri="{FF2B5EF4-FFF2-40B4-BE49-F238E27FC236}">
                <a16:creationId xmlns:a16="http://schemas.microsoft.com/office/drawing/2014/main" id="{ACA36901-9FAB-4D2E-0B1E-A8B9FF827A73}"/>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30199" name="!!Flow Synthesis 13">
            <a:extLst>
              <a:ext uri="{FF2B5EF4-FFF2-40B4-BE49-F238E27FC236}">
                <a16:creationId xmlns:a16="http://schemas.microsoft.com/office/drawing/2014/main" id="{A50C9CA7-26DB-BC1F-AFFB-01B2B253AC96}"/>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30200" name="!!Flow Synthesis 15">
                <a:extLst>
                  <a:ext uri="{FF2B5EF4-FFF2-40B4-BE49-F238E27FC236}">
                    <a16:creationId xmlns:a16="http://schemas.microsoft.com/office/drawing/2014/main" id="{6C6F5EF8-4780-EA7D-B8B0-E761562F6759}"/>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30200"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24"/>
                <a:stretch>
                  <a:fillRect l="-3071" t="-30000" r="-1536" b="-42000"/>
                </a:stretch>
              </a:blipFill>
              <a:ln>
                <a:noFill/>
              </a:ln>
            </p:spPr>
            <p:txBody>
              <a:bodyPr/>
              <a:lstStyle/>
              <a:p>
                <a:r>
                  <a:rPr lang="en-NL">
                    <a:noFill/>
                  </a:rPr>
                  <a:t> </a:t>
                </a:r>
              </a:p>
            </p:txBody>
          </p:sp>
        </mc:Fallback>
      </mc:AlternateContent>
      <p:pic>
        <p:nvPicPr>
          <p:cNvPr id="30201"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19"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30202" name="!!Sliding center 46 32">
            <a:extLst>
              <a:ext uri="{FF2B5EF4-FFF2-40B4-BE49-F238E27FC236}">
                <a16:creationId xmlns:a16="http://schemas.microsoft.com/office/drawing/2014/main" id="{85D8F719-2267-0C64-D7C9-DC27544C20FB}"/>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203" name="!!Sliding center 46 34">
                <a:extLst>
                  <a:ext uri="{FF2B5EF4-FFF2-40B4-BE49-F238E27FC236}">
                    <a16:creationId xmlns:a16="http://schemas.microsoft.com/office/drawing/2014/main" id="{7ABB1BDC-93CF-6E3C-F305-7490A15DBDA7}"/>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0203"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6"/>
                <a:stretch>
                  <a:fillRect/>
                </a:stretch>
              </a:blipFill>
              <a:ln>
                <a:noFill/>
              </a:ln>
            </p:spPr>
            <p:txBody>
              <a:bodyPr/>
              <a:lstStyle/>
              <a:p>
                <a:r>
                  <a:rPr lang="en-NL">
                    <a:noFill/>
                  </a:rPr>
                  <a:t> </a:t>
                </a:r>
              </a:p>
            </p:txBody>
          </p:sp>
        </mc:Fallback>
      </mc:AlternateContent>
      <p:sp>
        <p:nvSpPr>
          <p:cNvPr id="30204" name="!!Sliding center 46 36">
            <a:extLst>
              <a:ext uri="{FF2B5EF4-FFF2-40B4-BE49-F238E27FC236}">
                <a16:creationId xmlns:a16="http://schemas.microsoft.com/office/drawing/2014/main" id="{059D78BC-7712-3472-90C5-2A73836E0F9F}"/>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205" name="!!Sliding center 46 38">
            <a:extLst>
              <a:ext uri="{FF2B5EF4-FFF2-40B4-BE49-F238E27FC236}">
                <a16:creationId xmlns:a16="http://schemas.microsoft.com/office/drawing/2014/main" id="{75BDAAEE-E4DD-6E22-9B66-526CA7AF7FFA}"/>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1913554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6B67-483D-35C7-CB2A-505B39B1A74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F6FDCE4-3330-5E17-B8CD-4E0D9E8C841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2" name="!!Flow Analysis 2">
            <a:extLst>
              <a:ext uri="{FF2B5EF4-FFF2-40B4-BE49-F238E27FC236}">
                <a16:creationId xmlns:a16="http://schemas.microsoft.com/office/drawing/2014/main" id="{3CFD6E59-32C2-BF7E-297A-18D43B0C60AF}"/>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3159E6B8-DE47-EAB7-2A70-BB42DA911B44}"/>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957CD929-8153-77A9-0E0D-71E4B17C0A6C}"/>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152400" y="4108450"/>
                <a:ext cx="3302000" cy="342900"/>
              </a:xfrm>
              <a:prstGeom prst="rect">
                <a:avLst/>
              </a:prstGeom>
              <a:blipFill>
                <a:blip r:embed="rId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DA552458-7267-5808-3374-1E457F5B1C66}"/>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4"/>
                <a:stretch>
                  <a:fillRect l="-2879" t="-30000" r="-1536" b="-42000"/>
                </a:stretch>
              </a:blipFill>
              <a:ln>
                <a:noFill/>
              </a:ln>
            </p:spPr>
            <p:txBody>
              <a:bodyPr/>
              <a:lstStyle/>
              <a:p>
                <a:r>
                  <a:rPr lang="en-NL">
                    <a:noFill/>
                  </a:rPr>
                  <a:t> </a:t>
                </a:r>
              </a:p>
            </p:txBody>
          </p:sp>
        </mc:Fallback>
      </mc:AlternateContent>
      <p:sp>
        <p:nvSpPr>
          <p:cNvPr id="32" name="!!Sliding center 46 32">
            <a:extLst>
              <a:ext uri="{FF2B5EF4-FFF2-40B4-BE49-F238E27FC236}">
                <a16:creationId xmlns:a16="http://schemas.microsoft.com/office/drawing/2014/main" id="{85D8F719-2267-0C64-D7C9-DC27544C20FB}"/>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6 34">
                <a:extLst>
                  <a:ext uri="{FF2B5EF4-FFF2-40B4-BE49-F238E27FC236}">
                    <a16:creationId xmlns:a16="http://schemas.microsoft.com/office/drawing/2014/main" id="{7ABB1BDC-93CF-6E3C-F305-7490A15DBDA7}"/>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4"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5"/>
                <a:stretch>
                  <a:fillRect/>
                </a:stretch>
              </a:blipFill>
              <a:ln>
                <a:noFill/>
              </a:ln>
            </p:spPr>
            <p:txBody>
              <a:bodyPr/>
              <a:lstStyle/>
              <a:p>
                <a:r>
                  <a:rPr lang="en-NL">
                    <a:noFill/>
                  </a:rPr>
                  <a:t> </a:t>
                </a:r>
              </a:p>
            </p:txBody>
          </p:sp>
        </mc:Fallback>
      </mc:AlternateContent>
      <p:sp>
        <p:nvSpPr>
          <p:cNvPr id="36" name="!!Sliding center 46 36">
            <a:extLst>
              <a:ext uri="{FF2B5EF4-FFF2-40B4-BE49-F238E27FC236}">
                <a16:creationId xmlns:a16="http://schemas.microsoft.com/office/drawing/2014/main" id="{059D78BC-7712-3472-90C5-2A73836E0F9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6 38">
            <a:extLst>
              <a:ext uri="{FF2B5EF4-FFF2-40B4-BE49-F238E27FC236}">
                <a16:creationId xmlns:a16="http://schemas.microsoft.com/office/drawing/2014/main" id="{75BDAAEE-E4DD-6E22-9B66-526CA7AF7FF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6698" y="1777808"/>
            <a:ext cx="2919600" cy="1784478"/>
          </a:xfrm>
          <a:prstGeom prst="rect">
            <a:avLst/>
          </a:prstGeom>
        </p:spPr>
      </p:pic>
      <p:sp>
        <p:nvSpPr>
          <p:cNvPr id="6" name="!!Flow Synthesis 6">
            <a:extLst>
              <a:ext uri="{FF2B5EF4-FFF2-40B4-BE49-F238E27FC236}">
                <a16:creationId xmlns:a16="http://schemas.microsoft.com/office/drawing/2014/main" id="{D703C8B0-5DA5-5751-3376-5CA2CF2E17FF}"/>
              </a:ext>
            </a:extLst>
          </p:cNvPr>
          <p:cNvSpPr/>
          <p:nvPr/>
        </p:nvSpPr>
        <p:spPr>
          <a:xfrm>
            <a:off x="553720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ACA36901-9FAB-4D2E-0B1E-A8B9FF827A73}"/>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A50C9CA7-26DB-BC1F-AFFB-01B2B253AC96}"/>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6C6F5EF8-4780-EA7D-B8B0-E761562F6759}"/>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7"/>
                <a:stretch>
                  <a:fillRect l="-3071"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87B3746C-C9D4-F5C0-0A10-82DF4EFDB369}"/>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46</a:t>
            </a:fld>
            <a:endParaRPr lang="en-GB" sz="800"/>
          </a:p>
        </p:txBody>
      </p:sp>
      <p:pic>
        <p:nvPicPr>
          <p:cNvPr id="19"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Flow PIE 20002">
            <a:extLst>
              <a:ext uri="{FF2B5EF4-FFF2-40B4-BE49-F238E27FC236}">
                <a16:creationId xmlns:a16="http://schemas.microsoft.com/office/drawing/2014/main" id="{D44E39C9-13C2-3452-0EF8-1ED6ECFF230C}"/>
              </a:ext>
            </a:extLst>
          </p:cNvPr>
          <p:cNvSpPr/>
          <p:nvPr/>
        </p:nvSpPr>
        <p:spPr>
          <a:xfrm>
            <a:off x="-5540188" y="0"/>
            <a:ext cx="3606800" cy="5143500"/>
          </a:xfrm>
          <a:prstGeom prst="rect">
            <a:avLst/>
          </a:prstGeom>
          <a:solidFill>
            <a:srgbClr val="C81919">
              <a:alpha val="50196"/>
            </a:srgbClr>
          </a:solidFill>
          <a:ln>
            <a:noFill/>
          </a:ln>
        </p:spPr>
        <p:txBody>
          <a:bodyPr/>
          <a:lstStyle/>
          <a:p>
            <a:endParaRPr lang="en-NL"/>
          </a:p>
        </p:txBody>
      </p:sp>
      <p:sp>
        <p:nvSpPr>
          <p:cNvPr id="30167" name="!!Flow PIE 20005">
            <a:extLst>
              <a:ext uri="{FF2B5EF4-FFF2-40B4-BE49-F238E27FC236}">
                <a16:creationId xmlns:a16="http://schemas.microsoft.com/office/drawing/2014/main" id="{28E4D847-C090-BBB8-693C-BEA916C14EE0}"/>
              </a:ext>
            </a:extLst>
          </p:cNvPr>
          <p:cNvSpPr/>
          <p:nvPr/>
        </p:nvSpPr>
        <p:spPr>
          <a:xfrm>
            <a:off x="-537009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30168" name="!!Flow PIE 20007">
            <a:extLst>
              <a:ext uri="{FF2B5EF4-FFF2-40B4-BE49-F238E27FC236}">
                <a16:creationId xmlns:a16="http://schemas.microsoft.com/office/drawing/2014/main" id="{31C25975-554D-879D-2CAC-1B9D512E76A6}"/>
              </a:ext>
            </a:extLst>
          </p:cNvPr>
          <p:cNvSpPr/>
          <p:nvPr/>
        </p:nvSpPr>
        <p:spPr>
          <a:xfrm>
            <a:off x="-537009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30169" name="!!Flow PIE 20012">
            <a:extLst>
              <a:ext uri="{FF2B5EF4-FFF2-40B4-BE49-F238E27FC236}">
                <a16:creationId xmlns:a16="http://schemas.microsoft.com/office/drawing/2014/main" id="{0AD71456-660D-7315-EF48-E1E193DFA476}"/>
              </a:ext>
            </a:extLst>
          </p:cNvPr>
          <p:cNvSpPr/>
          <p:nvPr/>
        </p:nvSpPr>
        <p:spPr>
          <a:xfrm>
            <a:off x="-5387788"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30170" name="!!Flow PIE 20013">
                <a:extLst>
                  <a:ext uri="{FF2B5EF4-FFF2-40B4-BE49-F238E27FC236}">
                    <a16:creationId xmlns:a16="http://schemas.microsoft.com/office/drawing/2014/main" id="{4B8B0394-3ECA-22AB-56A2-F02B81623325}"/>
                  </a:ext>
                </a:extLst>
              </p:cNvPr>
              <p:cNvSpPr/>
              <p:nvPr/>
            </p:nvSpPr>
            <p:spPr>
              <a:xfrm>
                <a:off x="-5324288"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30170"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5324288" y="4457700"/>
                <a:ext cx="3175000" cy="304800"/>
              </a:xfrm>
              <a:prstGeom prst="rect">
                <a:avLst/>
              </a:prstGeom>
              <a:blipFill>
                <a:blip r:embed="rIdSlideFlow108"/>
                <a:stretch>
                  <a:fillRect t="-10000" b="-32000"/>
                </a:stretch>
              </a:blipFill>
              <a:ln>
                <a:noFill/>
              </a:ln>
            </p:spPr>
            <p:txBody>
              <a:bodyPr/>
              <a:lstStyle/>
              <a:p>
                <a:r>
                  <a:rPr lang="en-NL">
                    <a:noFill/>
                  </a:rPr>
                  <a:t> </a:t>
                </a:r>
              </a:p>
            </p:txBody>
          </p:sp>
        </mc:Fallback>
      </mc:AlternateContent>
      <p:grpSp>
        <p:nvGrpSpPr>
          <p:cNvPr id="30171" name="!!Flow PIE 30019">
            <a:extLst>
              <a:ext uri="{FF2B5EF4-FFF2-40B4-BE49-F238E27FC236}">
                <a16:creationId xmlns:a16="http://schemas.microsoft.com/office/drawing/2014/main" id="{66CCDDB3-9732-9221-B6B5-130A7D91B7C5}"/>
              </a:ext>
            </a:extLst>
          </p:cNvPr>
          <p:cNvGrpSpPr/>
          <p:nvPr/>
        </p:nvGrpSpPr>
        <p:grpSpPr>
          <a:xfrm>
            <a:off x="-5146488" y="1574800"/>
            <a:ext cx="2921000" cy="2239010"/>
            <a:chOff x="1995932" y="1819148"/>
            <a:chExt cx="3138932" cy="2405888"/>
          </a:xfrm>
        </p:grpSpPr>
        <p:sp>
          <p:nvSpPr>
            <p:cNvPr id="30172"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3"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4"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5"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6"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7"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17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179"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180"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1"/>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1"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181"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2"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182"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3"/>
                  <a:stretch>
                    <a:fillRect/>
                  </a:stretch>
                </a:blipFill>
                <a:ln>
                  <a:noFill/>
                </a:ln>
              </p:spPr>
              <p:txBody>
                <a:bodyPr/>
                <a:lstStyle/>
                <a:p>
                  <a:r>
                    <a:rPr lang="en-NL">
                      <a:noFill/>
                    </a:rPr>
                    <a:t> </a:t>
                  </a:r>
                </a:p>
              </p:txBody>
            </p:sp>
          </mc:Fallback>
        </mc:AlternateContent>
        <p:sp>
          <p:nvSpPr>
            <p:cNvPr id="30183"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4"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18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4"/>
                  <a:stretch>
                    <a:fillRect/>
                  </a:stretch>
                </a:blipFill>
                <a:ln>
                  <a:noFill/>
                </a:ln>
              </p:spPr>
              <p:txBody>
                <a:bodyPr/>
                <a:lstStyle/>
                <a:p>
                  <a:r>
                    <a:rPr lang="en-NL">
                      <a:noFill/>
                    </a:rPr>
                    <a:t> </a:t>
                  </a:r>
                </a:p>
              </p:txBody>
            </p:sp>
          </mc:Fallback>
        </mc:AlternateContent>
      </p:grpSp>
      <p:grpSp>
        <p:nvGrpSpPr>
          <p:cNvPr id="30186" name="!!Flow PIE 30034">
            <a:extLst>
              <a:ext uri="{FF2B5EF4-FFF2-40B4-BE49-F238E27FC236}">
                <a16:creationId xmlns:a16="http://schemas.microsoft.com/office/drawing/2014/main" id="{682EB208-F1CA-0DF6-2AB4-D125ACCD29FB}"/>
              </a:ext>
            </a:extLst>
          </p:cNvPr>
          <p:cNvGrpSpPr/>
          <p:nvPr/>
        </p:nvGrpSpPr>
        <p:grpSpPr>
          <a:xfrm>
            <a:off x="-4132009" y="2222014"/>
            <a:ext cx="874551" cy="874613"/>
            <a:chOff x="3086100" y="2514599"/>
            <a:chExt cx="939800" cy="939800"/>
          </a:xfrm>
        </p:grpSpPr>
        <p:sp>
          <p:nvSpPr>
            <p:cNvPr id="30187"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188"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188"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15"/>
                  <a:stretch>
                    <a:fillRect/>
                  </a:stretch>
                </a:blipFill>
                <a:ln>
                  <a:noFill/>
                </a:ln>
              </p:spPr>
              <p:txBody>
                <a:bodyPr/>
                <a:lstStyle/>
                <a:p>
                  <a:r>
                    <a:rPr lang="en-NL">
                      <a:noFill/>
                    </a:rPr>
                    <a:t> </a:t>
                  </a:r>
                </a:p>
              </p:txBody>
            </p:sp>
          </mc:Fallback>
        </mc:AlternateContent>
      </p:grpSp>
      <p:sp>
        <p:nvSpPr>
          <p:cNvPr id="30189" name="!!Sliding center 45 32">
            <a:extLst>
              <a:ext uri="{FF2B5EF4-FFF2-40B4-BE49-F238E27FC236}">
                <a16:creationId xmlns:a16="http://schemas.microsoft.com/office/drawing/2014/main" id="{CA62F6D7-172B-0E0F-BED9-264185957CD0}"/>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190" name="!!Sliding center 45 34">
                <a:extLst>
                  <a:ext uri="{FF2B5EF4-FFF2-40B4-BE49-F238E27FC236}">
                    <a16:creationId xmlns:a16="http://schemas.microsoft.com/office/drawing/2014/main" id="{7B5329C6-C010-A83E-B34A-5E38BF3A766C}"/>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0190"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16"/>
                <a:stretch>
                  <a:fillRect t="-11364" b="-29545"/>
                </a:stretch>
              </a:blipFill>
              <a:ln>
                <a:noFill/>
              </a:ln>
            </p:spPr>
            <p:txBody>
              <a:bodyPr/>
              <a:lstStyle/>
              <a:p>
                <a:r>
                  <a:rPr lang="en-NL">
                    <a:noFill/>
                  </a:rPr>
                  <a:t> </a:t>
                </a:r>
              </a:p>
            </p:txBody>
          </p:sp>
        </mc:Fallback>
      </mc:AlternateContent>
      <p:sp>
        <p:nvSpPr>
          <p:cNvPr id="30191" name="!!Sliding center 45 36">
            <a:extLst>
              <a:ext uri="{FF2B5EF4-FFF2-40B4-BE49-F238E27FC236}">
                <a16:creationId xmlns:a16="http://schemas.microsoft.com/office/drawing/2014/main" id="{248A13C0-1320-6291-E95D-9A1A43F38431}"/>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2" name="!!Sliding center 45 38">
            <a:extLst>
              <a:ext uri="{FF2B5EF4-FFF2-40B4-BE49-F238E27FC236}">
                <a16:creationId xmlns:a16="http://schemas.microsoft.com/office/drawing/2014/main" id="{29E20567-588E-10E4-42F3-8BDFD0744079}"/>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3" name="!!Sliding content 47 9">
            <a:extLst>
              <a:ext uri="{FF2B5EF4-FFF2-40B4-BE49-F238E27FC236}">
                <a16:creationId xmlns:a16="http://schemas.microsoft.com/office/drawing/2014/main" id="{6EED9644-F236-174E-09FF-61DEBA996088}"/>
              </a:ext>
            </a:extLst>
          </p:cNvPr>
          <p:cNvSpPr/>
          <p:nvPr/>
        </p:nvSpPr>
        <p:spPr>
          <a:xfrm>
            <a:off x="94488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51001" name="!!Contribution line 0"/>
          <p:cNvSpPr/>
          <p:nvPr/>
        </p:nvSpPr>
        <p:spPr>
          <a:xfrm>
            <a:off x="9448800" y="1231900"/>
            <a:ext cx="4775200" cy="381000"/>
          </a:xfrm>
          <a:prstGeom prst="rect">
            <a:avLst/>
          </a:prstGeom>
          <a:noFill/>
          <a:ln>
            <a:noFill/>
          </a:ln>
        </p:spPr>
        <p:txBody>
          <a:bodyPr wrap="none" lIns="0" tIns="0" rIns="0" bIns="0" anchor="ctr">
            <a:noAutofit/>
          </a:bodyPr>
          <a:lstStyle/>
          <a:p>
            <a:pPr algn="l">
              <a:buNone/>
            </a:pPr>
            <a:r>
              <a:rPr lang="en-GB" sz="2000" b="1" i="0" u="none" baseline="0">
                <a:solidFill>
                  <a:srgbClr val="C81919"/>
                </a:solidFill>
                <a:latin typeface="Aptos"/>
                <a:ea typeface="Aptos"/>
                <a:cs typeface="Aptos"/>
              </a:rPr>
              <a:t>1. Dual operation</a:t>
            </a:r>
            <a:endParaRPr sz="2000"/>
          </a:p>
        </p:txBody>
      </p:sp>
      <p:sp>
        <p:nvSpPr>
          <p:cNvPr id="51002" name="!!Contribution line 1"/>
          <p:cNvSpPr/>
          <p:nvPr/>
        </p:nvSpPr>
        <p:spPr>
          <a:xfrm>
            <a:off x="9448800" y="17399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Construct D(Θ) so the primal and dual</a:t>
            </a:r>
            <a:endParaRPr sz="1600"/>
          </a:p>
        </p:txBody>
      </p:sp>
      <p:sp>
        <p:nvSpPr>
          <p:cNvPr id="51003" name="!!Contribution line 2"/>
          <p:cNvSpPr/>
          <p:nvPr/>
        </p:nvSpPr>
        <p:spPr>
          <a:xfrm>
            <a:off x="9448800" y="20447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systems satisfy equivalent</a:t>
            </a:r>
            <a:endParaRPr sz="1600"/>
          </a:p>
        </p:txBody>
      </p:sp>
      <p:sp>
        <p:nvSpPr>
          <p:cNvPr id="51004" name="!!Contribution line 3"/>
          <p:cNvSpPr/>
          <p:nvPr/>
        </p:nvSpPr>
        <p:spPr>
          <a:xfrm>
            <a:off x="9448800" y="23495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dissipativity constraints.</a:t>
            </a:r>
            <a:endParaRPr sz="1600"/>
          </a:p>
        </p:txBody>
      </p:sp>
      <p:sp>
        <p:nvSpPr>
          <p:cNvPr id="51005" name="!!Contribution line 4"/>
          <p:cNvSpPr/>
          <p:nvPr/>
        </p:nvSpPr>
        <p:spPr>
          <a:xfrm>
            <a:off x="9448800" y="3111500"/>
            <a:ext cx="4775200" cy="381000"/>
          </a:xfrm>
          <a:prstGeom prst="rect">
            <a:avLst/>
          </a:prstGeom>
          <a:noFill/>
          <a:ln>
            <a:noFill/>
          </a:ln>
        </p:spPr>
        <p:txBody>
          <a:bodyPr wrap="none" lIns="0" tIns="0" rIns="0" bIns="0" anchor="ctr">
            <a:noAutofit/>
          </a:bodyPr>
          <a:lstStyle/>
          <a:p>
            <a:pPr algn="l">
              <a:buNone/>
            </a:pPr>
            <a:r>
              <a:rPr lang="en-GB" sz="2000" b="1" i="0" u="none" baseline="0">
                <a:solidFill>
                  <a:srgbClr val="C81919"/>
                </a:solidFill>
                <a:latin typeface="Aptos"/>
                <a:ea typeface="Aptos"/>
                <a:cs typeface="Aptos"/>
              </a:rPr>
              <a:t>2. Robust controller synthesis</a:t>
            </a:r>
            <a:endParaRPr sz="2000"/>
          </a:p>
        </p:txBody>
      </p:sp>
      <p:sp>
        <p:nvSpPr>
          <p:cNvPr id="51006" name="!!Contribution line 5"/>
          <p:cNvSpPr/>
          <p:nvPr/>
        </p:nvSpPr>
        <p:spPr>
          <a:xfrm>
            <a:off x="9448800" y="36195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Apply this equivalence to formulate</a:t>
            </a:r>
            <a:endParaRPr sz="1600"/>
          </a:p>
        </p:txBody>
      </p:sp>
      <p:sp>
        <p:nvSpPr>
          <p:cNvPr id="51007" name="!!Contribution line 6"/>
          <p:cNvSpPr/>
          <p:nvPr/>
        </p:nvSpPr>
        <p:spPr>
          <a:xfrm>
            <a:off x="9448800" y="39243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robust controller synthesis conditions.</a:t>
            </a:r>
            <a:endParaRPr sz="1600"/>
          </a:p>
        </p:txBody>
      </p:sp>
    </p:spTree>
    <p:extLst>
      <p:ext uri="{BB962C8B-B14F-4D97-AF65-F5344CB8AC3E}">
        <p14:creationId xmlns:p14="http://schemas.microsoft.com/office/powerpoint/2010/main" val="3667859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2FF-873E-7136-B8E0-20738BE2D9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D5C06E-2B73-C787-17B2-1213D52C8028}"/>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Flow Synthesis 6">
            <a:extLst>
              <a:ext uri="{FF2B5EF4-FFF2-40B4-BE49-F238E27FC236}">
                <a16:creationId xmlns:a16="http://schemas.microsoft.com/office/drawing/2014/main" id="{8BB87A1A-3E4D-B238-CD14-E0F2D35EDD7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7E5E2DB7-65AC-05AF-E417-A4B673A7D002}"/>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49D100C7-AF9D-D445-BE9C-D5F1DD7ACF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E6FE8EEE-8534-9FD1-23A6-870D8E3281B2}"/>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E6FE8EEE-8534-9FD1-23A6-870D8E3281B2}"/>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3"/>
                <a:stretch>
                  <a:fillRect l="-2879"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40DA0777-A36E-0A93-D988-8AA971948343}"/>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47</a:t>
            </a:fld>
            <a:endParaRPr lang="en-GB" sz="800"/>
          </a:p>
        </p:txBody>
      </p:sp>
      <p:pic>
        <p:nvPicPr>
          <p:cNvPr id="19" name="!!Flow Synthesis 19">
            <a:extLst>
              <a:ext uri="{FF2B5EF4-FFF2-40B4-BE49-F238E27FC236}">
                <a16:creationId xmlns:a16="http://schemas.microsoft.com/office/drawing/2014/main" id="{87DFCC8D-4F45-22A6-39D4-595706947B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4" name="Title 1">
            <a:extLst>
              <a:ext uri="{FF2B5EF4-FFF2-40B4-BE49-F238E27FC236}">
                <a16:creationId xmlns:a16="http://schemas.microsoft.com/office/drawing/2014/main" id="{6A41745E-F326-C4D8-39D1-46E67D2B1CAF}"/>
              </a:ext>
            </a:extLst>
          </p:cNvPr>
          <p:cNvSpPr>
            <a:spLocks noGrp="1"/>
          </p:cNvSpPr>
          <p:nvPr>
            <p:ph type="title"/>
          </p:nvPr>
        </p:nvSpPr>
        <p:spPr>
          <a:xfrm>
            <a:off x="457200" y="381000"/>
            <a:ext cx="8229600" cy="508000"/>
          </a:xfrm>
        </p:spPr>
        <p:txBody>
          <a:bodyPr/>
          <a:lstStyle/>
          <a:p>
            <a:endParaRPr lang="en-NL" dirty="0"/>
          </a:p>
        </p:txBody>
      </p:sp>
      <p:sp>
        <p:nvSpPr>
          <p:cNvPr id="9" name="!!Sliding content 47 9">
            <a:extLst>
              <a:ext uri="{FF2B5EF4-FFF2-40B4-BE49-F238E27FC236}">
                <a16:creationId xmlns:a16="http://schemas.microsoft.com/office/drawing/2014/main" id="{6EED9644-F236-174E-09FF-61DEBA996088}"/>
              </a:ext>
            </a:extLst>
          </p:cNvPr>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119" name="!!Flow Analysis 2">
            <a:extLst>
              <a:ext uri="{FF2B5EF4-FFF2-40B4-BE49-F238E27FC236}">
                <a16:creationId xmlns:a16="http://schemas.microsoft.com/office/drawing/2014/main" id="{3CFD6E59-32C2-BF7E-297A-18D43B0C60AF}"/>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120" name="!!Flow Analysis 3">
            <a:extLst>
              <a:ext uri="{FF2B5EF4-FFF2-40B4-BE49-F238E27FC236}">
                <a16:creationId xmlns:a16="http://schemas.microsoft.com/office/drawing/2014/main" id="{3159E6B8-DE47-EAB7-2A70-BB42DA911B44}"/>
              </a:ext>
            </a:extLst>
          </p:cNvPr>
          <p:cNvSpPr/>
          <p:nvPr/>
        </p:nvSpPr>
        <p:spPr>
          <a:xfrm>
            <a:off x="-5367102"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121" name="!!Flow Analysis 7">
                <a:extLst>
                  <a:ext uri="{FF2B5EF4-FFF2-40B4-BE49-F238E27FC236}">
                    <a16:creationId xmlns:a16="http://schemas.microsoft.com/office/drawing/2014/main" id="{957CD929-8153-77A9-0E0D-71E4B17C0A6C}"/>
                  </a:ext>
                </a:extLst>
              </p:cNvPr>
              <p:cNvSpPr/>
              <p:nvPr/>
            </p:nvSpPr>
            <p:spPr>
              <a:xfrm>
                <a:off x="-5384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121"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5384800" y="4108450"/>
                <a:ext cx="3302000" cy="342900"/>
              </a:xfrm>
              <a:prstGeom prst="rect">
                <a:avLst/>
              </a:prstGeom>
              <a:blipFill>
                <a:blip r:embed="rIdSlideFlow104"/>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Flow Analysis 8">
                <a:extLst>
                  <a:ext uri="{FF2B5EF4-FFF2-40B4-BE49-F238E27FC236}">
                    <a16:creationId xmlns:a16="http://schemas.microsoft.com/office/drawing/2014/main" id="{DA552458-7267-5808-3374-1E457F5B1C66}"/>
                  </a:ext>
                </a:extLst>
              </p:cNvPr>
              <p:cNvSpPr/>
              <p:nvPr/>
            </p:nvSpPr>
            <p:spPr>
              <a:xfrm>
                <a:off x="-5278202"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22"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5278202" y="4572000"/>
                <a:ext cx="3175000" cy="304800"/>
              </a:xfrm>
              <a:prstGeom prst="rect">
                <a:avLst/>
              </a:prstGeom>
              <a:blipFill>
                <a:blip r:embed="rIdSlideFlow105"/>
                <a:stretch>
                  <a:fillRect l="-2879" t="-30000" r="-1536" b="-42000"/>
                </a:stretch>
              </a:blipFill>
              <a:ln>
                <a:noFill/>
              </a:ln>
            </p:spPr>
            <p:txBody>
              <a:bodyPr/>
              <a:lstStyle/>
              <a:p>
                <a:r>
                  <a:rPr lang="en-NL">
                    <a:noFill/>
                  </a:rPr>
                  <a:t> </a:t>
                </a:r>
              </a:p>
            </p:txBody>
          </p:sp>
        </mc:Fallback>
      </mc:AlternateContent>
      <p:pic>
        <p:nvPicPr>
          <p:cNvPr id="123"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50502" y="1777808"/>
            <a:ext cx="2919600" cy="1784478"/>
          </a:xfrm>
          <a:prstGeom prst="rect">
            <a:avLst/>
          </a:prstGeom>
        </p:spPr>
      </p:pic>
      <p:sp>
        <p:nvSpPr>
          <p:cNvPr id="124" name="!!Sliding center 46 32">
            <a:extLst>
              <a:ext uri="{FF2B5EF4-FFF2-40B4-BE49-F238E27FC236}">
                <a16:creationId xmlns:a16="http://schemas.microsoft.com/office/drawing/2014/main" id="{85D8F719-2267-0C64-D7C9-DC27544C20FB}"/>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25" name="!!Sliding center 46 34">
                <a:extLst>
                  <a:ext uri="{FF2B5EF4-FFF2-40B4-BE49-F238E27FC236}">
                    <a16:creationId xmlns:a16="http://schemas.microsoft.com/office/drawing/2014/main" id="{7ABB1BDC-93CF-6E3C-F305-7490A15DBDA7}"/>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125"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07"/>
                <a:stretch>
                  <a:fillRect/>
                </a:stretch>
              </a:blipFill>
              <a:ln>
                <a:noFill/>
              </a:ln>
            </p:spPr>
            <p:txBody>
              <a:bodyPr/>
              <a:lstStyle/>
              <a:p>
                <a:r>
                  <a:rPr lang="en-NL">
                    <a:noFill/>
                  </a:rPr>
                  <a:t> </a:t>
                </a:r>
              </a:p>
            </p:txBody>
          </p:sp>
        </mc:Fallback>
      </mc:AlternateContent>
      <p:sp>
        <p:nvSpPr>
          <p:cNvPr id="126" name="!!Sliding center 46 36">
            <a:extLst>
              <a:ext uri="{FF2B5EF4-FFF2-40B4-BE49-F238E27FC236}">
                <a16:creationId xmlns:a16="http://schemas.microsoft.com/office/drawing/2014/main" id="{059D78BC-7712-3472-90C5-2A73836E0F9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127" name="!!Sliding center 46 38">
            <a:extLst>
              <a:ext uri="{FF2B5EF4-FFF2-40B4-BE49-F238E27FC236}">
                <a16:creationId xmlns:a16="http://schemas.microsoft.com/office/drawing/2014/main" id="{75BDAAEE-E4DD-6E22-9B66-526CA7AF7FF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51001" name="!!Contribution line 0"/>
          <p:cNvSpPr/>
          <p:nvPr/>
        </p:nvSpPr>
        <p:spPr>
          <a:xfrm>
            <a:off x="3911600" y="1231900"/>
            <a:ext cx="4775200" cy="381000"/>
          </a:xfrm>
          <a:prstGeom prst="rect">
            <a:avLst/>
          </a:prstGeom>
          <a:noFill/>
          <a:ln>
            <a:noFill/>
          </a:ln>
        </p:spPr>
        <p:txBody>
          <a:bodyPr wrap="none" lIns="0" tIns="0" rIns="0" bIns="0" anchor="ctr">
            <a:noAutofit/>
          </a:bodyPr>
          <a:lstStyle/>
          <a:p>
            <a:pPr algn="l">
              <a:buNone/>
            </a:pPr>
            <a:r>
              <a:rPr lang="en-GB" sz="2000" b="1" i="0" u="none" baseline="0">
                <a:solidFill>
                  <a:srgbClr val="C81919"/>
                </a:solidFill>
                <a:latin typeface="Aptos"/>
                <a:ea typeface="Aptos"/>
                <a:cs typeface="Aptos"/>
              </a:rPr>
              <a:t>1. Dual operation</a:t>
            </a:r>
            <a:endParaRPr sz="2000"/>
          </a:p>
        </p:txBody>
      </p:sp>
      <p:sp>
        <p:nvSpPr>
          <p:cNvPr id="51002" name="!!Contribution line 1"/>
          <p:cNvSpPr/>
          <p:nvPr/>
        </p:nvSpPr>
        <p:spPr>
          <a:xfrm>
            <a:off x="3911600" y="17399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Construct D(Θ) so the primal and dual</a:t>
            </a:r>
            <a:endParaRPr sz="1600"/>
          </a:p>
        </p:txBody>
      </p:sp>
      <p:sp>
        <p:nvSpPr>
          <p:cNvPr id="51003" name="!!Contribution line 2"/>
          <p:cNvSpPr/>
          <p:nvPr/>
        </p:nvSpPr>
        <p:spPr>
          <a:xfrm>
            <a:off x="3911600" y="20447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systems satisfy equivalent</a:t>
            </a:r>
            <a:endParaRPr sz="1600"/>
          </a:p>
        </p:txBody>
      </p:sp>
      <p:sp>
        <p:nvSpPr>
          <p:cNvPr id="51004" name="!!Contribution line 3"/>
          <p:cNvSpPr/>
          <p:nvPr/>
        </p:nvSpPr>
        <p:spPr>
          <a:xfrm>
            <a:off x="3911600" y="23495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dissipativity constraints.</a:t>
            </a:r>
            <a:endParaRPr sz="1600"/>
          </a:p>
        </p:txBody>
      </p:sp>
      <p:sp>
        <p:nvSpPr>
          <p:cNvPr id="51005" name="!!Contribution line 4"/>
          <p:cNvSpPr/>
          <p:nvPr/>
        </p:nvSpPr>
        <p:spPr>
          <a:xfrm>
            <a:off x="3911600" y="3111500"/>
            <a:ext cx="4775200" cy="381000"/>
          </a:xfrm>
          <a:prstGeom prst="rect">
            <a:avLst/>
          </a:prstGeom>
          <a:noFill/>
          <a:ln>
            <a:noFill/>
          </a:ln>
        </p:spPr>
        <p:txBody>
          <a:bodyPr wrap="none" lIns="0" tIns="0" rIns="0" bIns="0" anchor="ctr">
            <a:noAutofit/>
          </a:bodyPr>
          <a:lstStyle/>
          <a:p>
            <a:pPr algn="l">
              <a:buNone/>
            </a:pPr>
            <a:r>
              <a:rPr lang="en-GB" sz="2000" b="1" i="0" u="none" baseline="0">
                <a:solidFill>
                  <a:srgbClr val="C81919"/>
                </a:solidFill>
                <a:latin typeface="Aptos"/>
                <a:ea typeface="Aptos"/>
                <a:cs typeface="Aptos"/>
              </a:rPr>
              <a:t>2. Robust controller synthesis</a:t>
            </a:r>
            <a:endParaRPr sz="2000"/>
          </a:p>
        </p:txBody>
      </p:sp>
      <p:sp>
        <p:nvSpPr>
          <p:cNvPr id="51006" name="!!Contribution line 5"/>
          <p:cNvSpPr/>
          <p:nvPr/>
        </p:nvSpPr>
        <p:spPr>
          <a:xfrm>
            <a:off x="3911600" y="36195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Apply this equivalence to formulate</a:t>
            </a:r>
            <a:endParaRPr sz="1600"/>
          </a:p>
        </p:txBody>
      </p:sp>
      <p:sp>
        <p:nvSpPr>
          <p:cNvPr id="51007" name="!!Contribution line 6"/>
          <p:cNvSpPr/>
          <p:nvPr/>
        </p:nvSpPr>
        <p:spPr>
          <a:xfrm>
            <a:off x="3911600" y="39243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robust controller synthesis conditions.</a:t>
            </a:r>
            <a:endParaRPr sz="1600"/>
          </a:p>
        </p:txBody>
      </p:sp>
    </p:spTree>
    <p:extLst>
      <p:ext uri="{BB962C8B-B14F-4D97-AF65-F5344CB8AC3E}">
        <p14:creationId xmlns:p14="http://schemas.microsoft.com/office/powerpoint/2010/main" val="1341154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xmlns:m="http://schemas.openxmlformats.org/officeDocument/2006/math">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xmlns:m="http://schemas.openxmlformats.org/officeDocument/2006/math">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xmlns:m="http://schemas.openxmlformats.org/officeDocument/2006/math">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xmlns:m="http://schemas.openxmlformats.org/officeDocument/2006/math">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xmlns:m="http://schemas.openxmlformats.org/officeDocument/2006/math">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xmlns:m="http://schemas.openxmlformats.org/officeDocument/2006/math">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xmlns:m="http://schemas.openxmlformats.org/officeDocument/2006/math">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
        <p:nvSpPr>
          <p:cNvPr id="61001" name="Input plot legend Control"/>
          <p:cNvSpPr/>
          <p:nvPr/>
        </p:nvSpPr>
        <p:spPr>
          <a:xfrm>
            <a:off x="5067300" y="4495800"/>
            <a:ext cx="203200" cy="25400"/>
          </a:xfrm>
          <a:custGeom>
            <a:avLst/>
            <a:gdLst/>
            <a:ahLst/>
            <a:cxnLst/>
            <a:rect l="0" t="0" r="r" b="b"/>
            <a:pathLst>
              <a:path w="203200" h="25400" fill="none">
                <a:moveTo>
                  <a:pt x="12700" y="12700"/>
                </a:moveTo>
                <a:lnTo>
                  <a:pt x="190500" y="12700"/>
                </a:lnTo>
              </a:path>
            </a:pathLst>
          </a:custGeom>
          <a:noFill/>
          <a:ln w="19050">
            <a:solidFill>
              <a:srgbClr val="7461A5"/>
            </a:solidFill>
            <a:round/>
          </a:ln>
        </p:spPr>
      </p:sp>
      <p:sp>
        <p:nvSpPr>
          <p:cNvPr id="61002" name="Input plot legend STN disturbance"/>
          <p:cNvSpPr/>
          <p:nvPr/>
        </p:nvSpPr>
        <p:spPr>
          <a:xfrm>
            <a:off x="6210300" y="4495800"/>
            <a:ext cx="203200" cy="25400"/>
          </a:xfrm>
          <a:custGeom>
            <a:avLst/>
            <a:gdLst/>
            <a:ahLst/>
            <a:cxnLst/>
            <a:rect l="0" t="0" r="r" b="b"/>
            <a:pathLst>
              <a:path w="203200" h="25400" fill="none">
                <a:moveTo>
                  <a:pt x="12700" y="12700"/>
                </a:moveTo>
                <a:lnTo>
                  <a:pt x="190500" y="12700"/>
                </a:lnTo>
              </a:path>
            </a:pathLst>
          </a:custGeom>
          <a:noFill/>
          <a:ln w="19050">
            <a:solidFill>
              <a:srgbClr val="D68B22"/>
            </a:solidFill>
            <a:round/>
          </a:ln>
        </p:spPr>
      </p:sp>
      <p:sp>
        <p:nvSpPr>
          <p:cNvPr id="61003" name="Input plot legend GPe disturbance"/>
          <p:cNvSpPr/>
          <p:nvPr/>
        </p:nvSpPr>
        <p:spPr>
          <a:xfrm>
            <a:off x="7467600" y="4495800"/>
            <a:ext cx="203200" cy="25400"/>
          </a:xfrm>
          <a:custGeom>
            <a:avLst/>
            <a:gdLst/>
            <a:ahLst/>
            <a:cxnLst/>
            <a:rect l="0" t="0" r="r" b="b"/>
            <a:pathLst>
              <a:path w="203200" h="25400" fill="none">
                <a:moveTo>
                  <a:pt x="12700" y="12700"/>
                </a:moveTo>
                <a:lnTo>
                  <a:pt x="190500" y="12700"/>
                </a:lnTo>
              </a:path>
            </a:pathLst>
          </a:custGeom>
          <a:noFill/>
          <a:ln w="19050">
            <a:solidFill>
              <a:srgbClr val="D68B22"/>
            </a:solidFill>
            <a:prstDash val="dash"/>
            <a:round/>
          </a:ln>
        </p:spPr>
      </p:sp>
      <mc:AlternateContent xmlns:mc="http://schemas.openxmlformats.org/markup-compatibility/2006">
        <mc:Choice xmlns:a14="http://schemas.microsoft.com/office/drawing/2010/main" Requires="a14">
          <p:sp>
            <p:nvSpPr>
              <p:cNvPr id="61004" name="Input plot legend control text"/>
              <p:cNvSpPr/>
              <p:nvPr/>
            </p:nvSpPr>
            <p:spPr>
              <a:xfrm>
                <a:off x="5295900" y="4339590"/>
                <a:ext cx="812800" cy="3378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50">
                          <a:solidFill>
                            <a:srgbClr val="7461A5"/>
                          </a:solidFill>
                          <a:latin typeface="Cambria Math"/>
                        </a:rPr>
                        <m:t>𝑢</m:t>
                      </m:r>
                      <m:r>
                        <a:rPr sz="950">
                          <a:solidFill>
                            <a:srgbClr val="7461A5"/>
                          </a:solidFill>
                          <a:latin typeface="Cambria Math"/>
                        </a:rPr>
                        <m:t>: </m:t>
                      </m:r>
                      <m:r>
                        <m:rPr>
                          <m:sty m:val="p"/>
                        </m:rPr>
                        <a:rPr sz="950">
                          <a:solidFill>
                            <a:srgbClr val="7461A5"/>
                          </a:solidFill>
                          <a:latin typeface="Cambria Math"/>
                        </a:rPr>
                        <m:t>control</m:t>
                      </m:r>
                    </m:oMath>
                  </m:oMathPara>
                </a14:m>
                <a:endParaRPr sz="950"/>
              </a:p>
            </p:txBody>
          </p:sp>
        </mc:Choice>
        <mc:Fallback>
          <p:sp>
            <p:nvSpPr>
              <p:cNvPr id="61004" name="Input plot legend control text"/>
              <p:cNvSpPr>
                <a:spLocks noRot="1" noChangeAspect="1" noMove="1" noResize="1" noEditPoints="1" noAdjustHandles="1" noChangeArrowheads="1" noChangeShapeType="1" noTextEdit="1"/>
              </p:cNvSpPr>
              <p:nvPr/>
            </p:nvSpPr>
            <p:spPr>
              <a:xfrm>
                <a:off x="5295900" y="4339590"/>
                <a:ext cx="812800" cy="3378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1005" name="Input plot legend disturbance S"/>
              <p:cNvSpPr/>
              <p:nvPr/>
            </p:nvSpPr>
            <p:spPr>
              <a:xfrm>
                <a:off x="6413500" y="4339590"/>
                <a:ext cx="1066800" cy="3378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950">
                              <a:solidFill>
                                <a:srgbClr val="D68B22"/>
                              </a:solidFill>
                              <a:latin typeface="Cambria Math"/>
                            </a:rPr>
                          </m:ctrlPr>
                        </m:sSubPr>
                        <m:e>
                          <m:r>
                            <a:rPr sz="950">
                              <a:solidFill>
                                <a:srgbClr val="D68B22"/>
                              </a:solidFill>
                              <a:latin typeface="Cambria Math"/>
                            </a:rPr>
                            <m:t>𝑑</m:t>
                          </m:r>
                        </m:e>
                        <m:sub>
                          <m:r>
                            <m:rPr>
                              <m:sty m:val="p"/>
                            </m:rPr>
                            <a:rPr sz="950">
                              <a:solidFill>
                                <a:srgbClr val="D68B22"/>
                              </a:solidFill>
                              <a:latin typeface="Cambria Math"/>
                            </a:rPr>
                            <m:t>S</m:t>
                          </m:r>
                        </m:sub>
                      </m:sSub>
                      <m:r>
                        <a:rPr sz="950">
                          <a:solidFill>
                            <a:srgbClr val="D68B22"/>
                          </a:solidFill>
                          <a:latin typeface="Cambria Math"/>
                        </a:rPr>
                        <m:t>: </m:t>
                      </m:r>
                      <m:r>
                        <m:rPr>
                          <m:sty m:val="p"/>
                        </m:rPr>
                        <a:rPr sz="950">
                          <a:solidFill>
                            <a:srgbClr val="D68B22"/>
                          </a:solidFill>
                          <a:latin typeface="Cambria Math"/>
                        </a:rPr>
                        <m:t>disturbance</m:t>
                      </m:r>
                    </m:oMath>
                  </m:oMathPara>
                </a14:m>
                <a:endParaRPr sz="950"/>
              </a:p>
            </p:txBody>
          </p:sp>
        </mc:Choice>
        <mc:Fallback>
          <p:sp>
            <p:nvSpPr>
              <p:cNvPr id="61005" name="Input plot legend disturbance S"/>
              <p:cNvSpPr>
                <a:spLocks noRot="1" noChangeAspect="1" noMove="1" noResize="1" noEditPoints="1" noAdjustHandles="1" noChangeArrowheads="1" noChangeShapeType="1" noTextEdit="1"/>
              </p:cNvSpPr>
              <p:nvPr/>
            </p:nvSpPr>
            <p:spPr>
              <a:xfrm>
                <a:off x="6413500" y="4339590"/>
                <a:ext cx="1066800" cy="3378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1006" name="Input plot legend disturbance G"/>
              <p:cNvSpPr/>
              <p:nvPr/>
            </p:nvSpPr>
            <p:spPr>
              <a:xfrm>
                <a:off x="7670800" y="4339590"/>
                <a:ext cx="1066800" cy="3378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950">
                              <a:solidFill>
                                <a:srgbClr val="D68B22"/>
                              </a:solidFill>
                              <a:latin typeface="Cambria Math"/>
                            </a:rPr>
                          </m:ctrlPr>
                        </m:sSubPr>
                        <m:e>
                          <m:r>
                            <a:rPr sz="950">
                              <a:solidFill>
                                <a:srgbClr val="D68B22"/>
                              </a:solidFill>
                              <a:latin typeface="Cambria Math"/>
                            </a:rPr>
                            <m:t>𝑑</m:t>
                          </m:r>
                        </m:e>
                        <m:sub>
                          <m:r>
                            <m:rPr>
                              <m:sty m:val="p"/>
                            </m:rPr>
                            <a:rPr sz="950">
                              <a:solidFill>
                                <a:srgbClr val="D68B22"/>
                              </a:solidFill>
                              <a:latin typeface="Cambria Math"/>
                            </a:rPr>
                            <m:t>G</m:t>
                          </m:r>
                        </m:sub>
                      </m:sSub>
                      <m:r>
                        <a:rPr sz="950">
                          <a:solidFill>
                            <a:srgbClr val="D68B22"/>
                          </a:solidFill>
                          <a:latin typeface="Cambria Math"/>
                        </a:rPr>
                        <m:t>: </m:t>
                      </m:r>
                      <m:r>
                        <m:rPr>
                          <m:sty m:val="p"/>
                        </m:rPr>
                        <a:rPr sz="950">
                          <a:solidFill>
                            <a:srgbClr val="D68B22"/>
                          </a:solidFill>
                          <a:latin typeface="Cambria Math"/>
                        </a:rPr>
                        <m:t>disturbance</m:t>
                      </m:r>
                    </m:oMath>
                  </m:oMathPara>
                </a14:m>
                <a:endParaRPr sz="950"/>
              </a:p>
            </p:txBody>
          </p:sp>
        </mc:Choice>
        <mc:Fallback>
          <p:sp>
            <p:nvSpPr>
              <p:cNvPr id="61006" name="Input plot legend disturbance G"/>
              <p:cNvSpPr>
                <a:spLocks noRot="1" noChangeAspect="1" noMove="1" noResize="1" noEditPoints="1" noAdjustHandles="1" noChangeArrowheads="1" noChangeShapeType="1" noTextEdit="1"/>
              </p:cNvSpPr>
              <p:nvPr/>
            </p:nvSpPr>
            <p:spPr>
              <a:xfrm>
                <a:off x="7670800" y="4339590"/>
                <a:ext cx="1066800" cy="337820"/>
              </a:xfrm>
              <a:prstGeom prst="rect">
                <a:avLst/>
              </a:prstGeom>
              <a:blipFill>
                <a:blip r:embed="rId19"/>
                <a:stretch>
                  <a:fillRect/>
                </a:stretch>
              </a:blipFill>
              <a:ln>
                <a:noFill/>
              </a:ln>
            </p:spPr>
            <p:txBody>
              <a:bodyPr/>
              <a:lstStyle/>
              <a:p>
                <a:r>
                  <a:rPr lang="en-NL">
                    <a:noFill/>
                  </a:rPr>
                  <a:t> </a:t>
                </a:r>
              </a:p>
            </p:txBody>
          </p:sp>
        </mc:Fallback>
      </mc:AlternateContent>
      <p:pic>
        <p:nvPicPr>
          <p:cNvPr id="62000" name="Still hand from slide 14"/>
          <p:cNvPicPr>
            <a:picLocks noChangeAspect="1"/>
          </p:cNvPicPr>
          <p:nvPr/>
        </p:nvPicPr>
        <p:blipFill>
          <a:blip r:embed="rId20"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5735</TotalTime>
  <Words>8855</Words>
  <Application>Microsoft Office PowerPoint</Application>
  <PresentationFormat>On-screen Show (16:9)</PresentationFormat>
  <Paragraphs>1266</Paragraphs>
  <Slides>63</Slides>
  <Notes>53</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59</cp:revision>
  <dcterms:created xsi:type="dcterms:W3CDTF">2019-11-27T15:26:32Z</dcterms:created>
  <dcterms:modified xsi:type="dcterms:W3CDTF">2026-09-27T22:39:19Z</dcterms:modified>
</cp:coreProperties>
</file>