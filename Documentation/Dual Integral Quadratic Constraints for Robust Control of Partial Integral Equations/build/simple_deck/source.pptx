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39" r:id="rId34"/>
    <p:sldId id="421" r:id="rId35"/>
    <p:sldId id="427" r:id="rId36"/>
    <p:sldId id="431" r:id="rId37"/>
    <p:sldId id="428" r:id="rId38"/>
    <p:sldId id="429" r:id="rId39"/>
    <p:sldId id="432" r:id="rId40"/>
    <p:sldId id="430" r:id="rId41"/>
    <p:sldId id="433" r:id="rId42"/>
    <p:sldId id="434" r:id="rId4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84" d="100"/>
          <a:sy n="84" d="100"/>
        </p:scale>
        <p:origin x="2376" y="76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18" Type="http://schemas.openxmlformats.org/officeDocument/2006/relationships/image" Target="../media/image38.png"/><Relationship Id="rId3" Type="http://schemas.microsoft.com/office/2007/relationships/media" Target="../media/media2.mp4"/><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video" Target="../media/media1.mp4"/><Relationship Id="rId16" Type="http://schemas.openxmlformats.org/officeDocument/2006/relationships/image" Target="../media/image36.png"/><Relationship Id="rId20" Type="http://schemas.openxmlformats.org/officeDocument/2006/relationships/image" Target="../media/image40.png"/><Relationship Id="rId1" Type="http://schemas.microsoft.com/office/2007/relationships/media" Target="../media/media1.mp4"/><Relationship Id="rId6" Type="http://schemas.openxmlformats.org/officeDocument/2006/relationships/notesSlide" Target="../notesSlides/notesSlide2.xml"/><Relationship Id="rId11" Type="http://schemas.openxmlformats.org/officeDocument/2006/relationships/image" Target="../media/image31.png"/><Relationship Id="rId5" Type="http://schemas.openxmlformats.org/officeDocument/2006/relationships/slideLayout" Target="../slideLayouts/slideLayout5.xml"/><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video" Target="../media/media2.mp4"/><Relationship Id="rId9" Type="http://schemas.openxmlformats.org/officeDocument/2006/relationships/image" Target="../media/image1.pn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8" Type="http://schemas.openxmlformats.org/officeDocument/2006/relationships/image" Target="../media/image43.gif"/><Relationship Id="rId3" Type="http://schemas.openxmlformats.org/officeDocument/2006/relationships/image" Target="../media/image3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32.jpg"/><Relationship Id="rId4" Type="http://schemas.openxmlformats.org/officeDocument/2006/relationships/image" Target="../media/image31.jp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7.png"/><Relationship Id="rId21" Type="http://schemas.openxmlformats.org/officeDocument/2006/relationships/image" Target="../media/image62.png"/><Relationship Id="rId7" Type="http://schemas.openxmlformats.org/officeDocument/2006/relationships/image" Target="../media/image44.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57.png"/><Relationship Id="rId20" Type="http://schemas.openxmlformats.org/officeDocument/2006/relationships/image" Target="../media/image45.png"/><Relationship Id="rId29" Type="http://schemas.openxmlformats.org/officeDocument/2006/relationships/image" Target="../media/image70.png"/><Relationship Id="rId1" Type="http://schemas.openxmlformats.org/officeDocument/2006/relationships/slideLayout" Target="../slideLayouts/slideLayout5.xml"/><Relationship Id="rId6" Type="http://schemas.openxmlformats.org/officeDocument/2006/relationships/image" Target="../media/image1510.png"/><Relationship Id="rId11" Type="http://schemas.openxmlformats.org/officeDocument/2006/relationships/image" Target="../media/image52.png"/><Relationship Id="rId24" Type="http://schemas.openxmlformats.org/officeDocument/2006/relationships/image" Target="../media/image65.png"/><Relationship Id="rId15" Type="http://schemas.openxmlformats.org/officeDocument/2006/relationships/image" Target="../media/image56.png"/><Relationship Id="rId23" Type="http://schemas.openxmlformats.org/officeDocument/2006/relationships/image" Target="../media/image64.png"/><Relationship Id="rId28" Type="http://schemas.openxmlformats.org/officeDocument/2006/relationships/image" Target="../media/image69.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1.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 Id="rId27" Type="http://schemas.openxmlformats.org/officeDocument/2006/relationships/image" Target="../media/image68.png"/><Relationship Id="rId30" Type="http://schemas.openxmlformats.org/officeDocument/2006/relationships/image" Target="../media/image7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410.png"/><Relationship Id="rId7" Type="http://schemas.openxmlformats.org/officeDocument/2006/relationships/image" Target="../media/image7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4.png"/><Relationship Id="rId11" Type="http://schemas.openxmlformats.org/officeDocument/2006/relationships/image" Target="../media/image1.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46.png"/><Relationship Id="rId9" Type="http://schemas.openxmlformats.org/officeDocument/2006/relationships/image" Target="../media/image77.png"/></Relationships>
</file>

<file path=ppt/slides/_rels/slide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3" Type="http://schemas.openxmlformats.org/officeDocument/2006/relationships/image" Target="../media/image170.png"/><Relationship Id="rId7" Type="http://schemas.openxmlformats.org/officeDocument/2006/relationships/image" Target="../media/image75.png"/><Relationship Id="rId12" Type="http://schemas.openxmlformats.org/officeDocument/2006/relationships/image" Target="../media/image86.png"/><Relationship Id="rId17" Type="http://schemas.openxmlformats.org/officeDocument/2006/relationships/image" Target="../media/image91.png"/><Relationship Id="rId2" Type="http://schemas.openxmlformats.org/officeDocument/2006/relationships/notesSlide" Target="../notesSlides/notesSlide6.xml"/><Relationship Id="rId16" Type="http://schemas.openxmlformats.org/officeDocument/2006/relationships/image" Target="../media/image90.png"/><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85.png"/><Relationship Id="rId5" Type="http://schemas.openxmlformats.org/officeDocument/2006/relationships/image" Target="../media/image80.png"/><Relationship Id="rId15" Type="http://schemas.openxmlformats.org/officeDocument/2006/relationships/image" Target="../media/image89.png"/><Relationship Id="rId10" Type="http://schemas.openxmlformats.org/officeDocument/2006/relationships/image" Target="../media/image84.png"/><Relationship Id="rId19" Type="http://schemas.openxmlformats.org/officeDocument/2006/relationships/image" Target="../media/image1.png"/><Relationship Id="rId4" Type="http://schemas.openxmlformats.org/officeDocument/2006/relationships/image" Target="../media/image48.png"/><Relationship Id="rId9" Type="http://schemas.openxmlformats.org/officeDocument/2006/relationships/image" Target="../media/image83.png"/><Relationship Id="rId14" Type="http://schemas.openxmlformats.org/officeDocument/2006/relationships/image" Target="../media/image88.png"/></Relationships>
</file>

<file path=ppt/slides/_rels/slide9.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190.png"/><Relationship Id="rId7" Type="http://schemas.openxmlformats.org/officeDocument/2006/relationships/image" Target="../media/image75.png"/><Relationship Id="rId12"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97.png"/><Relationship Id="rId5" Type="http://schemas.openxmlformats.org/officeDocument/2006/relationships/image" Target="../media/image80.png"/><Relationship Id="rId10" Type="http://schemas.openxmlformats.org/officeDocument/2006/relationships/image" Target="../media/image96.png"/><Relationship Id="rId4" Type="http://schemas.openxmlformats.org/officeDocument/2006/relationships/image" Target="../media/image61.png"/><Relationship Id="rId9" Type="http://schemas.openxmlformats.org/officeDocument/2006/relationships/image" Target="../media/image95.png"/><Relationship Id="rId1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190.png"/><Relationship Id="rId7" Type="http://schemas.openxmlformats.org/officeDocument/2006/relationships/image" Target="../media/image75.png"/><Relationship Id="rId12" Type="http://schemas.openxmlformats.org/officeDocument/2006/relationships/image" Target="../media/image98.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97.png"/><Relationship Id="rId5" Type="http://schemas.openxmlformats.org/officeDocument/2006/relationships/image" Target="../media/image80.png"/><Relationship Id="rId10" Type="http://schemas.openxmlformats.org/officeDocument/2006/relationships/image" Target="../media/image96.png"/><Relationship Id="rId4" Type="http://schemas.openxmlformats.org/officeDocument/2006/relationships/image" Target="../media/image61.png"/><Relationship Id="rId9" Type="http://schemas.openxmlformats.org/officeDocument/2006/relationships/image" Target="../media/image95.png"/><Relationship Id="rId1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18" Type="http://schemas.openxmlformats.org/officeDocument/2006/relationships/image" Target="../media/image114.png"/><Relationship Id="rId3" Type="http://schemas.openxmlformats.org/officeDocument/2006/relationships/image" Target="../media/image210.png"/><Relationship Id="rId21" Type="http://schemas.openxmlformats.org/officeDocument/2006/relationships/image" Target="../media/image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3.png"/><Relationship Id="rId2" Type="http://schemas.openxmlformats.org/officeDocument/2006/relationships/notesSlide" Target="../notesSlides/notesSlide9.xml"/><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5.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106.png"/><Relationship Id="rId19" Type="http://schemas.openxmlformats.org/officeDocument/2006/relationships/image" Target="../media/image115.png"/><Relationship Id="rId4" Type="http://schemas.openxmlformats.org/officeDocument/2006/relationships/image" Target="../media/image72.png"/><Relationship Id="rId9" Type="http://schemas.openxmlformats.org/officeDocument/2006/relationships/image" Target="../media/image105.png"/><Relationship Id="rId14" Type="http://schemas.openxmlformats.org/officeDocument/2006/relationships/image" Target="../media/image110.png"/></Relationships>
</file>

<file path=ppt/slides/_rels/slide12.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30.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79.png"/><Relationship Id="rId9" Type="http://schemas.openxmlformats.org/officeDocument/2006/relationships/image" Target="../media/image119.png"/></Relationships>
</file>

<file path=ppt/slides/_rels/slide1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18" Type="http://schemas.openxmlformats.org/officeDocument/2006/relationships/image" Target="../media/image137.png"/><Relationship Id="rId26" Type="http://schemas.openxmlformats.org/officeDocument/2006/relationships/image" Target="../media/image100.png"/><Relationship Id="rId3" Type="http://schemas.openxmlformats.org/officeDocument/2006/relationships/image" Target="../media/image93.png"/><Relationship Id="rId21" Type="http://schemas.openxmlformats.org/officeDocument/2006/relationships/image" Target="../media/image140.png"/><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media/image136.png"/><Relationship Id="rId25" Type="http://schemas.openxmlformats.org/officeDocument/2006/relationships/image" Target="../media/image144.png"/><Relationship Id="rId2" Type="http://schemas.openxmlformats.org/officeDocument/2006/relationships/notesSlide" Target="../notesSlides/notesSlide11.xml"/><Relationship Id="rId16" Type="http://schemas.openxmlformats.org/officeDocument/2006/relationships/image" Target="../media/image135.png"/><Relationship Id="rId20" Type="http://schemas.openxmlformats.org/officeDocument/2006/relationships/image" Target="../media/image139.png"/><Relationship Id="rId29"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media/image143.png"/><Relationship Id="rId5" Type="http://schemas.openxmlformats.org/officeDocument/2006/relationships/image" Target="../media/image124.png"/><Relationship Id="rId15" Type="http://schemas.openxmlformats.org/officeDocument/2006/relationships/image" Target="../media/image134.png"/><Relationship Id="rId23" Type="http://schemas.openxmlformats.org/officeDocument/2006/relationships/image" Target="../media/image142.png"/><Relationship Id="rId28" Type="http://schemas.openxmlformats.org/officeDocument/2006/relationships/image" Target="../media/image122.png"/><Relationship Id="rId10" Type="http://schemas.openxmlformats.org/officeDocument/2006/relationships/image" Target="../media/image129.png"/><Relationship Id="rId19" Type="http://schemas.openxmlformats.org/officeDocument/2006/relationships/image" Target="../media/image138.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 Id="rId22" Type="http://schemas.openxmlformats.org/officeDocument/2006/relationships/image" Target="../media/image141.png"/><Relationship Id="rId27" Type="http://schemas.openxmlformats.org/officeDocument/2006/relationships/image" Target="../media/image117.png"/></Relationships>
</file>

<file path=ppt/slides/_rels/slide14.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18" Type="http://schemas.openxmlformats.org/officeDocument/2006/relationships/image" Target="../media/image139.png"/><Relationship Id="rId26" Type="http://schemas.openxmlformats.org/officeDocument/2006/relationships/image" Target="../media/image142.png"/><Relationship Id="rId3" Type="http://schemas.openxmlformats.org/officeDocument/2006/relationships/image" Target="../media/image145.png"/><Relationship Id="rId21" Type="http://schemas.openxmlformats.org/officeDocument/2006/relationships/image" Target="../media/image137.png"/><Relationship Id="rId7" Type="http://schemas.openxmlformats.org/officeDocument/2006/relationships/image" Target="../media/image123.png"/><Relationship Id="rId12" Type="http://schemas.openxmlformats.org/officeDocument/2006/relationships/image" Target="../media/image1470.png"/><Relationship Id="rId17" Type="http://schemas.openxmlformats.org/officeDocument/2006/relationships/image" Target="../media/image148.png"/><Relationship Id="rId25" Type="http://schemas.openxmlformats.org/officeDocument/2006/relationships/image" Target="../media/image141.png"/><Relationship Id="rId2" Type="http://schemas.openxmlformats.org/officeDocument/2006/relationships/notesSlide" Target="../notesSlides/notesSlide12.xml"/><Relationship Id="rId16" Type="http://schemas.openxmlformats.org/officeDocument/2006/relationships/image" Target="../media/image132.png"/><Relationship Id="rId20" Type="http://schemas.openxmlformats.org/officeDocument/2006/relationships/image" Target="../media/image136.png"/><Relationship Id="rId29"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93.png"/><Relationship Id="rId11" Type="http://schemas.openxmlformats.org/officeDocument/2006/relationships/image" Target="../media/image127.png"/><Relationship Id="rId24" Type="http://schemas.openxmlformats.org/officeDocument/2006/relationships/image" Target="../media/image151.png"/><Relationship Id="rId5" Type="http://schemas.openxmlformats.org/officeDocument/2006/relationships/image" Target="../media/image147.png"/><Relationship Id="rId15" Type="http://schemas.openxmlformats.org/officeDocument/2006/relationships/image" Target="../media/image131.png"/><Relationship Id="rId23" Type="http://schemas.openxmlformats.org/officeDocument/2006/relationships/image" Target="../media/image134.png"/><Relationship Id="rId28" Type="http://schemas.openxmlformats.org/officeDocument/2006/relationships/image" Target="../media/image144.png"/><Relationship Id="rId10" Type="http://schemas.openxmlformats.org/officeDocument/2006/relationships/image" Target="../media/image126.png"/><Relationship Id="rId19" Type="http://schemas.openxmlformats.org/officeDocument/2006/relationships/image" Target="../media/image149.png"/><Relationship Id="rId4" Type="http://schemas.openxmlformats.org/officeDocument/2006/relationships/image" Target="../media/image146.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50.png"/><Relationship Id="rId27" Type="http://schemas.openxmlformats.org/officeDocument/2006/relationships/image" Target="../media/image14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92.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79.png"/><Relationship Id="rId9" Type="http://schemas.openxmlformats.org/officeDocument/2006/relationships/image" Target="../media/image1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slideLayout" Target="../slideLayouts/slideLayout12.xml"/><Relationship Id="rId7" Type="http://schemas.openxmlformats.org/officeDocument/2006/relationships/image" Target="../media/image154.png"/><Relationship Id="rId17" Type="http://schemas.openxmlformats.org/officeDocument/2006/relationships/image" Target="../media/image162.png"/><Relationship Id="rId2" Type="http://schemas.openxmlformats.org/officeDocument/2006/relationships/video" Target="../media/media3.mp4"/><Relationship Id="rId16" Type="http://schemas.openxmlformats.org/officeDocument/2006/relationships/image" Target="../media/image160.png"/><Relationship Id="rId1" Type="http://schemas.microsoft.com/office/2007/relationships/media" Target="../media/media3.mp4"/><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59.png"/><Relationship Id="rId10" Type="http://schemas.openxmlformats.org/officeDocument/2006/relationships/image" Target="../media/image157.png"/><Relationship Id="rId4" Type="http://schemas.openxmlformats.org/officeDocument/2006/relationships/notesSlide" Target="../notesSlides/notesSlide23.xml"/><Relationship Id="rId9" Type="http://schemas.openxmlformats.org/officeDocument/2006/relationships/image" Target="../media/image156.png"/><Relationship Id="rId14" Type="http://schemas.openxmlformats.org/officeDocument/2006/relationships/image" Target="../media/image161.png"/></Relationships>
</file>

<file path=ppt/slides/_rels/slide27.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2.png"/><Relationship Id="rId3" Type="http://schemas.openxmlformats.org/officeDocument/2006/relationships/slideLayout" Target="../slideLayouts/slideLayout12.xml"/><Relationship Id="rId7" Type="http://schemas.openxmlformats.org/officeDocument/2006/relationships/image" Target="../media/image165.png"/><Relationship Id="rId12" Type="http://schemas.openxmlformats.org/officeDocument/2006/relationships/image" Target="../media/image17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62.png"/><Relationship Id="rId10" Type="http://schemas.openxmlformats.org/officeDocument/2006/relationships/image" Target="../media/image168.png"/><Relationship Id="rId4" Type="http://schemas.openxmlformats.org/officeDocument/2006/relationships/notesSlide" Target="../notesSlides/notesSlide24.xml"/><Relationship Id="rId9" Type="http://schemas.openxmlformats.org/officeDocument/2006/relationships/image" Target="../media/image167.png"/><Relationship Id="rId14" Type="http://schemas.openxmlformats.org/officeDocument/2006/relationships/image" Target="../media/image173.png"/></Relationships>
</file>

<file path=ppt/slides/_rels/slide28.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2.png"/><Relationship Id="rId3" Type="http://schemas.openxmlformats.org/officeDocument/2006/relationships/slideLayout" Target="../slideLayouts/slideLayout12.xml"/><Relationship Id="rId7" Type="http://schemas.openxmlformats.org/officeDocument/2006/relationships/image" Target="../media/image165.png"/><Relationship Id="rId12" Type="http://schemas.openxmlformats.org/officeDocument/2006/relationships/image" Target="../media/image17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74.png"/><Relationship Id="rId15" Type="http://schemas.openxmlformats.org/officeDocument/2006/relationships/image" Target="../media/image176.png"/><Relationship Id="rId10" Type="http://schemas.openxmlformats.org/officeDocument/2006/relationships/image" Target="../media/image168.png"/><Relationship Id="rId4" Type="http://schemas.openxmlformats.org/officeDocument/2006/relationships/notesSlide" Target="../notesSlides/notesSlide25.xml"/><Relationship Id="rId9" Type="http://schemas.openxmlformats.org/officeDocument/2006/relationships/image" Target="../media/image167.png"/><Relationship Id="rId14" Type="http://schemas.openxmlformats.org/officeDocument/2006/relationships/image" Target="../media/image175.png"/></Relationships>
</file>

<file path=ppt/slides/_rels/slide29.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31.png"/><Relationship Id="rId5" Type="http://schemas.openxmlformats.org/officeDocument/2006/relationships/image" Target="../media/image271.png"/><Relationship Id="rId10" Type="http://schemas.openxmlformats.org/officeDocument/2006/relationships/image" Target="../media/image321.png"/><Relationship Id="rId4" Type="http://schemas.openxmlformats.org/officeDocument/2006/relationships/image" Target="../media/image260.png"/><Relationship Id="rId9" Type="http://schemas.openxmlformats.org/officeDocument/2006/relationships/image" Target="../media/image311.png"/></Relationships>
</file>

<file path=ppt/slides/_rels/slide30.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7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31.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9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32.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250.png"/><Relationship Id="rId7" Type="http://schemas.openxmlformats.org/officeDocument/2006/relationships/image" Target="../media/image44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0.png"/><Relationship Id="rId5" Type="http://schemas.openxmlformats.org/officeDocument/2006/relationships/image" Target="../media/image421.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510.png"/><Relationship Id="rId10" Type="http://schemas.openxmlformats.org/officeDocument/2006/relationships/image" Target="../media/image520.png"/><Relationship Id="rId4" Type="http://schemas.openxmlformats.org/officeDocument/2006/relationships/image" Target="../media/image500.png"/><Relationship Id="rId9" Type="http://schemas.openxmlformats.org/officeDocument/2006/relationships/image" Target="../media/image590.png"/></Relationships>
</file>

<file path=ppt/slides/_rels/slide4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490.png"/><Relationship Id="rId7" Type="http://schemas.openxmlformats.org/officeDocument/2006/relationships/image" Target="../media/image590.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80.png"/><Relationship Id="rId5" Type="http://schemas.openxmlformats.org/officeDocument/2006/relationships/image" Target="../media/image540.png"/><Relationship Id="rId4" Type="http://schemas.openxmlformats.org/officeDocument/2006/relationships/image" Target="../media/image530.png"/></Relationships>
</file>

<file path=ppt/slides/_rels/slide41.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610.png"/><Relationship Id="rId10" Type="http://schemas.openxmlformats.org/officeDocument/2006/relationships/image" Target="../media/image620.png"/><Relationship Id="rId4" Type="http://schemas.openxmlformats.org/officeDocument/2006/relationships/image" Target="../media/image600.png"/><Relationship Id="rId9" Type="http://schemas.openxmlformats.org/officeDocument/2006/relationships/image" Target="../media/image590.png"/></Relationships>
</file>

<file path=ppt/slides/_rels/slide42.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64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630.png"/><Relationship Id="rId11" Type="http://schemas.openxmlformats.org/officeDocument/2006/relationships/image" Target="../media/image660.png"/><Relationship Id="rId5" Type="http://schemas.openxmlformats.org/officeDocument/2006/relationships/image" Target="../media/image610.png"/><Relationship Id="rId10" Type="http://schemas.openxmlformats.org/officeDocument/2006/relationships/image" Target="../media/image650.png"/><Relationship Id="rId4" Type="http://schemas.openxmlformats.org/officeDocument/2006/relationships/image" Target="../media/image600.png"/><Relationship Id="rId9" Type="http://schemas.openxmlformats.org/officeDocument/2006/relationships/image" Target="../media/image59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grpSp>
        <p:nvGrpSpPr>
          <p:cNvPr id="10" name="Original title response figure — editable labels"/>
          <p:cNvGrpSpPr/>
          <p:nvPr/>
        </p:nvGrpSpPr>
        <p:grpSpPr>
          <a:xfrm>
            <a:off x="4387883" y="2349500"/>
            <a:ext cx="4063933" cy="2070100"/>
            <a:chOff x="4387883" y="2349500"/>
            <a:chExt cx="4063933" cy="2070100"/>
          </a:xfrm>
        </p:grpSpPr>
        <p:pic>
          <p:nvPicPr>
            <p:cNvPr id="19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sp>
          <p:nvSpPr>
            <p:cNvPr id="112" name="Label background"/>
            <p:cNvSpPr/>
            <p:nvPr/>
          </p:nvSpPr>
          <p:spPr>
            <a:xfrm>
              <a:off x="4747683" y="2386126"/>
              <a:ext cx="1191674" cy="132785"/>
            </a:xfrm>
            <a:prstGeom prst="rect">
              <a:avLst/>
            </a:prstGeom>
            <a:solidFill>
              <a:srgbClr val="FFFFFF"/>
            </a:solidFill>
            <a:ln>
              <a:noFill/>
            </a:ln>
          </p:spPr>
          <p:txBody>
            <a:bodyPr/>
            <a:lstStyle/>
            <a:p>
              <a:endParaRPr lang="en-NL"/>
            </a:p>
          </p:txBody>
        </p:sp>
        <p:sp>
          <p:nvSpPr>
            <p:cNvPr id="113" name="Editable label (a) Open-loop response"/>
            <p:cNvSpPr/>
            <p:nvPr/>
          </p:nvSpPr>
          <p:spPr>
            <a:xfrm>
              <a:off x="4610552" y="2346380"/>
              <a:ext cx="1431889"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(a) Open-loop response</a:t>
              </a:r>
              <a:endParaRPr sz="854"/>
            </a:p>
          </p:txBody>
        </p:sp>
        <p:sp>
          <p:nvSpPr>
            <p:cNvPr id="114" name="Label background"/>
            <p:cNvSpPr/>
            <p:nvPr/>
          </p:nvSpPr>
          <p:spPr>
            <a:xfrm>
              <a:off x="6790554" y="2386126"/>
              <a:ext cx="1191674" cy="132785"/>
            </a:xfrm>
            <a:prstGeom prst="rect">
              <a:avLst/>
            </a:prstGeom>
            <a:solidFill>
              <a:srgbClr val="FFFFFF"/>
            </a:solidFill>
            <a:ln>
              <a:noFill/>
            </a:ln>
          </p:spPr>
          <p:txBody>
            <a:bodyPr/>
            <a:lstStyle/>
            <a:p>
              <a:endParaRPr lang="en-NL"/>
            </a:p>
          </p:txBody>
        </p:sp>
        <p:sp>
          <p:nvSpPr>
            <p:cNvPr id="115" name="Editable label (b) Closed-loop response"/>
            <p:cNvSpPr/>
            <p:nvPr/>
          </p:nvSpPr>
          <p:spPr>
            <a:xfrm>
              <a:off x="6588337" y="2346380"/>
              <a:ext cx="1562060"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(b) Closed-loop response</a:t>
              </a:r>
              <a:endParaRPr sz="854"/>
            </a:p>
          </p:txBody>
        </p:sp>
        <p:sp>
          <p:nvSpPr>
            <p:cNvPr id="116" name="Label background"/>
            <p:cNvSpPr/>
            <p:nvPr/>
          </p:nvSpPr>
          <p:spPr>
            <a:xfrm>
              <a:off x="6123216" y="3026220"/>
              <a:ext cx="238335" cy="531142"/>
            </a:xfrm>
            <a:prstGeom prst="rect">
              <a:avLst/>
            </a:prstGeom>
            <a:solidFill>
              <a:srgbClr val="FFFFFF"/>
            </a:solidFill>
            <a:ln>
              <a:noFill/>
            </a:ln>
          </p:spPr>
          <p:txBody>
            <a:bodyPr/>
            <a:lstStyle/>
            <a:p>
              <a:endParaRPr lang="en-NL"/>
            </a:p>
          </p:txBody>
        </p:sp>
        <p:sp>
          <p:nvSpPr>
            <p:cNvPr id="117" name="Label background"/>
            <p:cNvSpPr/>
            <p:nvPr/>
          </p:nvSpPr>
          <p:spPr>
            <a:xfrm>
              <a:off x="8172896" y="2944506"/>
              <a:ext cx="251954" cy="677546"/>
            </a:xfrm>
            <a:prstGeom prst="rect">
              <a:avLst/>
            </a:prstGeom>
            <a:solidFill>
              <a:srgbClr val="FFFFFF"/>
            </a:solidFill>
            <a:ln>
              <a:noFill/>
            </a:ln>
          </p:spPr>
          <p:txBody>
            <a:bodyPr/>
            <a:lstStyle/>
            <a:p>
              <a:endParaRPr lang="en-NL"/>
            </a:p>
          </p:txBody>
        </p:sp>
        <p:sp>
          <p:nvSpPr>
            <p:cNvPr id="118" name="Label background"/>
            <p:cNvSpPr/>
            <p:nvPr/>
          </p:nvSpPr>
          <p:spPr>
            <a:xfrm>
              <a:off x="4417419" y="3284982"/>
              <a:ext cx="88524" cy="115762"/>
            </a:xfrm>
            <a:prstGeom prst="rect">
              <a:avLst/>
            </a:prstGeom>
            <a:solidFill>
              <a:srgbClr val="FFFFFF"/>
            </a:solidFill>
            <a:ln>
              <a:noFill/>
            </a:ln>
          </p:spPr>
          <p:txBody>
            <a:bodyPr/>
            <a:lstStyle/>
            <a:p>
              <a:endParaRPr lang="en-NL"/>
            </a:p>
          </p:txBody>
        </p:sp>
        <p:sp>
          <p:nvSpPr>
            <p:cNvPr id="119" name="Label background"/>
            <p:cNvSpPr/>
            <p:nvPr/>
          </p:nvSpPr>
          <p:spPr>
            <a:xfrm>
              <a:off x="4526372" y="3346267"/>
              <a:ext cx="88524" cy="115762"/>
            </a:xfrm>
            <a:prstGeom prst="rect">
              <a:avLst/>
            </a:prstGeom>
            <a:solidFill>
              <a:srgbClr val="FFFFFF"/>
            </a:solidFill>
            <a:ln>
              <a:noFill/>
            </a:ln>
          </p:spPr>
          <p:txBody>
            <a:bodyPr/>
            <a:lstStyle/>
            <a:p>
              <a:endParaRPr lang="en-NL"/>
            </a:p>
          </p:txBody>
        </p:sp>
        <p:sp>
          <p:nvSpPr>
            <p:cNvPr id="120" name="Label background"/>
            <p:cNvSpPr/>
            <p:nvPr/>
          </p:nvSpPr>
          <p:spPr>
            <a:xfrm>
              <a:off x="4587658" y="3410958"/>
              <a:ext cx="136191" cy="115762"/>
            </a:xfrm>
            <a:prstGeom prst="rect">
              <a:avLst/>
            </a:prstGeom>
            <a:solidFill>
              <a:srgbClr val="FFFFFF"/>
            </a:solidFill>
            <a:ln>
              <a:noFill/>
            </a:ln>
          </p:spPr>
          <p:txBody>
            <a:bodyPr/>
            <a:lstStyle/>
            <a:p>
              <a:endParaRPr lang="en-NL"/>
            </a:p>
          </p:txBody>
        </p:sp>
        <p:sp>
          <p:nvSpPr>
            <p:cNvPr id="121" name="Label background"/>
            <p:cNvSpPr/>
            <p:nvPr/>
          </p:nvSpPr>
          <p:spPr>
            <a:xfrm>
              <a:off x="4700016" y="3472243"/>
              <a:ext cx="136191" cy="115762"/>
            </a:xfrm>
            <a:prstGeom prst="rect">
              <a:avLst/>
            </a:prstGeom>
            <a:solidFill>
              <a:srgbClr val="FFFFFF"/>
            </a:solidFill>
            <a:ln>
              <a:noFill/>
            </a:ln>
          </p:spPr>
          <p:txBody>
            <a:bodyPr/>
            <a:lstStyle/>
            <a:p>
              <a:endParaRPr lang="en-NL"/>
            </a:p>
          </p:txBody>
        </p:sp>
        <p:sp>
          <p:nvSpPr>
            <p:cNvPr id="122" name="Label background"/>
            <p:cNvSpPr/>
            <p:nvPr/>
          </p:nvSpPr>
          <p:spPr>
            <a:xfrm>
              <a:off x="4645540" y="3533529"/>
              <a:ext cx="326859" cy="115762"/>
            </a:xfrm>
            <a:prstGeom prst="rect">
              <a:avLst/>
            </a:prstGeom>
            <a:solidFill>
              <a:srgbClr val="FFFFFF"/>
            </a:solidFill>
            <a:ln>
              <a:noFill/>
            </a:ln>
          </p:spPr>
          <p:txBody>
            <a:bodyPr/>
            <a:lstStyle/>
            <a:p>
              <a:endParaRPr lang="en-NL"/>
            </a:p>
          </p:txBody>
        </p:sp>
        <p:sp>
          <p:nvSpPr>
            <p:cNvPr id="123" name="Label background"/>
            <p:cNvSpPr/>
            <p:nvPr/>
          </p:nvSpPr>
          <p:spPr>
            <a:xfrm>
              <a:off x="4924732" y="3594815"/>
              <a:ext cx="136191" cy="115762"/>
            </a:xfrm>
            <a:prstGeom prst="rect">
              <a:avLst/>
            </a:prstGeom>
            <a:solidFill>
              <a:srgbClr val="FFFFFF"/>
            </a:solidFill>
            <a:ln>
              <a:noFill/>
            </a:ln>
          </p:spPr>
          <p:txBody>
            <a:bodyPr/>
            <a:lstStyle/>
            <a:p>
              <a:endParaRPr lang="en-NL"/>
            </a:p>
          </p:txBody>
        </p:sp>
        <p:sp>
          <p:nvSpPr>
            <p:cNvPr id="124" name="Label background"/>
            <p:cNvSpPr/>
            <p:nvPr/>
          </p:nvSpPr>
          <p:spPr>
            <a:xfrm>
              <a:off x="5033685" y="3652695"/>
              <a:ext cx="136191" cy="115762"/>
            </a:xfrm>
            <a:prstGeom prst="rect">
              <a:avLst/>
            </a:prstGeom>
            <a:solidFill>
              <a:srgbClr val="FFFFFF"/>
            </a:solidFill>
            <a:ln>
              <a:noFill/>
            </a:ln>
          </p:spPr>
          <p:txBody>
            <a:bodyPr/>
            <a:lstStyle/>
            <a:p>
              <a:endParaRPr lang="en-NL"/>
            </a:p>
          </p:txBody>
        </p:sp>
        <p:sp>
          <p:nvSpPr>
            <p:cNvPr id="125" name="Label background"/>
            <p:cNvSpPr/>
            <p:nvPr/>
          </p:nvSpPr>
          <p:spPr>
            <a:xfrm>
              <a:off x="5142638" y="3713981"/>
              <a:ext cx="136191" cy="115762"/>
            </a:xfrm>
            <a:prstGeom prst="rect">
              <a:avLst/>
            </a:prstGeom>
            <a:solidFill>
              <a:srgbClr val="FFFFFF"/>
            </a:solidFill>
            <a:ln>
              <a:noFill/>
            </a:ln>
          </p:spPr>
          <p:txBody>
            <a:bodyPr/>
            <a:lstStyle/>
            <a:p>
              <a:endParaRPr lang="en-NL"/>
            </a:p>
          </p:txBody>
        </p:sp>
        <p:sp>
          <p:nvSpPr>
            <p:cNvPr id="126" name="Label background"/>
            <p:cNvSpPr/>
            <p:nvPr/>
          </p:nvSpPr>
          <p:spPr>
            <a:xfrm>
              <a:off x="5343520" y="3710576"/>
              <a:ext cx="88524" cy="115762"/>
            </a:xfrm>
            <a:prstGeom prst="rect">
              <a:avLst/>
            </a:prstGeom>
            <a:solidFill>
              <a:srgbClr val="FFFFFF"/>
            </a:solidFill>
            <a:ln>
              <a:noFill/>
            </a:ln>
          </p:spPr>
          <p:txBody>
            <a:bodyPr/>
            <a:lstStyle/>
            <a:p>
              <a:endParaRPr lang="en-NL"/>
            </a:p>
          </p:txBody>
        </p:sp>
        <p:sp>
          <p:nvSpPr>
            <p:cNvPr id="127" name="Label background"/>
            <p:cNvSpPr/>
            <p:nvPr/>
          </p:nvSpPr>
          <p:spPr>
            <a:xfrm>
              <a:off x="5530784" y="3605029"/>
              <a:ext cx="231525" cy="115762"/>
            </a:xfrm>
            <a:prstGeom prst="rect">
              <a:avLst/>
            </a:prstGeom>
            <a:solidFill>
              <a:srgbClr val="FFFFFF"/>
            </a:solidFill>
            <a:ln>
              <a:noFill/>
            </a:ln>
          </p:spPr>
          <p:txBody>
            <a:bodyPr/>
            <a:lstStyle/>
            <a:p>
              <a:endParaRPr lang="en-NL"/>
            </a:p>
          </p:txBody>
        </p:sp>
        <p:sp>
          <p:nvSpPr>
            <p:cNvPr id="128" name="Label background"/>
            <p:cNvSpPr/>
            <p:nvPr/>
          </p:nvSpPr>
          <p:spPr>
            <a:xfrm>
              <a:off x="5714642" y="3496077"/>
              <a:ext cx="374526" cy="115762"/>
            </a:xfrm>
            <a:prstGeom prst="rect">
              <a:avLst/>
            </a:prstGeom>
            <a:solidFill>
              <a:srgbClr val="FFFFFF"/>
            </a:solidFill>
            <a:ln>
              <a:noFill/>
            </a:ln>
          </p:spPr>
          <p:txBody>
            <a:bodyPr/>
            <a:lstStyle/>
            <a:p>
              <a:endParaRPr lang="en-NL"/>
            </a:p>
          </p:txBody>
        </p:sp>
        <p:sp>
          <p:nvSpPr>
            <p:cNvPr id="129" name="Label background"/>
            <p:cNvSpPr/>
            <p:nvPr/>
          </p:nvSpPr>
          <p:spPr>
            <a:xfrm>
              <a:off x="5922334" y="3387125"/>
              <a:ext cx="231525" cy="115762"/>
            </a:xfrm>
            <a:prstGeom prst="rect">
              <a:avLst/>
            </a:prstGeom>
            <a:solidFill>
              <a:srgbClr val="FFFFFF"/>
            </a:solidFill>
            <a:ln>
              <a:noFill/>
            </a:ln>
          </p:spPr>
          <p:txBody>
            <a:bodyPr/>
            <a:lstStyle/>
            <a:p>
              <a:endParaRPr lang="en-NL"/>
            </a:p>
          </p:txBody>
        </p:sp>
        <p:sp>
          <p:nvSpPr>
            <p:cNvPr id="130" name="Label background"/>
            <p:cNvSpPr/>
            <p:nvPr/>
          </p:nvSpPr>
          <p:spPr>
            <a:xfrm>
              <a:off x="6106192" y="3230506"/>
              <a:ext cx="279192" cy="115762"/>
            </a:xfrm>
            <a:prstGeom prst="rect">
              <a:avLst/>
            </a:prstGeom>
            <a:solidFill>
              <a:srgbClr val="FFFFFF"/>
            </a:solidFill>
            <a:ln>
              <a:noFill/>
            </a:ln>
          </p:spPr>
          <p:txBody>
            <a:bodyPr/>
            <a:lstStyle/>
            <a:p>
              <a:endParaRPr lang="en-NL"/>
            </a:p>
          </p:txBody>
        </p:sp>
        <p:sp>
          <p:nvSpPr>
            <p:cNvPr id="131" name="Label background"/>
            <p:cNvSpPr/>
            <p:nvPr/>
          </p:nvSpPr>
          <p:spPr>
            <a:xfrm>
              <a:off x="6119811" y="3039839"/>
              <a:ext cx="88524" cy="115762"/>
            </a:xfrm>
            <a:prstGeom prst="rect">
              <a:avLst/>
            </a:prstGeom>
            <a:solidFill>
              <a:srgbClr val="FFFFFF"/>
            </a:solidFill>
            <a:ln>
              <a:noFill/>
            </a:ln>
          </p:spPr>
          <p:txBody>
            <a:bodyPr/>
            <a:lstStyle/>
            <a:p>
              <a:endParaRPr lang="en-NL"/>
            </a:p>
          </p:txBody>
        </p:sp>
        <p:sp>
          <p:nvSpPr>
            <p:cNvPr id="132" name="Label background"/>
            <p:cNvSpPr/>
            <p:nvPr/>
          </p:nvSpPr>
          <p:spPr>
            <a:xfrm>
              <a:off x="6113002" y="3424577"/>
              <a:ext cx="136191" cy="115762"/>
            </a:xfrm>
            <a:prstGeom prst="rect">
              <a:avLst/>
            </a:prstGeom>
            <a:solidFill>
              <a:srgbClr val="FFFFFF"/>
            </a:solidFill>
            <a:ln>
              <a:noFill/>
            </a:ln>
          </p:spPr>
          <p:txBody>
            <a:bodyPr/>
            <a:lstStyle/>
            <a:p>
              <a:endParaRPr lang="en-NL"/>
            </a:p>
          </p:txBody>
        </p:sp>
        <p:sp>
          <p:nvSpPr>
            <p:cNvPr id="133" name="Label background"/>
            <p:cNvSpPr/>
            <p:nvPr/>
          </p:nvSpPr>
          <p:spPr>
            <a:xfrm>
              <a:off x="6467099" y="3284982"/>
              <a:ext cx="88524" cy="115762"/>
            </a:xfrm>
            <a:prstGeom prst="rect">
              <a:avLst/>
            </a:prstGeom>
            <a:solidFill>
              <a:srgbClr val="FFFFFF"/>
            </a:solidFill>
            <a:ln>
              <a:noFill/>
            </a:ln>
          </p:spPr>
          <p:txBody>
            <a:bodyPr/>
            <a:lstStyle/>
            <a:p>
              <a:endParaRPr lang="en-NL"/>
            </a:p>
          </p:txBody>
        </p:sp>
        <p:sp>
          <p:nvSpPr>
            <p:cNvPr id="134" name="Label background"/>
            <p:cNvSpPr/>
            <p:nvPr/>
          </p:nvSpPr>
          <p:spPr>
            <a:xfrm>
              <a:off x="6576052" y="3346267"/>
              <a:ext cx="88524" cy="115762"/>
            </a:xfrm>
            <a:prstGeom prst="rect">
              <a:avLst/>
            </a:prstGeom>
            <a:solidFill>
              <a:srgbClr val="FFFFFF"/>
            </a:solidFill>
            <a:ln>
              <a:noFill/>
            </a:ln>
          </p:spPr>
          <p:txBody>
            <a:bodyPr/>
            <a:lstStyle/>
            <a:p>
              <a:endParaRPr lang="en-NL"/>
            </a:p>
          </p:txBody>
        </p:sp>
        <p:sp>
          <p:nvSpPr>
            <p:cNvPr id="135" name="Label background"/>
            <p:cNvSpPr/>
            <p:nvPr/>
          </p:nvSpPr>
          <p:spPr>
            <a:xfrm>
              <a:off x="6637338" y="3410958"/>
              <a:ext cx="136191" cy="115762"/>
            </a:xfrm>
            <a:prstGeom prst="rect">
              <a:avLst/>
            </a:prstGeom>
            <a:solidFill>
              <a:srgbClr val="FFFFFF"/>
            </a:solidFill>
            <a:ln>
              <a:noFill/>
            </a:ln>
          </p:spPr>
          <p:txBody>
            <a:bodyPr/>
            <a:lstStyle/>
            <a:p>
              <a:endParaRPr lang="en-NL"/>
            </a:p>
          </p:txBody>
        </p:sp>
        <p:sp>
          <p:nvSpPr>
            <p:cNvPr id="136" name="Label background"/>
            <p:cNvSpPr/>
            <p:nvPr/>
          </p:nvSpPr>
          <p:spPr>
            <a:xfrm>
              <a:off x="6749696" y="3472243"/>
              <a:ext cx="136191" cy="115762"/>
            </a:xfrm>
            <a:prstGeom prst="rect">
              <a:avLst/>
            </a:prstGeom>
            <a:solidFill>
              <a:srgbClr val="FFFFFF"/>
            </a:solidFill>
            <a:ln>
              <a:noFill/>
            </a:ln>
          </p:spPr>
          <p:txBody>
            <a:bodyPr/>
            <a:lstStyle/>
            <a:p>
              <a:endParaRPr lang="en-NL"/>
            </a:p>
          </p:txBody>
        </p:sp>
        <p:sp>
          <p:nvSpPr>
            <p:cNvPr id="137" name="Label background"/>
            <p:cNvSpPr/>
            <p:nvPr/>
          </p:nvSpPr>
          <p:spPr>
            <a:xfrm>
              <a:off x="6695220" y="3533529"/>
              <a:ext cx="326859" cy="115762"/>
            </a:xfrm>
            <a:prstGeom prst="rect">
              <a:avLst/>
            </a:prstGeom>
            <a:solidFill>
              <a:srgbClr val="FFFFFF"/>
            </a:solidFill>
            <a:ln>
              <a:noFill/>
            </a:ln>
          </p:spPr>
          <p:txBody>
            <a:bodyPr/>
            <a:lstStyle/>
            <a:p>
              <a:endParaRPr lang="en-NL"/>
            </a:p>
          </p:txBody>
        </p:sp>
        <p:sp>
          <p:nvSpPr>
            <p:cNvPr id="138" name="Label background"/>
            <p:cNvSpPr/>
            <p:nvPr/>
          </p:nvSpPr>
          <p:spPr>
            <a:xfrm>
              <a:off x="6974412" y="3594815"/>
              <a:ext cx="136191" cy="115762"/>
            </a:xfrm>
            <a:prstGeom prst="rect">
              <a:avLst/>
            </a:prstGeom>
            <a:solidFill>
              <a:srgbClr val="FFFFFF"/>
            </a:solidFill>
            <a:ln>
              <a:noFill/>
            </a:ln>
          </p:spPr>
          <p:txBody>
            <a:bodyPr/>
            <a:lstStyle/>
            <a:p>
              <a:endParaRPr lang="en-NL"/>
            </a:p>
          </p:txBody>
        </p:sp>
        <p:sp>
          <p:nvSpPr>
            <p:cNvPr id="139" name="Label background"/>
            <p:cNvSpPr/>
            <p:nvPr/>
          </p:nvSpPr>
          <p:spPr>
            <a:xfrm>
              <a:off x="7083365" y="3652695"/>
              <a:ext cx="136191" cy="115762"/>
            </a:xfrm>
            <a:prstGeom prst="rect">
              <a:avLst/>
            </a:prstGeom>
            <a:solidFill>
              <a:srgbClr val="FFFFFF"/>
            </a:solidFill>
            <a:ln>
              <a:noFill/>
            </a:ln>
          </p:spPr>
          <p:txBody>
            <a:bodyPr/>
            <a:lstStyle/>
            <a:p>
              <a:endParaRPr lang="en-NL"/>
            </a:p>
          </p:txBody>
        </p:sp>
        <p:sp>
          <p:nvSpPr>
            <p:cNvPr id="140" name="Label background"/>
            <p:cNvSpPr/>
            <p:nvPr/>
          </p:nvSpPr>
          <p:spPr>
            <a:xfrm>
              <a:off x="7192318" y="3713981"/>
              <a:ext cx="136191" cy="115762"/>
            </a:xfrm>
            <a:prstGeom prst="rect">
              <a:avLst/>
            </a:prstGeom>
            <a:solidFill>
              <a:srgbClr val="FFFFFF"/>
            </a:solidFill>
            <a:ln>
              <a:noFill/>
            </a:ln>
          </p:spPr>
          <p:txBody>
            <a:bodyPr/>
            <a:lstStyle/>
            <a:p>
              <a:endParaRPr lang="en-NL"/>
            </a:p>
          </p:txBody>
        </p:sp>
        <p:sp>
          <p:nvSpPr>
            <p:cNvPr id="141" name="Label background"/>
            <p:cNvSpPr/>
            <p:nvPr/>
          </p:nvSpPr>
          <p:spPr>
            <a:xfrm>
              <a:off x="7393200" y="3710576"/>
              <a:ext cx="88524" cy="115762"/>
            </a:xfrm>
            <a:prstGeom prst="rect">
              <a:avLst/>
            </a:prstGeom>
            <a:solidFill>
              <a:srgbClr val="FFFFFF"/>
            </a:solidFill>
            <a:ln>
              <a:noFill/>
            </a:ln>
          </p:spPr>
          <p:txBody>
            <a:bodyPr/>
            <a:lstStyle/>
            <a:p>
              <a:endParaRPr lang="en-NL"/>
            </a:p>
          </p:txBody>
        </p:sp>
        <p:sp>
          <p:nvSpPr>
            <p:cNvPr id="142" name="Label background"/>
            <p:cNvSpPr/>
            <p:nvPr/>
          </p:nvSpPr>
          <p:spPr>
            <a:xfrm>
              <a:off x="7580464" y="3605029"/>
              <a:ext cx="231525" cy="115762"/>
            </a:xfrm>
            <a:prstGeom prst="rect">
              <a:avLst/>
            </a:prstGeom>
            <a:solidFill>
              <a:srgbClr val="FFFFFF"/>
            </a:solidFill>
            <a:ln>
              <a:noFill/>
            </a:ln>
          </p:spPr>
          <p:txBody>
            <a:bodyPr/>
            <a:lstStyle/>
            <a:p>
              <a:endParaRPr lang="en-NL"/>
            </a:p>
          </p:txBody>
        </p:sp>
        <p:sp>
          <p:nvSpPr>
            <p:cNvPr id="143" name="Label background"/>
            <p:cNvSpPr/>
            <p:nvPr/>
          </p:nvSpPr>
          <p:spPr>
            <a:xfrm>
              <a:off x="7764322" y="3496077"/>
              <a:ext cx="374526" cy="115762"/>
            </a:xfrm>
            <a:prstGeom prst="rect">
              <a:avLst/>
            </a:prstGeom>
            <a:solidFill>
              <a:srgbClr val="FFFFFF"/>
            </a:solidFill>
            <a:ln>
              <a:noFill/>
            </a:ln>
          </p:spPr>
          <p:txBody>
            <a:bodyPr/>
            <a:lstStyle/>
            <a:p>
              <a:endParaRPr lang="en-NL"/>
            </a:p>
          </p:txBody>
        </p:sp>
        <p:sp>
          <p:nvSpPr>
            <p:cNvPr id="144" name="Label background"/>
            <p:cNvSpPr/>
            <p:nvPr/>
          </p:nvSpPr>
          <p:spPr>
            <a:xfrm>
              <a:off x="7972014" y="3387125"/>
              <a:ext cx="231525" cy="115762"/>
            </a:xfrm>
            <a:prstGeom prst="rect">
              <a:avLst/>
            </a:prstGeom>
            <a:solidFill>
              <a:srgbClr val="FFFFFF"/>
            </a:solidFill>
            <a:ln>
              <a:noFill/>
            </a:ln>
          </p:spPr>
          <p:txBody>
            <a:bodyPr/>
            <a:lstStyle/>
            <a:p>
              <a:endParaRPr lang="en-NL"/>
            </a:p>
          </p:txBody>
        </p:sp>
        <p:sp>
          <p:nvSpPr>
            <p:cNvPr id="145" name="Label background"/>
            <p:cNvSpPr/>
            <p:nvPr/>
          </p:nvSpPr>
          <p:spPr>
            <a:xfrm>
              <a:off x="8155872" y="3230506"/>
              <a:ext cx="279192" cy="115762"/>
            </a:xfrm>
            <a:prstGeom prst="rect">
              <a:avLst/>
            </a:prstGeom>
            <a:solidFill>
              <a:srgbClr val="FFFFFF"/>
            </a:solidFill>
            <a:ln>
              <a:noFill/>
            </a:ln>
          </p:spPr>
          <p:txBody>
            <a:bodyPr/>
            <a:lstStyle/>
            <a:p>
              <a:endParaRPr lang="en-NL"/>
            </a:p>
          </p:txBody>
        </p:sp>
        <p:sp>
          <p:nvSpPr>
            <p:cNvPr id="146" name="Label background"/>
            <p:cNvSpPr/>
            <p:nvPr/>
          </p:nvSpPr>
          <p:spPr>
            <a:xfrm>
              <a:off x="8169491" y="2954721"/>
              <a:ext cx="88524" cy="115762"/>
            </a:xfrm>
            <a:prstGeom prst="rect">
              <a:avLst/>
            </a:prstGeom>
            <a:solidFill>
              <a:srgbClr val="FFFFFF"/>
            </a:solidFill>
            <a:ln>
              <a:noFill/>
            </a:ln>
          </p:spPr>
          <p:txBody>
            <a:bodyPr/>
            <a:lstStyle/>
            <a:p>
              <a:endParaRPr lang="en-NL"/>
            </a:p>
          </p:txBody>
        </p:sp>
        <p:sp>
          <p:nvSpPr>
            <p:cNvPr id="147" name="Label background"/>
            <p:cNvSpPr/>
            <p:nvPr/>
          </p:nvSpPr>
          <p:spPr>
            <a:xfrm>
              <a:off x="8162682" y="3506291"/>
              <a:ext cx="136191" cy="115762"/>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48" name="Editable label 0"/>
                <p:cNvSpPr/>
                <p:nvPr/>
              </p:nvSpPr>
              <p:spPr>
                <a:xfrm>
                  <a:off x="441534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48" name="Editable label 0"/>
                <p:cNvSpPr>
                  <a:spLocks noRot="1" noChangeAspect="1" noMove="1" noResize="1" noEditPoints="1" noAdjustHandles="1" noChangeArrowheads="1" noChangeShapeType="1" noTextEdit="1"/>
                </p:cNvSpPr>
                <p:nvPr/>
              </p:nvSpPr>
              <p:spPr>
                <a:xfrm>
                  <a:off x="442422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9" name="Editable label 5"/>
                <p:cNvSpPr/>
                <p:nvPr/>
              </p:nvSpPr>
              <p:spPr>
                <a:xfrm>
                  <a:off x="452429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xmlns="">
            <p:sp>
              <p:nvSpPr>
                <p:cNvPr id="149" name="Editable label 5"/>
                <p:cNvSpPr>
                  <a:spLocks noRot="1" noChangeAspect="1" noMove="1" noResize="1" noEditPoints="1" noAdjustHandles="1" noChangeArrowheads="1" noChangeShapeType="1" noTextEdit="1"/>
                </p:cNvSpPr>
                <p:nvPr/>
              </p:nvSpPr>
              <p:spPr>
                <a:xfrm>
                  <a:off x="4533182" y="3336734"/>
                  <a:ext cx="74905" cy="134828"/>
                </a:xfrm>
                <a:prstGeom prst="rect">
                  <a:avLst/>
                </a:prstGeom>
                <a:blipFill>
                  <a:blip r:embed="rId5"/>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Editable label 10"/>
                <p:cNvSpPr/>
                <p:nvPr/>
              </p:nvSpPr>
              <p:spPr>
                <a:xfrm>
                  <a:off x="460014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50" name="Editable label 10"/>
                <p:cNvSpPr>
                  <a:spLocks noRot="1" noChangeAspect="1" noMove="1" noResize="1" noEditPoints="1" noAdjustHandles="1" noChangeArrowheads="1" noChangeShapeType="1" noTextEdit="1"/>
                </p:cNvSpPr>
                <p:nvPr/>
              </p:nvSpPr>
              <p:spPr>
                <a:xfrm>
                  <a:off x="4610811" y="3401425"/>
                  <a:ext cx="89886" cy="134828"/>
                </a:xfrm>
                <a:prstGeom prst="rect">
                  <a:avLst/>
                </a:prstGeom>
                <a:blipFill>
                  <a:blip r:embed="rId6"/>
                  <a:stretch>
                    <a:fillRect l="-26667" r="-2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Editable label 15"/>
                <p:cNvSpPr/>
                <p:nvPr/>
              </p:nvSpPr>
              <p:spPr>
                <a:xfrm>
                  <a:off x="471250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xmlns="">
            <p:sp>
              <p:nvSpPr>
                <p:cNvPr id="151" name="Editable label 15"/>
                <p:cNvSpPr>
                  <a:spLocks noRot="1" noChangeAspect="1" noMove="1" noResize="1" noEditPoints="1" noAdjustHandles="1" noChangeArrowheads="1" noChangeShapeType="1" noTextEdit="1"/>
                </p:cNvSpPr>
                <p:nvPr/>
              </p:nvSpPr>
              <p:spPr>
                <a:xfrm>
                  <a:off x="472316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Editable label t = 20"/>
                <p:cNvSpPr/>
                <p:nvPr/>
              </p:nvSpPr>
              <p:spPr>
                <a:xfrm>
                  <a:off x="464214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xmlns="">
            <p:sp>
              <p:nvSpPr>
                <p:cNvPr id="152" name="Editable label t = 20"/>
                <p:cNvSpPr>
                  <a:spLocks noRot="1" noChangeAspect="1" noMove="1" noResize="1" noEditPoints="1" noAdjustHandles="1" noChangeArrowheads="1" noChangeShapeType="1" noTextEdit="1"/>
                </p:cNvSpPr>
                <p:nvPr/>
              </p:nvSpPr>
              <p:spPr>
                <a:xfrm>
                  <a:off x="467414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Editable label 25"/>
                <p:cNvSpPr/>
                <p:nvPr/>
              </p:nvSpPr>
              <p:spPr>
                <a:xfrm>
                  <a:off x="4937220"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xmlns="">
            <p:sp>
              <p:nvSpPr>
                <p:cNvPr id="153" name="Editable label 25"/>
                <p:cNvSpPr>
                  <a:spLocks noRot="1" noChangeAspect="1" noMove="1" noResize="1" noEditPoints="1" noAdjustHandles="1" noChangeArrowheads="1" noChangeShapeType="1" noTextEdit="1"/>
                </p:cNvSpPr>
                <p:nvPr/>
              </p:nvSpPr>
              <p:spPr>
                <a:xfrm>
                  <a:off x="4947884" y="3585281"/>
                  <a:ext cx="89886" cy="134828"/>
                </a:xfrm>
                <a:prstGeom prst="rect">
                  <a:avLst/>
                </a:prstGeom>
                <a:blipFill>
                  <a:blip r:embed="rId9"/>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4" name="Editable label 30"/>
                <p:cNvSpPr/>
                <p:nvPr/>
              </p:nvSpPr>
              <p:spPr>
                <a:xfrm>
                  <a:off x="504617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xmlns="">
            <p:sp>
              <p:nvSpPr>
                <p:cNvPr id="154" name="Editable label 30"/>
                <p:cNvSpPr>
                  <a:spLocks noRot="1" noChangeAspect="1" noMove="1" noResize="1" noEditPoints="1" noAdjustHandles="1" noChangeArrowheads="1" noChangeShapeType="1" noTextEdit="1"/>
                </p:cNvSpPr>
                <p:nvPr/>
              </p:nvSpPr>
              <p:spPr>
                <a:xfrm>
                  <a:off x="5056838" y="3643162"/>
                  <a:ext cx="89886" cy="134828"/>
                </a:xfrm>
                <a:prstGeom prst="rect">
                  <a:avLst/>
                </a:prstGeom>
                <a:blipFill>
                  <a:blip r:embed="rId10"/>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5" name="Editable label 35"/>
                <p:cNvSpPr/>
                <p:nvPr/>
              </p:nvSpPr>
              <p:spPr>
                <a:xfrm>
                  <a:off x="515512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xmlns="">
            <p:sp>
              <p:nvSpPr>
                <p:cNvPr id="155" name="Editable label 35"/>
                <p:cNvSpPr>
                  <a:spLocks noRot="1" noChangeAspect="1" noMove="1" noResize="1" noEditPoints="1" noAdjustHandles="1" noChangeArrowheads="1" noChangeShapeType="1" noTextEdit="1"/>
                </p:cNvSpPr>
                <p:nvPr/>
              </p:nvSpPr>
              <p:spPr>
                <a:xfrm>
                  <a:off x="5165791" y="3704448"/>
                  <a:ext cx="89886" cy="134828"/>
                </a:xfrm>
                <a:prstGeom prst="rect">
                  <a:avLst/>
                </a:prstGeom>
                <a:blipFill>
                  <a:blip r:embed="rId11"/>
                  <a:stretch>
                    <a:fillRect l="-26667" r="-2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6" name="Editable label 0"/>
                <p:cNvSpPr/>
                <p:nvPr/>
              </p:nvSpPr>
              <p:spPr>
                <a:xfrm>
                  <a:off x="534144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56" name="Editable label 0"/>
                <p:cNvSpPr>
                  <a:spLocks noRot="1" noChangeAspect="1" noMove="1" noResize="1" noEditPoints="1" noAdjustHandles="1" noChangeArrowheads="1" noChangeShapeType="1" noTextEdit="1"/>
                </p:cNvSpPr>
                <p:nvPr/>
              </p:nvSpPr>
              <p:spPr>
                <a:xfrm>
                  <a:off x="5350330" y="3701043"/>
                  <a:ext cx="74905" cy="134828"/>
                </a:xfrm>
                <a:prstGeom prst="rect">
                  <a:avLst/>
                </a:prstGeom>
                <a:blipFill>
                  <a:blip r:embed="rId12"/>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7" name="Editable label 0.25"/>
                <p:cNvSpPr/>
                <p:nvPr/>
              </p:nvSpPr>
              <p:spPr>
                <a:xfrm>
                  <a:off x="553533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xmlns="">
            <p:sp>
              <p:nvSpPr>
                <p:cNvPr id="157" name="Editable label 0.25"/>
                <p:cNvSpPr>
                  <a:spLocks noRot="1" noChangeAspect="1" noMove="1" noResize="1" noEditPoints="1" noAdjustHandles="1" noChangeArrowheads="1" noChangeShapeType="1" noTextEdit="1"/>
                </p:cNvSpPr>
                <p:nvPr/>
              </p:nvSpPr>
              <p:spPr>
                <a:xfrm>
                  <a:off x="5556660" y="3595496"/>
                  <a:ext cx="179773" cy="134828"/>
                </a:xfrm>
                <a:prstGeom prst="rect">
                  <a:avLst/>
                </a:prstGeom>
                <a:blipFill>
                  <a:blip r:embed="rId13"/>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8" name="Editable label s = 0.5"/>
                <p:cNvSpPr/>
                <p:nvPr/>
              </p:nvSpPr>
              <p:spPr>
                <a:xfrm>
                  <a:off x="570727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xmlns="">
            <p:sp>
              <p:nvSpPr>
                <p:cNvPr id="158" name="Editable label s = 0.5"/>
                <p:cNvSpPr>
                  <a:spLocks noRot="1" noChangeAspect="1" noMove="1" noResize="1" noEditPoints="1" noAdjustHandles="1" noChangeArrowheads="1" noChangeShapeType="1" noTextEdit="1"/>
                </p:cNvSpPr>
                <p:nvPr/>
              </p:nvSpPr>
              <p:spPr>
                <a:xfrm>
                  <a:off x="5744604" y="3486543"/>
                  <a:ext cx="314602" cy="134828"/>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9" name="Editable label 0.75"/>
                <p:cNvSpPr/>
                <p:nvPr/>
              </p:nvSpPr>
              <p:spPr>
                <a:xfrm>
                  <a:off x="592688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xmlns="">
            <p:sp>
              <p:nvSpPr>
                <p:cNvPr id="159" name="Editable label 0.75"/>
                <p:cNvSpPr>
                  <a:spLocks noRot="1" noChangeAspect="1" noMove="1" noResize="1" noEditPoints="1" noAdjustHandles="1" noChangeArrowheads="1" noChangeShapeType="1" noTextEdit="1"/>
                </p:cNvSpPr>
                <p:nvPr/>
              </p:nvSpPr>
              <p:spPr>
                <a:xfrm>
                  <a:off x="594821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0" name="Editable label (1,0)"/>
                <p:cNvSpPr/>
                <p:nvPr/>
              </p:nvSpPr>
              <p:spPr>
                <a:xfrm>
                  <a:off x="610676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60" name="Editable label (1,0)"/>
                <p:cNvSpPr>
                  <a:spLocks noRot="1" noChangeAspect="1" noMove="1" noResize="1" noEditPoints="1" noAdjustHandles="1" noChangeArrowheads="1" noChangeShapeType="1" noTextEdit="1"/>
                </p:cNvSpPr>
                <p:nvPr/>
              </p:nvSpPr>
              <p:spPr>
                <a:xfrm>
                  <a:off x="613343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1" name="Editable label 2"/>
                <p:cNvSpPr/>
                <p:nvPr/>
              </p:nvSpPr>
              <p:spPr>
                <a:xfrm>
                  <a:off x="6117734" y="3014309"/>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61" name="Editable label 2"/>
                <p:cNvSpPr>
                  <a:spLocks noRot="1" noChangeAspect="1" noMove="1" noResize="1" noEditPoints="1" noAdjustHandles="1" noChangeArrowheads="1" noChangeShapeType="1" noTextEdit="1"/>
                </p:cNvSpPr>
                <p:nvPr/>
              </p:nvSpPr>
              <p:spPr>
                <a:xfrm>
                  <a:off x="6126621" y="3030306"/>
                  <a:ext cx="74905" cy="134828"/>
                </a:xfrm>
                <a:prstGeom prst="rect">
                  <a:avLst/>
                </a:prstGeom>
                <a:blipFill>
                  <a:blip r:embed="rId17"/>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2" name="Editable label -2"/>
                <p:cNvSpPr/>
                <p:nvPr/>
              </p:nvSpPr>
              <p:spPr>
                <a:xfrm>
                  <a:off x="6125490" y="3399047"/>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62" name="Editable label -2"/>
                <p:cNvSpPr>
                  <a:spLocks noRot="1" noChangeAspect="1" noMove="1" noResize="1" noEditPoints="1" noAdjustHandles="1" noChangeArrowheads="1" noChangeShapeType="1" noTextEdit="1"/>
                </p:cNvSpPr>
                <p:nvPr/>
              </p:nvSpPr>
              <p:spPr>
                <a:xfrm>
                  <a:off x="6136154" y="3415044"/>
                  <a:ext cx="89886" cy="134828"/>
                </a:xfrm>
                <a:prstGeom prst="rect">
                  <a:avLst/>
                </a:prstGeom>
                <a:blipFill>
                  <a:blip r:embed="rId18"/>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3" name="Editable label 0"/>
                <p:cNvSpPr/>
                <p:nvPr/>
              </p:nvSpPr>
              <p:spPr>
                <a:xfrm>
                  <a:off x="646502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63" name="Editable label 0"/>
                <p:cNvSpPr>
                  <a:spLocks noRot="1" noChangeAspect="1" noMove="1" noResize="1" noEditPoints="1" noAdjustHandles="1" noChangeArrowheads="1" noChangeShapeType="1" noTextEdit="1"/>
                </p:cNvSpPr>
                <p:nvPr/>
              </p:nvSpPr>
              <p:spPr>
                <a:xfrm>
                  <a:off x="647390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4" name="Editable label 5"/>
                <p:cNvSpPr/>
                <p:nvPr/>
              </p:nvSpPr>
              <p:spPr>
                <a:xfrm>
                  <a:off x="657397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xmlns="">
            <p:sp>
              <p:nvSpPr>
                <p:cNvPr id="164" name="Editable label 5"/>
                <p:cNvSpPr>
                  <a:spLocks noRot="1" noChangeAspect="1" noMove="1" noResize="1" noEditPoints="1" noAdjustHandles="1" noChangeArrowheads="1" noChangeShapeType="1" noTextEdit="1"/>
                </p:cNvSpPr>
                <p:nvPr/>
              </p:nvSpPr>
              <p:spPr>
                <a:xfrm>
                  <a:off x="6582862" y="3336734"/>
                  <a:ext cx="74905" cy="134828"/>
                </a:xfrm>
                <a:prstGeom prst="rect">
                  <a:avLst/>
                </a:prstGeom>
                <a:blipFill>
                  <a:blip r:embed="rId19"/>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5" name="Editable label 10"/>
                <p:cNvSpPr/>
                <p:nvPr/>
              </p:nvSpPr>
              <p:spPr>
                <a:xfrm>
                  <a:off x="664982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65" name="Editable label 10"/>
                <p:cNvSpPr>
                  <a:spLocks noRot="1" noChangeAspect="1" noMove="1" noResize="1" noEditPoints="1" noAdjustHandles="1" noChangeArrowheads="1" noChangeShapeType="1" noTextEdit="1"/>
                </p:cNvSpPr>
                <p:nvPr/>
              </p:nvSpPr>
              <p:spPr>
                <a:xfrm>
                  <a:off x="6660491" y="3401425"/>
                  <a:ext cx="89886" cy="134828"/>
                </a:xfrm>
                <a:prstGeom prst="rect">
                  <a:avLst/>
                </a:prstGeom>
                <a:blipFill>
                  <a:blip r:embed="rId6"/>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6" name="Editable label 15"/>
                <p:cNvSpPr/>
                <p:nvPr/>
              </p:nvSpPr>
              <p:spPr>
                <a:xfrm>
                  <a:off x="676218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xmlns="">
            <p:sp>
              <p:nvSpPr>
                <p:cNvPr id="166" name="Editable label 15"/>
                <p:cNvSpPr>
                  <a:spLocks noRot="1" noChangeAspect="1" noMove="1" noResize="1" noEditPoints="1" noAdjustHandles="1" noChangeArrowheads="1" noChangeShapeType="1" noTextEdit="1"/>
                </p:cNvSpPr>
                <p:nvPr/>
              </p:nvSpPr>
              <p:spPr>
                <a:xfrm>
                  <a:off x="677284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7" name="Editable label t = 20"/>
                <p:cNvSpPr/>
                <p:nvPr/>
              </p:nvSpPr>
              <p:spPr>
                <a:xfrm>
                  <a:off x="669182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xmlns="">
            <p:sp>
              <p:nvSpPr>
                <p:cNvPr id="167" name="Editable label t = 20"/>
                <p:cNvSpPr>
                  <a:spLocks noRot="1" noChangeAspect="1" noMove="1" noResize="1" noEditPoints="1" noAdjustHandles="1" noChangeArrowheads="1" noChangeShapeType="1" noTextEdit="1"/>
                </p:cNvSpPr>
                <p:nvPr/>
              </p:nvSpPr>
              <p:spPr>
                <a:xfrm>
                  <a:off x="672382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8" name="Editable label 25"/>
                <p:cNvSpPr/>
                <p:nvPr/>
              </p:nvSpPr>
              <p:spPr>
                <a:xfrm>
                  <a:off x="6986901"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xmlns="">
            <p:sp>
              <p:nvSpPr>
                <p:cNvPr id="168" name="Editable label 25"/>
                <p:cNvSpPr>
                  <a:spLocks noRot="1" noChangeAspect="1" noMove="1" noResize="1" noEditPoints="1" noAdjustHandles="1" noChangeArrowheads="1" noChangeShapeType="1" noTextEdit="1"/>
                </p:cNvSpPr>
                <p:nvPr/>
              </p:nvSpPr>
              <p:spPr>
                <a:xfrm>
                  <a:off x="6997565" y="3585281"/>
                  <a:ext cx="89886" cy="134828"/>
                </a:xfrm>
                <a:prstGeom prst="rect">
                  <a:avLst/>
                </a:prstGeom>
                <a:blipFill>
                  <a:blip r:embed="rId20"/>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9" name="Editable label 30"/>
                <p:cNvSpPr/>
                <p:nvPr/>
              </p:nvSpPr>
              <p:spPr>
                <a:xfrm>
                  <a:off x="709585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xmlns="">
            <p:sp>
              <p:nvSpPr>
                <p:cNvPr id="169" name="Editable label 30"/>
                <p:cNvSpPr>
                  <a:spLocks noRot="1" noChangeAspect="1" noMove="1" noResize="1" noEditPoints="1" noAdjustHandles="1" noChangeArrowheads="1" noChangeShapeType="1" noTextEdit="1"/>
                </p:cNvSpPr>
                <p:nvPr/>
              </p:nvSpPr>
              <p:spPr>
                <a:xfrm>
                  <a:off x="7106518" y="3643162"/>
                  <a:ext cx="89886" cy="134828"/>
                </a:xfrm>
                <a:prstGeom prst="rect">
                  <a:avLst/>
                </a:prstGeom>
                <a:blipFill>
                  <a:blip r:embed="rId21"/>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0" name="Editable label 35"/>
                <p:cNvSpPr/>
                <p:nvPr/>
              </p:nvSpPr>
              <p:spPr>
                <a:xfrm>
                  <a:off x="720480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xmlns="">
            <p:sp>
              <p:nvSpPr>
                <p:cNvPr id="170" name="Editable label 35"/>
                <p:cNvSpPr>
                  <a:spLocks noRot="1" noChangeAspect="1" noMove="1" noResize="1" noEditPoints="1" noAdjustHandles="1" noChangeArrowheads="1" noChangeShapeType="1" noTextEdit="1"/>
                </p:cNvSpPr>
                <p:nvPr/>
              </p:nvSpPr>
              <p:spPr>
                <a:xfrm>
                  <a:off x="7215471" y="3704448"/>
                  <a:ext cx="89886" cy="134828"/>
                </a:xfrm>
                <a:prstGeom prst="rect">
                  <a:avLst/>
                </a:prstGeom>
                <a:blipFill>
                  <a:blip r:embed="rId11"/>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1" name="Editable label 0"/>
                <p:cNvSpPr/>
                <p:nvPr/>
              </p:nvSpPr>
              <p:spPr>
                <a:xfrm>
                  <a:off x="739112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71" name="Editable label 0"/>
                <p:cNvSpPr>
                  <a:spLocks noRot="1" noChangeAspect="1" noMove="1" noResize="1" noEditPoints="1" noAdjustHandles="1" noChangeArrowheads="1" noChangeShapeType="1" noTextEdit="1"/>
                </p:cNvSpPr>
                <p:nvPr/>
              </p:nvSpPr>
              <p:spPr>
                <a:xfrm>
                  <a:off x="7400010" y="3701043"/>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2" name="Editable label 0.25"/>
                <p:cNvSpPr/>
                <p:nvPr/>
              </p:nvSpPr>
              <p:spPr>
                <a:xfrm>
                  <a:off x="758501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xmlns="">
            <p:sp>
              <p:nvSpPr>
                <p:cNvPr id="172" name="Editable label 0.25"/>
                <p:cNvSpPr>
                  <a:spLocks noRot="1" noChangeAspect="1" noMove="1" noResize="1" noEditPoints="1" noAdjustHandles="1" noChangeArrowheads="1" noChangeShapeType="1" noTextEdit="1"/>
                </p:cNvSpPr>
                <p:nvPr/>
              </p:nvSpPr>
              <p:spPr>
                <a:xfrm>
                  <a:off x="7606340" y="3595496"/>
                  <a:ext cx="179773" cy="134828"/>
                </a:xfrm>
                <a:prstGeom prst="rect">
                  <a:avLst/>
                </a:prstGeom>
                <a:blipFill>
                  <a:blip r:embed="rId22"/>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s = 0.5"/>
                <p:cNvSpPr/>
                <p:nvPr/>
              </p:nvSpPr>
              <p:spPr>
                <a:xfrm>
                  <a:off x="775695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xmlns="">
            <p:sp>
              <p:nvSpPr>
                <p:cNvPr id="173" name="Editable label s = 0.5"/>
                <p:cNvSpPr>
                  <a:spLocks noRot="1" noChangeAspect="1" noMove="1" noResize="1" noEditPoints="1" noAdjustHandles="1" noChangeArrowheads="1" noChangeShapeType="1" noTextEdit="1"/>
                </p:cNvSpPr>
                <p:nvPr/>
              </p:nvSpPr>
              <p:spPr>
                <a:xfrm>
                  <a:off x="7794284" y="3486543"/>
                  <a:ext cx="314602" cy="134828"/>
                </a:xfrm>
                <a:prstGeom prst="rect">
                  <a:avLst/>
                </a:prstGeom>
                <a:blipFill>
                  <a:blip r:embed="rId14"/>
                  <a:stretch>
                    <a:fillRect l="-19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0.75"/>
                <p:cNvSpPr/>
                <p:nvPr/>
              </p:nvSpPr>
              <p:spPr>
                <a:xfrm>
                  <a:off x="797656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xmlns="">
            <p:sp>
              <p:nvSpPr>
                <p:cNvPr id="174" name="Editable label 0.75"/>
                <p:cNvSpPr>
                  <a:spLocks noRot="1" noChangeAspect="1" noMove="1" noResize="1" noEditPoints="1" noAdjustHandles="1" noChangeArrowheads="1" noChangeShapeType="1" noTextEdit="1"/>
                </p:cNvSpPr>
                <p:nvPr/>
              </p:nvSpPr>
              <p:spPr>
                <a:xfrm>
                  <a:off x="799789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1,0)"/>
                <p:cNvSpPr/>
                <p:nvPr/>
              </p:nvSpPr>
              <p:spPr>
                <a:xfrm>
                  <a:off x="815644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75" name="Editable label (1,0)"/>
                <p:cNvSpPr>
                  <a:spLocks noRot="1" noChangeAspect="1" noMove="1" noResize="1" noEditPoints="1" noAdjustHandles="1" noChangeArrowheads="1" noChangeShapeType="1" noTextEdit="1"/>
                </p:cNvSpPr>
                <p:nvPr/>
              </p:nvSpPr>
              <p:spPr>
                <a:xfrm>
                  <a:off x="818311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2"/>
                <p:cNvSpPr/>
                <p:nvPr/>
              </p:nvSpPr>
              <p:spPr>
                <a:xfrm>
                  <a:off x="8167414" y="2929190"/>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76" name="Editable label 2"/>
                <p:cNvSpPr>
                  <a:spLocks noRot="1" noChangeAspect="1" noMove="1" noResize="1" noEditPoints="1" noAdjustHandles="1" noChangeArrowheads="1" noChangeShapeType="1" noTextEdit="1"/>
                </p:cNvSpPr>
                <p:nvPr/>
              </p:nvSpPr>
              <p:spPr>
                <a:xfrm>
                  <a:off x="8176301" y="2945187"/>
                  <a:ext cx="74905" cy="134828"/>
                </a:xfrm>
                <a:prstGeom prst="rect">
                  <a:avLst/>
                </a:prstGeom>
                <a:blipFill>
                  <a:blip r:embed="rId17"/>
                  <a:stretch>
                    <a:fillRect l="-230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2"/>
                <p:cNvSpPr/>
                <p:nvPr/>
              </p:nvSpPr>
              <p:spPr>
                <a:xfrm>
                  <a:off x="8175170" y="348076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77" name="Editable label -2"/>
                <p:cNvSpPr>
                  <a:spLocks noRot="1" noChangeAspect="1" noMove="1" noResize="1" noEditPoints="1" noAdjustHandles="1" noChangeArrowheads="1" noChangeShapeType="1" noTextEdit="1"/>
                </p:cNvSpPr>
                <p:nvPr/>
              </p:nvSpPr>
              <p:spPr>
                <a:xfrm>
                  <a:off x="8185834" y="3496758"/>
                  <a:ext cx="89886" cy="134828"/>
                </a:xfrm>
                <a:prstGeom prst="rect">
                  <a:avLst/>
                </a:prstGeom>
                <a:blipFill>
                  <a:blip r:embed="rId23"/>
                  <a:stretch>
                    <a:fillRect l="-33333" r="-20000"/>
                  </a:stretch>
                </a:blipFill>
                <a:ln>
                  <a:noFill/>
                </a:ln>
              </p:spPr>
              <p:txBody>
                <a:bodyPr/>
                <a:lstStyle/>
                <a:p>
                  <a:r>
                    <a:rPr lang="en-NL">
                      <a:noFill/>
                    </a:rPr>
                    <a:t> </a:t>
                  </a:r>
                </a:p>
              </p:txBody>
            </p:sp>
          </mc:Fallback>
        </mc:AlternateContent>
        <p:sp>
          <p:nvSpPr>
            <p:cNvPr id="178" name="Label background"/>
            <p:cNvSpPr/>
            <p:nvPr/>
          </p:nvSpPr>
          <p:spPr>
            <a:xfrm>
              <a:off x="4757898"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79" name="Editable label -2"/>
                <p:cNvSpPr/>
                <p:nvPr/>
              </p:nvSpPr>
              <p:spPr>
                <a:xfrm>
                  <a:off x="4758919"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79" name="Editable label -2"/>
                <p:cNvSpPr>
                  <a:spLocks noRot="1" noChangeAspect="1" noMove="1" noResize="1" noEditPoints="1" noAdjustHandles="1" noChangeArrowheads="1" noChangeShapeType="1" noTextEdit="1"/>
                </p:cNvSpPr>
                <p:nvPr/>
              </p:nvSpPr>
              <p:spPr>
                <a:xfrm>
                  <a:off x="4768112" y="4236611"/>
                  <a:ext cx="102144" cy="153214"/>
                </a:xfrm>
                <a:prstGeom prst="rect">
                  <a:avLst/>
                </a:prstGeom>
                <a:blipFill>
                  <a:blip r:embed="rId24"/>
                  <a:stretch>
                    <a:fillRect l="-29412" r="-29412"/>
                  </a:stretch>
                </a:blipFill>
                <a:ln>
                  <a:noFill/>
                </a:ln>
              </p:spPr>
              <p:txBody>
                <a:bodyPr/>
                <a:lstStyle/>
                <a:p>
                  <a:r>
                    <a:rPr lang="en-NL">
                      <a:noFill/>
                    </a:rPr>
                    <a:t> </a:t>
                  </a:r>
                </a:p>
              </p:txBody>
            </p:sp>
          </mc:Fallback>
        </mc:AlternateContent>
        <p:sp>
          <p:nvSpPr>
            <p:cNvPr id="180" name="Label background"/>
            <p:cNvSpPr/>
            <p:nvPr/>
          </p:nvSpPr>
          <p:spPr>
            <a:xfrm>
              <a:off x="5077947"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1" name="Editable label x(t,s) = 0"/>
                <p:cNvSpPr/>
                <p:nvPr/>
              </p:nvSpPr>
              <p:spPr>
                <a:xfrm>
                  <a:off x="5028577"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xmlns="">
            <p:sp>
              <p:nvSpPr>
                <p:cNvPr id="181" name="Editable label x(t,s) = 0"/>
                <p:cNvSpPr>
                  <a:spLocks noRot="1" noChangeAspect="1" noMove="1" noResize="1" noEditPoints="1" noAdjustHandles="1" noChangeArrowheads="1" noChangeShapeType="1" noTextEdit="1"/>
                </p:cNvSpPr>
                <p:nvPr/>
              </p:nvSpPr>
              <p:spPr>
                <a:xfrm>
                  <a:off x="5074542"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2" name="Label background"/>
            <p:cNvSpPr/>
            <p:nvPr/>
          </p:nvSpPr>
          <p:spPr>
            <a:xfrm>
              <a:off x="5799761"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3" name="Editable label 2"/>
                <p:cNvSpPr/>
                <p:nvPr/>
              </p:nvSpPr>
              <p:spPr>
                <a:xfrm>
                  <a:off x="5786993"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83" name="Editable label 2"/>
                <p:cNvSpPr>
                  <a:spLocks noRot="1" noChangeAspect="1" noMove="1" noResize="1" noEditPoints="1" noAdjustHandles="1" noChangeArrowheads="1" noChangeShapeType="1" noTextEdit="1"/>
                </p:cNvSpPr>
                <p:nvPr/>
              </p:nvSpPr>
              <p:spPr>
                <a:xfrm>
                  <a:off x="5794654" y="4236611"/>
                  <a:ext cx="85120" cy="153214"/>
                </a:xfrm>
                <a:prstGeom prst="rect">
                  <a:avLst/>
                </a:prstGeom>
                <a:blipFill>
                  <a:blip r:embed="rId26"/>
                  <a:stretch>
                    <a:fillRect l="-28571" r="-7143"/>
                  </a:stretch>
                </a:blipFill>
                <a:ln>
                  <a:noFill/>
                </a:ln>
              </p:spPr>
              <p:txBody>
                <a:bodyPr/>
                <a:lstStyle/>
                <a:p>
                  <a:r>
                    <a:rPr lang="en-NL">
                      <a:noFill/>
                    </a:rPr>
                    <a:t> </a:t>
                  </a:r>
                </a:p>
              </p:txBody>
            </p:sp>
          </mc:Fallback>
        </mc:AlternateContent>
        <p:sp>
          <p:nvSpPr>
            <p:cNvPr id="184" name="Label background"/>
            <p:cNvSpPr/>
            <p:nvPr/>
          </p:nvSpPr>
          <p:spPr>
            <a:xfrm>
              <a:off x="6596481"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5" name="Editable label -2"/>
                <p:cNvSpPr/>
                <p:nvPr/>
              </p:nvSpPr>
              <p:spPr>
                <a:xfrm>
                  <a:off x="6597502"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85" name="Editable label -2"/>
                <p:cNvSpPr>
                  <a:spLocks noRot="1" noChangeAspect="1" noMove="1" noResize="1" noEditPoints="1" noAdjustHandles="1" noChangeArrowheads="1" noChangeShapeType="1" noTextEdit="1"/>
                </p:cNvSpPr>
                <p:nvPr/>
              </p:nvSpPr>
              <p:spPr>
                <a:xfrm>
                  <a:off x="6606695" y="4236611"/>
                  <a:ext cx="102144" cy="153214"/>
                </a:xfrm>
                <a:prstGeom prst="rect">
                  <a:avLst/>
                </a:prstGeom>
                <a:blipFill>
                  <a:blip r:embed="rId27"/>
                  <a:stretch>
                    <a:fillRect l="-29412" r="-23529"/>
                  </a:stretch>
                </a:blipFill>
                <a:ln>
                  <a:noFill/>
                </a:ln>
              </p:spPr>
              <p:txBody>
                <a:bodyPr/>
                <a:lstStyle/>
                <a:p>
                  <a:r>
                    <a:rPr lang="en-NL">
                      <a:noFill/>
                    </a:rPr>
                    <a:t> </a:t>
                  </a:r>
                </a:p>
              </p:txBody>
            </p:sp>
          </mc:Fallback>
        </mc:AlternateContent>
        <p:sp>
          <p:nvSpPr>
            <p:cNvPr id="186" name="Label background"/>
            <p:cNvSpPr/>
            <p:nvPr/>
          </p:nvSpPr>
          <p:spPr>
            <a:xfrm>
              <a:off x="7124223"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7" name="Editable label x(t,s) = 0"/>
                <p:cNvSpPr/>
                <p:nvPr/>
              </p:nvSpPr>
              <p:spPr>
                <a:xfrm>
                  <a:off x="7074853"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xmlns="">
            <p:sp>
              <p:nvSpPr>
                <p:cNvPr id="187" name="Editable label x(t,s) = 0"/>
                <p:cNvSpPr>
                  <a:spLocks noRot="1" noChangeAspect="1" noMove="1" noResize="1" noEditPoints="1" noAdjustHandles="1" noChangeArrowheads="1" noChangeShapeType="1" noTextEdit="1"/>
                </p:cNvSpPr>
                <p:nvPr/>
              </p:nvSpPr>
              <p:spPr>
                <a:xfrm>
                  <a:off x="7120818"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8" name="Label background"/>
            <p:cNvSpPr/>
            <p:nvPr/>
          </p:nvSpPr>
          <p:spPr>
            <a:xfrm>
              <a:off x="8036705"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9" name="Editable label 2"/>
                <p:cNvSpPr/>
                <p:nvPr/>
              </p:nvSpPr>
              <p:spPr>
                <a:xfrm>
                  <a:off x="8023937"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89" name="Editable label 2"/>
                <p:cNvSpPr>
                  <a:spLocks noRot="1" noChangeAspect="1" noMove="1" noResize="1" noEditPoints="1" noAdjustHandles="1" noChangeArrowheads="1" noChangeShapeType="1" noTextEdit="1"/>
                </p:cNvSpPr>
                <p:nvPr/>
              </p:nvSpPr>
              <p:spPr>
                <a:xfrm>
                  <a:off x="8031598" y="4236611"/>
                  <a:ext cx="85120" cy="153214"/>
                </a:xfrm>
                <a:prstGeom prst="rect">
                  <a:avLst/>
                </a:prstGeom>
                <a:blipFill>
                  <a:blip r:embed="rId26"/>
                  <a:stretch>
                    <a:fillRect l="-30769" r="-15385"/>
                  </a:stretch>
                </a:blipFill>
                <a:ln>
                  <a:noFill/>
                </a:ln>
              </p:spPr>
              <p:txBody>
                <a:bodyPr/>
                <a:lstStyle/>
                <a:p>
                  <a:r>
                    <a:rPr lang="en-NL">
                      <a:noFill/>
                    </a:rPr>
                    <a:t> </a:t>
                  </a:r>
                </a:p>
              </p:txBody>
            </p:sp>
          </mc:Fallback>
        </mc:AlternateContent>
      </p:grpSp>
      <p:pic>
        <p:nvPicPr>
          <p:cNvPr id="11" name="Original university logo"/>
          <p:cNvPicPr>
            <a:picLocks noChangeAspect="1"/>
          </p:cNvPicPr>
          <p:nvPr/>
        </p:nvPicPr>
        <p:blipFill>
          <a:blip r:embed="rId28"/>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1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1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1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1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1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1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2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2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grpSp>
        <p:nvGrpSpPr>
          <p:cNvPr id="24" name="Picture 23 — editable labels"/>
          <p:cNvGrpSpPr/>
          <p:nvPr/>
        </p:nvGrpSpPr>
        <p:grpSpPr>
          <a:xfrm>
            <a:off x="6248400" y="1219200"/>
            <a:ext cx="2438400" cy="2438400"/>
            <a:chOff x="6248400" y="1219200"/>
            <a:chExt cx="2438400" cy="2438400"/>
          </a:xfrm>
        </p:grpSpPr>
        <p:pic>
          <p:nvPicPr>
            <p:cNvPr id="141"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133" name="Label background"/>
            <p:cNvSpPr/>
            <p:nvPr/>
          </p:nvSpPr>
          <p:spPr>
            <a:xfrm>
              <a:off x="6819900" y="1531620"/>
              <a:ext cx="1299972" cy="141732"/>
            </a:xfrm>
            <a:prstGeom prst="rect">
              <a:avLst/>
            </a:prstGeom>
            <a:solidFill>
              <a:srgbClr val="FFFFFF"/>
            </a:solidFill>
            <a:ln>
              <a:noFill/>
            </a:ln>
          </p:spPr>
          <p:txBody>
            <a:bodyPr/>
            <a:lstStyle/>
            <a:p>
              <a:endParaRPr lang="en-NL"/>
            </a:p>
          </p:txBody>
        </p:sp>
        <p:sp>
          <p:nvSpPr>
            <p:cNvPr id="134" name="Editable label BASAL GANGLIA"/>
            <p:cNvSpPr/>
            <p:nvPr/>
          </p:nvSpPr>
          <p:spPr>
            <a:xfrm>
              <a:off x="6938620" y="1479652"/>
              <a:ext cx="1057961" cy="244145"/>
            </a:xfrm>
            <a:prstGeom prst="rect">
              <a:avLst/>
            </a:prstGeom>
            <a:noFill/>
            <a:ln>
              <a:noFill/>
            </a:ln>
          </p:spPr>
          <p:txBody>
            <a:bodyPr wrap="none" lIns="0" tIns="0" rIns="0" bIns="0" anchor="ctr">
              <a:noAutofit/>
            </a:bodyPr>
            <a:lstStyle/>
            <a:p>
              <a:pPr algn="ctr">
                <a:buNone/>
              </a:pPr>
              <a:r>
                <a:rPr lang="en-GB" sz="1068" b="1" i="0" u="none" baseline="0">
                  <a:solidFill>
                    <a:srgbClr val="30354D"/>
                  </a:solidFill>
                  <a:latin typeface="Arial"/>
                  <a:ea typeface="Arial"/>
                  <a:cs typeface="Arial"/>
                </a:rPr>
                <a:t>BASAL GANGLIA</a:t>
              </a:r>
              <a:endParaRPr sz="1068"/>
            </a:p>
          </p:txBody>
        </p:sp>
        <p:sp>
          <p:nvSpPr>
            <p:cNvPr id="135" name="Label background"/>
            <p:cNvSpPr/>
            <p:nvPr/>
          </p:nvSpPr>
          <p:spPr>
            <a:xfrm>
              <a:off x="6519672" y="1839468"/>
              <a:ext cx="441960" cy="60960"/>
            </a:xfrm>
            <a:prstGeom prst="rect">
              <a:avLst/>
            </a:prstGeom>
            <a:solidFill>
              <a:srgbClr val="FFFFFF"/>
            </a:solidFill>
            <a:ln>
              <a:noFill/>
            </a:ln>
          </p:spPr>
          <p:txBody>
            <a:bodyPr/>
            <a:lstStyle/>
            <a:p>
              <a:endParaRPr lang="en-NL"/>
            </a:p>
          </p:txBody>
        </p:sp>
        <p:sp>
          <p:nvSpPr>
            <p:cNvPr id="136" name="Editable label FRONTAL LOBE"/>
            <p:cNvSpPr/>
            <p:nvPr/>
          </p:nvSpPr>
          <p:spPr>
            <a:xfrm>
              <a:off x="6396228" y="1784223"/>
              <a:ext cx="6858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FRONTAL LOBE</a:t>
              </a:r>
              <a:endParaRPr sz="750"/>
            </a:p>
          </p:txBody>
        </p:sp>
        <p:sp>
          <p:nvSpPr>
            <p:cNvPr id="137" name="Label background"/>
            <p:cNvSpPr/>
            <p:nvPr/>
          </p:nvSpPr>
          <p:spPr>
            <a:xfrm>
              <a:off x="7923276" y="1839468"/>
              <a:ext cx="475488" cy="60960"/>
            </a:xfrm>
            <a:prstGeom prst="rect">
              <a:avLst/>
            </a:prstGeom>
            <a:solidFill>
              <a:srgbClr val="FFFFFF"/>
            </a:solidFill>
            <a:ln>
              <a:noFill/>
            </a:ln>
          </p:spPr>
          <p:txBody>
            <a:bodyPr/>
            <a:lstStyle/>
            <a:p>
              <a:endParaRPr lang="en-NL"/>
            </a:p>
          </p:txBody>
        </p:sp>
        <p:sp>
          <p:nvSpPr>
            <p:cNvPr id="138" name="Editable label BASAL GANGLIA"/>
            <p:cNvSpPr/>
            <p:nvPr/>
          </p:nvSpPr>
          <p:spPr>
            <a:xfrm>
              <a:off x="7783449" y="1784223"/>
              <a:ext cx="74295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BASAL GANGLIA</a:t>
              </a:r>
              <a:endParaRPr sz="750"/>
            </a:p>
          </p:txBody>
        </p:sp>
        <p:sp>
          <p:nvSpPr>
            <p:cNvPr id="139" name="Label background"/>
            <p:cNvSpPr/>
            <p:nvPr/>
          </p:nvSpPr>
          <p:spPr>
            <a:xfrm>
              <a:off x="8037576" y="1940052"/>
              <a:ext cx="344424" cy="60960"/>
            </a:xfrm>
            <a:prstGeom prst="rect">
              <a:avLst/>
            </a:prstGeom>
            <a:solidFill>
              <a:srgbClr val="FFFFFF"/>
            </a:solidFill>
            <a:ln>
              <a:noFill/>
            </a:ln>
          </p:spPr>
          <p:txBody>
            <a:bodyPr/>
            <a:lstStyle/>
            <a:p>
              <a:endParaRPr lang="en-NL"/>
            </a:p>
          </p:txBody>
        </p:sp>
        <p:sp>
          <p:nvSpPr>
            <p:cNvPr id="140" name="Editable label THALAMUS"/>
            <p:cNvSpPr/>
            <p:nvPr/>
          </p:nvSpPr>
          <p:spPr>
            <a:xfrm>
              <a:off x="7982712" y="1883283"/>
              <a:ext cx="4572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THALAMUS</a:t>
              </a:r>
              <a:endParaRPr sz="750"/>
            </a:p>
          </p:txBody>
        </p:sp>
      </p:grpSp>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grpSp>
        <p:nvGrpSpPr>
          <p:cNvPr id="29" name="Picture 28 — editable labels"/>
          <p:cNvGrpSpPr/>
          <p:nvPr/>
        </p:nvGrpSpPr>
        <p:grpSpPr>
          <a:xfrm>
            <a:off x="3352800" y="2837514"/>
            <a:ext cx="2438400" cy="814673"/>
            <a:chOff x="3352800" y="2837514"/>
            <a:chExt cx="2438400" cy="814673"/>
          </a:xfrm>
        </p:grpSpPr>
        <p:pic>
          <p:nvPicPr>
            <p:cNvPr id="160"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sp>
          <p:nvSpPr>
            <p:cNvPr id="152" name="Label background"/>
            <p:cNvSpPr/>
            <p:nvPr/>
          </p:nvSpPr>
          <p:spPr>
            <a:xfrm>
              <a:off x="5209032" y="2933447"/>
              <a:ext cx="214884" cy="57865"/>
            </a:xfrm>
            <a:prstGeom prst="rect">
              <a:avLst/>
            </a:prstGeom>
            <a:solidFill>
              <a:srgbClr val="FFFDF9"/>
            </a:solidFill>
            <a:ln>
              <a:noFill/>
            </a:ln>
          </p:spPr>
          <p:txBody>
            <a:bodyPr/>
            <a:lstStyle/>
            <a:p>
              <a:endParaRPr lang="en-NL"/>
            </a:p>
          </p:txBody>
        </p:sp>
        <p:sp>
          <p:nvSpPr>
            <p:cNvPr id="153" name="Editable label Drying air"/>
            <p:cNvSpPr/>
            <p:nvPr/>
          </p:nvSpPr>
          <p:spPr>
            <a:xfrm>
              <a:off x="5031486" y="2878248"/>
              <a:ext cx="571500" cy="171310"/>
            </a:xfrm>
            <a:prstGeom prst="rect">
              <a:avLst/>
            </a:prstGeom>
            <a:noFill/>
            <a:ln>
              <a:noFill/>
            </a:ln>
          </p:spPr>
          <p:txBody>
            <a:bodyPr wrap="none" lIns="0" tIns="0" rIns="0" bIns="0" anchor="ctr">
              <a:noAutofit/>
            </a:bodyPr>
            <a:lstStyle/>
            <a:p>
              <a:pPr algn="ctr">
                <a:buNone/>
              </a:pPr>
              <a:r>
                <a:rPr lang="en-GB" sz="750" b="0" i="0" u="none" baseline="0">
                  <a:solidFill>
                    <a:srgbClr val="ED492D"/>
                  </a:solidFill>
                  <a:latin typeface="Arial"/>
                  <a:ea typeface="Arial"/>
                  <a:cs typeface="Arial"/>
                </a:rPr>
                <a:t>Drying air</a:t>
              </a:r>
              <a:endParaRPr sz="750"/>
            </a:p>
          </p:txBody>
        </p:sp>
        <p:sp>
          <p:nvSpPr>
            <p:cNvPr id="154" name="Label background"/>
            <p:cNvSpPr/>
            <p:nvPr/>
          </p:nvSpPr>
          <p:spPr>
            <a:xfrm>
              <a:off x="5472684" y="3148156"/>
              <a:ext cx="252984" cy="60910"/>
            </a:xfrm>
            <a:prstGeom prst="rect">
              <a:avLst/>
            </a:prstGeom>
            <a:solidFill>
              <a:srgbClr val="FFFEFA"/>
            </a:solidFill>
            <a:ln>
              <a:noFill/>
            </a:ln>
          </p:spPr>
          <p:txBody>
            <a:bodyPr/>
            <a:lstStyle/>
            <a:p>
              <a:endParaRPr lang="en-NL"/>
            </a:p>
          </p:txBody>
        </p:sp>
        <p:sp>
          <p:nvSpPr>
            <p:cNvPr id="155" name="Editable label Evaporation"/>
            <p:cNvSpPr/>
            <p:nvPr/>
          </p:nvSpPr>
          <p:spPr>
            <a:xfrm>
              <a:off x="5286375" y="3092955"/>
              <a:ext cx="628650" cy="171310"/>
            </a:xfrm>
            <a:prstGeom prst="rect">
              <a:avLst/>
            </a:prstGeom>
            <a:noFill/>
            <a:ln>
              <a:noFill/>
            </a:ln>
          </p:spPr>
          <p:txBody>
            <a:bodyPr wrap="none" lIns="0" tIns="0" rIns="0" bIns="0" anchor="ctr">
              <a:noAutofit/>
            </a:bodyPr>
            <a:lstStyle/>
            <a:p>
              <a:pPr algn="ctr">
                <a:buNone/>
              </a:pPr>
              <a:r>
                <a:rPr lang="en-GB" sz="750" b="0" i="0" u="none" baseline="0">
                  <a:solidFill>
                    <a:srgbClr val="1684F6"/>
                  </a:solidFill>
                  <a:latin typeface="Arial"/>
                  <a:ea typeface="Arial"/>
                  <a:cs typeface="Arial"/>
                </a:rPr>
                <a:t>Evaporation</a:t>
              </a:r>
              <a:endParaRPr sz="750"/>
            </a:p>
          </p:txBody>
        </p:sp>
        <p:sp>
          <p:nvSpPr>
            <p:cNvPr id="156" name="Label background"/>
            <p:cNvSpPr/>
            <p:nvPr/>
          </p:nvSpPr>
          <p:spPr>
            <a:xfrm>
              <a:off x="3921252" y="3304999"/>
              <a:ext cx="111252" cy="50251"/>
            </a:xfrm>
            <a:prstGeom prst="rect">
              <a:avLst/>
            </a:prstGeom>
            <a:gradFill rotWithShape="1">
              <a:gsLst>
                <a:gs pos="0">
                  <a:srgbClr val="FA6048"/>
                </a:gs>
                <a:gs pos="100000">
                  <a:srgbClr val="FA6B51"/>
                </a:gs>
              </a:gsLst>
              <a:lin ang="0" scaled="1"/>
            </a:gradFill>
            <a:ln>
              <a:noFill/>
            </a:ln>
          </p:spPr>
          <p:txBody>
            <a:bodyPr/>
            <a:lstStyle/>
            <a:p>
              <a:endParaRPr lang="en-NL"/>
            </a:p>
          </p:txBody>
        </p:sp>
        <p:sp>
          <p:nvSpPr>
            <p:cNvPr id="157" name="Editable label Heat"/>
            <p:cNvSpPr/>
            <p:nvPr/>
          </p:nvSpPr>
          <p:spPr>
            <a:xfrm>
              <a:off x="3861817" y="3195954"/>
              <a:ext cx="228599" cy="171310"/>
            </a:xfrm>
            <a:prstGeom prst="rect">
              <a:avLst/>
            </a:prstGeom>
            <a:noFill/>
            <a:ln>
              <a:noFill/>
            </a:ln>
          </p:spPr>
          <p:txBody>
            <a:bodyPr wrap="none" lIns="0" tIns="0" rIns="0" bIns="0" anchor="ctr">
              <a:noAutofit/>
            </a:bodyPr>
            <a:lstStyle/>
            <a:p>
              <a:pPr algn="ctr">
                <a:buNone/>
              </a:pPr>
              <a:r>
                <a:rPr lang="en-GB" sz="750" b="0" i="0" u="none" baseline="0">
                  <a:solidFill>
                    <a:srgbClr val="A83D20"/>
                  </a:solidFill>
                  <a:latin typeface="Arial"/>
                  <a:ea typeface="Arial"/>
                  <a:cs typeface="Arial"/>
                </a:rPr>
                <a:t>Heat</a:t>
              </a:r>
              <a:endParaRPr sz="750"/>
            </a:p>
          </p:txBody>
        </p:sp>
        <p:sp>
          <p:nvSpPr>
            <p:cNvPr id="158" name="Label background"/>
            <p:cNvSpPr/>
            <p:nvPr/>
          </p:nvSpPr>
          <p:spPr>
            <a:xfrm>
              <a:off x="3895344" y="3356773"/>
              <a:ext cx="182880" cy="48728"/>
            </a:xfrm>
            <a:prstGeom prst="rect">
              <a:avLst/>
            </a:prstGeom>
            <a:gradFill rotWithShape="1">
              <a:gsLst>
                <a:gs pos="0">
                  <a:srgbClr val="2482FD"/>
                </a:gs>
                <a:gs pos="100000">
                  <a:srgbClr val="4091FE"/>
                </a:gs>
              </a:gsLst>
              <a:lin ang="0" scaled="1"/>
            </a:gradFill>
            <a:ln>
              <a:noFill/>
            </a:ln>
          </p:spPr>
          <p:txBody>
            <a:bodyPr/>
            <a:lstStyle/>
            <a:p>
              <a:endParaRPr lang="en-NL"/>
            </a:p>
          </p:txBody>
        </p:sp>
        <p:sp>
          <p:nvSpPr>
            <p:cNvPr id="159" name="Editable label Moisture"/>
            <p:cNvSpPr/>
            <p:nvPr/>
          </p:nvSpPr>
          <p:spPr>
            <a:xfrm>
              <a:off x="3758184" y="3347805"/>
              <a:ext cx="457201" cy="171310"/>
            </a:xfrm>
            <a:prstGeom prst="rect">
              <a:avLst/>
            </a:prstGeom>
            <a:noFill/>
            <a:ln>
              <a:noFill/>
            </a:ln>
          </p:spPr>
          <p:txBody>
            <a:bodyPr wrap="none" lIns="0" tIns="0" rIns="0" bIns="0" anchor="ctr">
              <a:noAutofit/>
            </a:bodyPr>
            <a:lstStyle/>
            <a:p>
              <a:pPr algn="ctr">
                <a:buNone/>
              </a:pPr>
              <a:r>
                <a:rPr lang="en-GB" sz="750" b="0" i="0" u="none" baseline="0">
                  <a:solidFill>
                    <a:srgbClr val="174A80"/>
                  </a:solidFill>
                  <a:latin typeface="Arial"/>
                  <a:ea typeface="Arial"/>
                  <a:cs typeface="Arial"/>
                </a:rPr>
                <a:t>Moisture</a:t>
              </a:r>
              <a:endParaRPr sz="750"/>
            </a:p>
          </p:txBody>
        </p:sp>
      </p:grpSp>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temp</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grpSp>
        <p:nvGrpSpPr>
          <p:cNvPr id="18" name="Picture 17 — editable labels"/>
          <p:cNvGrpSpPr/>
          <p:nvPr/>
        </p:nvGrpSpPr>
        <p:grpSpPr>
          <a:xfrm>
            <a:off x="1106753" y="2576223"/>
            <a:ext cx="3684480" cy="2105557"/>
            <a:chOff x="1106753" y="2576223"/>
            <a:chExt cx="3684480" cy="2105557"/>
          </a:xfrm>
        </p:grpSpPr>
        <p:pic>
          <p:nvPicPr>
            <p:cNvPr id="155"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
          <p:nvSpPr>
            <p:cNvPr id="124" name="Editable label 0"/>
            <p:cNvSpPr/>
            <p:nvPr/>
          </p:nvSpPr>
          <p:spPr>
            <a:xfrm>
              <a:off x="1324070" y="4406859"/>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25" name="Editable label 10"/>
            <p:cNvSpPr/>
            <p:nvPr/>
          </p:nvSpPr>
          <p:spPr>
            <a:xfrm>
              <a:off x="1315197" y="4224087"/>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26" name="Editable label 20"/>
            <p:cNvSpPr/>
            <p:nvPr/>
          </p:nvSpPr>
          <p:spPr>
            <a:xfrm>
              <a:off x="1315197" y="4041314"/>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27" name="Editable label 30"/>
            <p:cNvSpPr/>
            <p:nvPr/>
          </p:nvSpPr>
          <p:spPr>
            <a:xfrm>
              <a:off x="1315197" y="3858541"/>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p:sp>
          <p:nvSpPr>
            <p:cNvPr id="128" name="Editable label 40"/>
            <p:cNvSpPr/>
            <p:nvPr/>
          </p:nvSpPr>
          <p:spPr>
            <a:xfrm>
              <a:off x="1315197" y="36757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40</a:t>
              </a:r>
              <a:endParaRPr sz="700"/>
            </a:p>
          </p:txBody>
        </p:sp>
        <p:sp>
          <p:nvSpPr>
            <p:cNvPr id="129" name="Editable label 50"/>
            <p:cNvSpPr/>
            <p:nvPr/>
          </p:nvSpPr>
          <p:spPr>
            <a:xfrm>
              <a:off x="1315197" y="3504410"/>
              <a:ext cx="91267" cy="13698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50</a:t>
              </a:r>
              <a:endParaRPr sz="600" dirty="0"/>
            </a:p>
          </p:txBody>
        </p:sp>
        <p:sp>
          <p:nvSpPr>
            <p:cNvPr id="130" name="Editable label 60"/>
            <p:cNvSpPr/>
            <p:nvPr/>
          </p:nvSpPr>
          <p:spPr>
            <a:xfrm>
              <a:off x="1315197" y="3310223"/>
              <a:ext cx="106478" cy="15981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60</a:t>
              </a:r>
              <a:endParaRPr sz="700" dirty="0"/>
            </a:p>
          </p:txBody>
        </p:sp>
        <p:sp>
          <p:nvSpPr>
            <p:cNvPr id="131" name="Editable label 70"/>
            <p:cNvSpPr/>
            <p:nvPr/>
          </p:nvSpPr>
          <p:spPr>
            <a:xfrm>
              <a:off x="1315197" y="3127450"/>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70</a:t>
              </a:r>
              <a:endParaRPr sz="700"/>
            </a:p>
          </p:txBody>
        </p:sp>
        <p:sp>
          <p:nvSpPr>
            <p:cNvPr id="132" name="Editable label 80"/>
            <p:cNvSpPr/>
            <p:nvPr/>
          </p:nvSpPr>
          <p:spPr>
            <a:xfrm>
              <a:off x="1315197" y="2944678"/>
              <a:ext cx="106478" cy="15981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80</a:t>
              </a:r>
              <a:endParaRPr sz="700" dirty="0"/>
            </a:p>
          </p:txBody>
        </p:sp>
        <p:sp>
          <p:nvSpPr>
            <p:cNvPr id="133" name="Editable label 90"/>
            <p:cNvSpPr/>
            <p:nvPr/>
          </p:nvSpPr>
          <p:spPr>
            <a:xfrm>
              <a:off x="1315197" y="2761905"/>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90</a:t>
              </a:r>
              <a:endParaRPr sz="700"/>
            </a:p>
          </p:txBody>
        </p:sp>
        <p:sp>
          <p:nvSpPr>
            <p:cNvPr id="134" name="Editable label 100"/>
            <p:cNvSpPr/>
            <p:nvPr/>
          </p:nvSpPr>
          <p:spPr>
            <a:xfrm>
              <a:off x="1288578" y="2579132"/>
              <a:ext cx="159719"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100</a:t>
              </a:r>
              <a:endParaRPr sz="700"/>
            </a:p>
          </p:txBody>
        </p:sp>
        <p:sp>
          <p:nvSpPr>
            <p:cNvPr id="135" name="Editable label 0"/>
            <p:cNvSpPr/>
            <p:nvPr/>
          </p:nvSpPr>
          <p:spPr>
            <a:xfrm>
              <a:off x="1386817"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36" name="Editable label 5"/>
            <p:cNvSpPr/>
            <p:nvPr/>
          </p:nvSpPr>
          <p:spPr>
            <a:xfrm>
              <a:off x="1856835"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5</a:t>
              </a:r>
              <a:endParaRPr sz="700"/>
            </a:p>
          </p:txBody>
        </p:sp>
        <p:sp>
          <p:nvSpPr>
            <p:cNvPr id="137" name="Editable label 10"/>
            <p:cNvSpPr/>
            <p:nvPr/>
          </p:nvSpPr>
          <p:spPr>
            <a:xfrm>
              <a:off x="2317981"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38" name="Editable label 15"/>
            <p:cNvSpPr/>
            <p:nvPr/>
          </p:nvSpPr>
          <p:spPr>
            <a:xfrm>
              <a:off x="2787999"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15</a:t>
              </a:r>
              <a:endParaRPr sz="700"/>
            </a:p>
          </p:txBody>
        </p:sp>
        <p:sp>
          <p:nvSpPr>
            <p:cNvPr id="139" name="Editable label 20"/>
            <p:cNvSpPr/>
            <p:nvPr/>
          </p:nvSpPr>
          <p:spPr>
            <a:xfrm>
              <a:off x="3258018"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40" name="Editable label 25"/>
            <p:cNvSpPr/>
            <p:nvPr/>
          </p:nvSpPr>
          <p:spPr>
            <a:xfrm>
              <a:off x="3728037"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25</a:t>
              </a:r>
              <a:endParaRPr sz="700"/>
            </a:p>
          </p:txBody>
        </p:sp>
        <p:sp>
          <p:nvSpPr>
            <p:cNvPr id="141" name="Editable label 30"/>
            <p:cNvSpPr/>
            <p:nvPr/>
          </p:nvSpPr>
          <p:spPr>
            <a:xfrm>
              <a:off x="4198055"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mc:AlternateContent xmlns:mc="http://schemas.openxmlformats.org/markup-compatibility/2006" xmlns:a14="http://schemas.microsoft.com/office/drawing/2010/main">
          <mc:Choice Requires="a14">
            <p:sp>
              <p:nvSpPr>
                <p:cNvPr id="142" name="Editable label t"/>
                <p:cNvSpPr/>
                <p:nvPr/>
              </p:nvSpPr>
              <p:spPr>
                <a:xfrm>
                  <a:off x="2795130" y="4521965"/>
                  <a:ext cx="88733" cy="15981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333333"/>
                            </a:solidFill>
                            <a:latin typeface="Cambria Math"/>
                          </a:rPr>
                          <m:t>𝑡</m:t>
                        </m:r>
                      </m:oMath>
                    </m:oMathPara>
                  </a14:m>
                  <a:endParaRPr sz="700"/>
                </a:p>
              </p:txBody>
            </p:sp>
          </mc:Choice>
          <mc:Fallback xmlns="">
            <p:sp>
              <p:nvSpPr>
                <p:cNvPr id="142" name="Editable label t"/>
                <p:cNvSpPr>
                  <a:spLocks noRot="1" noChangeAspect="1" noMove="1" noResize="1" noEditPoints="1" noAdjustHandles="1" noChangeArrowheads="1" noChangeShapeType="1" noTextEdit="1"/>
                </p:cNvSpPr>
                <p:nvPr/>
              </p:nvSpPr>
              <p:spPr>
                <a:xfrm>
                  <a:off x="2815095" y="4557923"/>
                  <a:ext cx="48803" cy="87898"/>
                </a:xfrm>
                <a:prstGeom prst="rect">
                  <a:avLst/>
                </a:prstGeom>
                <a:blipFill>
                  <a:blip r:embed="rId8"/>
                  <a:stretch>
                    <a:fillRect l="-25000"/>
                  </a:stretch>
                </a:blipFill>
                <a:ln>
                  <a:noFill/>
                </a:ln>
              </p:spPr>
              <p:txBody>
                <a:bodyPr/>
                <a:lstStyle/>
                <a:p>
                  <a:r>
                    <a:rPr lang="en-NL">
                      <a:noFill/>
                    </a:rPr>
                    <a:t> </a:t>
                  </a:r>
                </a:p>
              </p:txBody>
            </p:sp>
          </mc:Fallback>
        </mc:AlternateContent>
        <p:sp>
          <p:nvSpPr>
            <p:cNvPr id="143" name="Editable label Average temperature"/>
            <p:cNvSpPr/>
            <p:nvPr/>
          </p:nvSpPr>
          <p:spPr>
            <a:xfrm rot="16200000">
              <a:off x="680885" y="3492996"/>
              <a:ext cx="1011551" cy="159815"/>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Average temperature</a:t>
              </a:r>
              <a:endParaRPr sz="700"/>
            </a:p>
          </p:txBody>
        </p:sp>
        <mc:AlternateContent xmlns:mc="http://schemas.openxmlformats.org/markup-compatibility/2006" xmlns:a14="http://schemas.microsoft.com/office/drawing/2010/main">
          <mc:Choice Requires="a14">
            <p:sp>
              <p:nvSpPr>
                <p:cNvPr id="144" name="Reaction uncertainty"/>
                <p:cNvSpPr/>
                <p:nvPr/>
              </p:nvSpPr>
              <p:spPr>
                <a:xfrm>
                  <a:off x="4353784" y="4290174"/>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=−0.5</m:t>
                        </m:r>
                      </m:oMath>
                    </m:oMathPara>
                  </a14:m>
                  <a:endParaRPr sz="700"/>
                </a:p>
              </p:txBody>
            </p:sp>
          </mc:Choice>
          <mc:Fallback xmlns="">
            <p:sp>
              <p:nvSpPr>
                <p:cNvPr id="144" name="Reaction uncertainty"/>
                <p:cNvSpPr>
                  <a:spLocks noRot="1" noChangeAspect="1" noMove="1" noResize="1" noEditPoints="1" noAdjustHandles="1" noChangeArrowheads="1" noChangeShapeType="1" noTextEdit="1"/>
                </p:cNvSpPr>
                <p:nvPr/>
              </p:nvSpPr>
              <p:spPr>
                <a:xfrm>
                  <a:off x="4359359" y="4368593"/>
                  <a:ext cx="223099" cy="1632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5" name="Reaction uncertainty"/>
                <p:cNvSpPr/>
                <p:nvPr/>
              </p:nvSpPr>
              <p:spPr>
                <a:xfrm>
                  <a:off x="4353784" y="4220720"/>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=−0.4</m:t>
                        </m:r>
                      </m:oMath>
                    </m:oMathPara>
                  </a14:m>
                  <a:endParaRPr sz="700"/>
                </a:p>
              </p:txBody>
            </p:sp>
          </mc:Choice>
          <mc:Fallback xmlns="">
            <p:sp>
              <p:nvSpPr>
                <p:cNvPr id="145" name="Reaction uncertainty"/>
                <p:cNvSpPr>
                  <a:spLocks noRot="1" noChangeAspect="1" noMove="1" noResize="1" noEditPoints="1" noAdjustHandles="1" noChangeArrowheads="1" noChangeShapeType="1" noTextEdit="1"/>
                </p:cNvSpPr>
                <p:nvPr/>
              </p:nvSpPr>
              <p:spPr>
                <a:xfrm>
                  <a:off x="4359359" y="4299139"/>
                  <a:ext cx="223099" cy="1632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6" name="Reaction uncertainty"/>
                <p:cNvSpPr/>
                <p:nvPr/>
              </p:nvSpPr>
              <p:spPr>
                <a:xfrm>
                  <a:off x="4353784" y="4151266"/>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=−0.3</m:t>
                        </m:r>
                      </m:oMath>
                    </m:oMathPara>
                  </a14:m>
                  <a:endParaRPr sz="700"/>
                </a:p>
              </p:txBody>
            </p:sp>
          </mc:Choice>
          <mc:Fallback xmlns="">
            <p:sp>
              <p:nvSpPr>
                <p:cNvPr id="146" name="Reaction uncertainty"/>
                <p:cNvSpPr>
                  <a:spLocks noRot="1" noChangeAspect="1" noMove="1" noResize="1" noEditPoints="1" noAdjustHandles="1" noChangeArrowheads="1" noChangeShapeType="1" noTextEdit="1"/>
                </p:cNvSpPr>
                <p:nvPr/>
              </p:nvSpPr>
              <p:spPr>
                <a:xfrm>
                  <a:off x="4359359" y="4229685"/>
                  <a:ext cx="223099" cy="1632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7" name="Reaction uncertainty"/>
                <p:cNvSpPr/>
                <p:nvPr/>
              </p:nvSpPr>
              <p:spPr>
                <a:xfrm>
                  <a:off x="4353784" y="408181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=−0.2</m:t>
                        </m:r>
                      </m:oMath>
                    </m:oMathPara>
                  </a14:m>
                  <a:endParaRPr sz="700"/>
                </a:p>
              </p:txBody>
            </p:sp>
          </mc:Choice>
          <mc:Fallback xmlns="">
            <p:sp>
              <p:nvSpPr>
                <p:cNvPr id="147" name="Reaction uncertainty"/>
                <p:cNvSpPr>
                  <a:spLocks noRot="1" noChangeAspect="1" noMove="1" noResize="1" noEditPoints="1" noAdjustHandles="1" noChangeArrowheads="1" noChangeShapeType="1" noTextEdit="1"/>
                </p:cNvSpPr>
                <p:nvPr/>
              </p:nvSpPr>
              <p:spPr>
                <a:xfrm>
                  <a:off x="4359359" y="4160232"/>
                  <a:ext cx="223099" cy="163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8" name="Reaction uncertainty"/>
                <p:cNvSpPr/>
                <p:nvPr/>
              </p:nvSpPr>
              <p:spPr>
                <a:xfrm>
                  <a:off x="4353784" y="4012359"/>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xmlns="">
            <p:sp>
              <p:nvSpPr>
                <p:cNvPr id="148" name="Reaction uncertainty"/>
                <p:cNvSpPr>
                  <a:spLocks noRot="1" noChangeAspect="1" noMove="1" noResize="1" noEditPoints="1" noAdjustHandles="1" noChangeArrowheads="1" noChangeShapeType="1" noTextEdit="1"/>
                </p:cNvSpPr>
                <p:nvPr/>
              </p:nvSpPr>
              <p:spPr>
                <a:xfrm>
                  <a:off x="4359359" y="4090778"/>
                  <a:ext cx="223099" cy="16324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9" name="Reaction uncertainty"/>
                <p:cNvSpPr/>
                <p:nvPr/>
              </p:nvSpPr>
              <p:spPr>
                <a:xfrm>
                  <a:off x="4353784" y="394290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=0.0</m:t>
                        </m:r>
                      </m:oMath>
                    </m:oMathPara>
                  </a14:m>
                  <a:endParaRPr sz="700"/>
                </a:p>
              </p:txBody>
            </p:sp>
          </mc:Choice>
          <mc:Fallback xmlns="">
            <p:sp>
              <p:nvSpPr>
                <p:cNvPr id="149" name="Reaction uncertainty"/>
                <p:cNvSpPr>
                  <a:spLocks noRot="1" noChangeAspect="1" noMove="1" noResize="1" noEditPoints="1" noAdjustHandles="1" noChangeArrowheads="1" noChangeShapeType="1" noTextEdit="1"/>
                </p:cNvSpPr>
                <p:nvPr/>
              </p:nvSpPr>
              <p:spPr>
                <a:xfrm>
                  <a:off x="4359359" y="4021324"/>
                  <a:ext cx="223099" cy="1632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Reaction uncertainty"/>
                <p:cNvSpPr/>
                <p:nvPr/>
              </p:nvSpPr>
              <p:spPr>
                <a:xfrm>
                  <a:off x="4353784" y="387345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xmlns="">
            <p:sp>
              <p:nvSpPr>
                <p:cNvPr id="150" name="Reaction uncertainty"/>
                <p:cNvSpPr>
                  <a:spLocks noRot="1" noChangeAspect="1" noMove="1" noResize="1" noEditPoints="1" noAdjustHandles="1" noChangeArrowheads="1" noChangeShapeType="1" noTextEdit="1"/>
                </p:cNvSpPr>
                <p:nvPr/>
              </p:nvSpPr>
              <p:spPr>
                <a:xfrm>
                  <a:off x="4359359" y="3951871"/>
                  <a:ext cx="223099" cy="1632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Reaction uncertainty"/>
                <p:cNvSpPr/>
                <p:nvPr/>
              </p:nvSpPr>
              <p:spPr>
                <a:xfrm>
                  <a:off x="4353784" y="3803998"/>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=0.2</m:t>
                        </m:r>
                      </m:oMath>
                    </m:oMathPara>
                  </a14:m>
                  <a:endParaRPr sz="700"/>
                </a:p>
              </p:txBody>
            </p:sp>
          </mc:Choice>
          <mc:Fallback xmlns="">
            <p:sp>
              <p:nvSpPr>
                <p:cNvPr id="151" name="Reaction uncertainty"/>
                <p:cNvSpPr>
                  <a:spLocks noRot="1" noChangeAspect="1" noMove="1" noResize="1" noEditPoints="1" noAdjustHandles="1" noChangeArrowheads="1" noChangeShapeType="1" noTextEdit="1"/>
                </p:cNvSpPr>
                <p:nvPr/>
              </p:nvSpPr>
              <p:spPr>
                <a:xfrm>
                  <a:off x="4359359" y="3882417"/>
                  <a:ext cx="223099" cy="16324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action uncertainty"/>
                <p:cNvSpPr/>
                <p:nvPr/>
              </p:nvSpPr>
              <p:spPr>
                <a:xfrm>
                  <a:off x="4353784" y="373454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=0.3</m:t>
                        </m:r>
                      </m:oMath>
                    </m:oMathPara>
                  </a14:m>
                  <a:endParaRPr sz="700"/>
                </a:p>
              </p:txBody>
            </p:sp>
          </mc:Choice>
          <mc:Fallback xmlns="">
            <p:sp>
              <p:nvSpPr>
                <p:cNvPr id="152" name="Reaction uncertainty"/>
                <p:cNvSpPr>
                  <a:spLocks noRot="1" noChangeAspect="1" noMove="1" noResize="1" noEditPoints="1" noAdjustHandles="1" noChangeArrowheads="1" noChangeShapeType="1" noTextEdit="1"/>
                </p:cNvSpPr>
                <p:nvPr/>
              </p:nvSpPr>
              <p:spPr>
                <a:xfrm>
                  <a:off x="4359359" y="3812964"/>
                  <a:ext cx="223099" cy="1632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action uncertainty"/>
                <p:cNvSpPr/>
                <p:nvPr/>
              </p:nvSpPr>
              <p:spPr>
                <a:xfrm>
                  <a:off x="4353784" y="342059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=0.4</m:t>
                        </m:r>
                      </m:oMath>
                    </m:oMathPara>
                  </a14:m>
                  <a:endParaRPr sz="700"/>
                </a:p>
              </p:txBody>
            </p:sp>
          </mc:Choice>
          <mc:Fallback xmlns="">
            <p:sp>
              <p:nvSpPr>
                <p:cNvPr id="153" name="Reaction uncertainty"/>
                <p:cNvSpPr>
                  <a:spLocks noRot="1" noChangeAspect="1" noMove="1" noResize="1" noEditPoints="1" noAdjustHandles="1" noChangeArrowheads="1" noChangeShapeType="1" noTextEdit="1"/>
                </p:cNvSpPr>
                <p:nvPr/>
              </p:nvSpPr>
              <p:spPr>
                <a:xfrm>
                  <a:off x="4359359" y="3499011"/>
                  <a:ext cx="223099" cy="16324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4" name="Reaction uncertainty"/>
                <p:cNvSpPr/>
                <p:nvPr/>
              </p:nvSpPr>
              <p:spPr>
                <a:xfrm>
                  <a:off x="4353784" y="257622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=0.5</m:t>
                        </m:r>
                      </m:oMath>
                    </m:oMathPara>
                  </a14:m>
                  <a:endParaRPr sz="700"/>
                </a:p>
              </p:txBody>
            </p:sp>
          </mc:Choice>
          <mc:Fallback xmlns="">
            <p:sp>
              <p:nvSpPr>
                <p:cNvPr id="154" name="Reaction uncertainty"/>
                <p:cNvSpPr>
                  <a:spLocks noRot="1" noChangeAspect="1" noMove="1" noResize="1" noEditPoints="1" noAdjustHandles="1" noChangeArrowheads="1" noChangeShapeType="1" noTextEdit="1"/>
                </p:cNvSpPr>
                <p:nvPr/>
              </p:nvSpPr>
              <p:spPr>
                <a:xfrm>
                  <a:off x="4359359" y="2654642"/>
                  <a:ext cx="223099" cy="163240"/>
                </a:xfrm>
                <a:prstGeom prst="rect">
                  <a:avLst/>
                </a:prstGeom>
                <a:blipFill>
                  <a:blip r:embed="rId19"/>
                  <a:stretch>
                    <a:fillRect/>
                  </a:stretch>
                </a:blipFill>
                <a:ln>
                  <a:noFill/>
                </a:ln>
              </p:spPr>
              <p:txBody>
                <a:bodyPr/>
                <a:lstStyle/>
                <a:p>
                  <a:r>
                    <a:rPr lang="en-NL">
                      <a:noFill/>
                    </a:rPr>
                    <a:t> </a:t>
                  </a:r>
                </a:p>
              </p:txBody>
            </p:sp>
          </mc:Fallback>
        </mc:AlternateContent>
      </p:grpSp>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grpSp>
        <p:nvGrpSpPr>
          <p:cNvPr id="7" name="Picture 6 — editable labels"/>
          <p:cNvGrpSpPr/>
          <p:nvPr/>
        </p:nvGrpSpPr>
        <p:grpSpPr>
          <a:xfrm>
            <a:off x="671561" y="231645"/>
            <a:ext cx="7202439" cy="1368555"/>
            <a:chOff x="671561" y="231645"/>
            <a:chExt cx="7202439" cy="1368555"/>
          </a:xfrm>
        </p:grpSpPr>
        <p:pic>
          <p:nvPicPr>
            <p:cNvPr id="178" name="Picture 6">
              <a:extLst>
                <a:ext uri="{FF2B5EF4-FFF2-40B4-BE49-F238E27FC236}">
                  <a16:creationId xmlns:a16="http://schemas.microsoft.com/office/drawing/2014/main" id="{2BC0A307-D1BF-DA9F-C518-827D38C8F3C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166" name="Editable label Temp in paper"/>
            <p:cNvSpPr/>
            <p:nvPr/>
          </p:nvSpPr>
          <p:spPr>
            <a:xfrm>
              <a:off x="3478664" y="543147"/>
              <a:ext cx="1588646" cy="478457"/>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167" name="Editable label temp("/>
                <p:cNvSpPr/>
                <p:nvPr/>
              </p:nvSpPr>
              <p:spPr>
                <a:xfrm>
                  <a:off x="915199"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temp</m:t>
                        </m:r>
                        <m:r>
                          <a:rPr sz="1196">
                            <a:solidFill>
                              <a:srgbClr val="332E29"/>
                            </a:solidFill>
                            <a:latin typeface="Cambria Math"/>
                          </a:rPr>
                          <m:t>(</m:t>
                        </m:r>
                      </m:oMath>
                    </m:oMathPara>
                  </a14:m>
                  <a:endParaRPr sz="1196" dirty="0"/>
                </a:p>
              </p:txBody>
            </p:sp>
          </mc:Choice>
          <mc:Fallback xmlns="">
            <p:sp>
              <p:nvSpPr>
                <p:cNvPr id="167" name="Editable label temp("/>
                <p:cNvSpPr>
                  <a:spLocks noRot="1" noChangeAspect="1" noMove="1" noResize="1" noEditPoints="1" noAdjustHandles="1" noChangeArrowheads="1" noChangeShapeType="1" noTextEdit="1"/>
                </p:cNvSpPr>
                <p:nvPr/>
              </p:nvSpPr>
              <p:spPr>
                <a:xfrm>
                  <a:off x="915199"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8" name="Editable label t,"/>
                <p:cNvSpPr/>
                <p:nvPr/>
              </p:nvSpPr>
              <p:spPr>
                <a:xfrm>
                  <a:off x="1303563"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xmlns="">
            <p:sp>
              <p:nvSpPr>
                <p:cNvPr id="168" name="Editable label t,"/>
                <p:cNvSpPr>
                  <a:spLocks noRot="1" noChangeAspect="1" noMove="1" noResize="1" noEditPoints="1" noAdjustHandles="1" noChangeArrowheads="1" noChangeShapeType="1" noTextEdit="1"/>
                </p:cNvSpPr>
                <p:nvPr/>
              </p:nvSpPr>
              <p:spPr>
                <a:xfrm>
                  <a:off x="1303563" y="288241"/>
                  <a:ext cx="133049" cy="273406"/>
                </a:xfrm>
                <a:prstGeom prst="rect">
                  <a:avLst/>
                </a:prstGeom>
                <a:blipFill>
                  <a:blip r:embed="rId22"/>
                  <a:stretch>
                    <a:fillRect l="-36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9" name="Editable label  0) = 0"/>
                <p:cNvSpPr/>
                <p:nvPr/>
              </p:nvSpPr>
              <p:spPr>
                <a:xfrm>
                  <a:off x="1398641"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0) = 0</m:t>
                        </m:r>
                      </m:oMath>
                    </m:oMathPara>
                  </a14:m>
                  <a:endParaRPr sz="1196"/>
                </a:p>
              </p:txBody>
            </p:sp>
          </mc:Choice>
          <mc:Fallback xmlns="">
            <p:sp>
              <p:nvSpPr>
                <p:cNvPr id="169" name="Editable label  0) = 0"/>
                <p:cNvSpPr>
                  <a:spLocks noRot="1" noChangeAspect="1" noMove="1" noResize="1" noEditPoints="1" noAdjustHandles="1" noChangeArrowheads="1" noChangeShapeType="1" noTextEdit="1"/>
                </p:cNvSpPr>
                <p:nvPr/>
              </p:nvSpPr>
              <p:spPr>
                <a:xfrm>
                  <a:off x="1398641" y="288055"/>
                  <a:ext cx="470076" cy="273406"/>
                </a:xfrm>
                <a:prstGeom prst="rect">
                  <a:avLst/>
                </a:prstGeom>
                <a:blipFill>
                  <a:blip r:embed="rId23"/>
                  <a:stretch>
                    <a:fillRect l="-12821" r="-14103"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0" name="Editable label temp("/>
                <p:cNvSpPr/>
                <p:nvPr/>
              </p:nvSpPr>
              <p:spPr>
                <a:xfrm>
                  <a:off x="6677148"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temp</m:t>
                        </m:r>
                        <m:r>
                          <a:rPr sz="1196">
                            <a:solidFill>
                              <a:srgbClr val="332E29"/>
                            </a:solidFill>
                            <a:latin typeface="Cambria Math"/>
                          </a:rPr>
                          <m:t>(</m:t>
                        </m:r>
                      </m:oMath>
                    </m:oMathPara>
                  </a14:m>
                  <a:endParaRPr sz="1196"/>
                </a:p>
              </p:txBody>
            </p:sp>
          </mc:Choice>
          <mc:Fallback xmlns="">
            <p:sp>
              <p:nvSpPr>
                <p:cNvPr id="170" name="Editable label temp("/>
                <p:cNvSpPr>
                  <a:spLocks noRot="1" noChangeAspect="1" noMove="1" noResize="1" noEditPoints="1" noAdjustHandles="1" noChangeArrowheads="1" noChangeShapeType="1" noTextEdit="1"/>
                </p:cNvSpPr>
                <p:nvPr/>
              </p:nvSpPr>
              <p:spPr>
                <a:xfrm>
                  <a:off x="6677148"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1" name="Editable label t,"/>
                <p:cNvSpPr/>
                <p:nvPr/>
              </p:nvSpPr>
              <p:spPr>
                <a:xfrm>
                  <a:off x="7065511"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xmlns="">
            <p:sp>
              <p:nvSpPr>
                <p:cNvPr id="171" name="Editable label t,"/>
                <p:cNvSpPr>
                  <a:spLocks noRot="1" noChangeAspect="1" noMove="1" noResize="1" noEditPoints="1" noAdjustHandles="1" noChangeArrowheads="1" noChangeShapeType="1" noTextEdit="1"/>
                </p:cNvSpPr>
                <p:nvPr/>
              </p:nvSpPr>
              <p:spPr>
                <a:xfrm>
                  <a:off x="7065511" y="288241"/>
                  <a:ext cx="133049" cy="273406"/>
                </a:xfrm>
                <a:prstGeom prst="rect">
                  <a:avLst/>
                </a:prstGeom>
                <a:blipFill>
                  <a:blip r:embed="rId24"/>
                  <a:stretch>
                    <a:fillRect l="-3181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2" name="Editable label  1) = 0"/>
                <p:cNvSpPr/>
                <p:nvPr/>
              </p:nvSpPr>
              <p:spPr>
                <a:xfrm>
                  <a:off x="7160589"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1) = 0</m:t>
                        </m:r>
                      </m:oMath>
                    </m:oMathPara>
                  </a14:m>
                  <a:endParaRPr sz="1196"/>
                </a:p>
              </p:txBody>
            </p:sp>
          </mc:Choice>
          <mc:Fallback xmlns="">
            <p:sp>
              <p:nvSpPr>
                <p:cNvPr id="172" name="Editable label  1) = 0"/>
                <p:cNvSpPr>
                  <a:spLocks noRot="1" noChangeAspect="1" noMove="1" noResize="1" noEditPoints="1" noAdjustHandles="1" noChangeArrowheads="1" noChangeShapeType="1" noTextEdit="1"/>
                </p:cNvSpPr>
                <p:nvPr/>
              </p:nvSpPr>
              <p:spPr>
                <a:xfrm>
                  <a:off x="7160589" y="288055"/>
                  <a:ext cx="470076" cy="273406"/>
                </a:xfrm>
                <a:prstGeom prst="rect">
                  <a:avLst/>
                </a:prstGeom>
                <a:blipFill>
                  <a:blip r:embed="rId25"/>
                  <a:stretch>
                    <a:fillRect l="-14286" r="-14286"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s"/>
                <p:cNvSpPr/>
                <p:nvPr/>
              </p:nvSpPr>
              <p:spPr>
                <a:xfrm>
                  <a:off x="1128737" y="1212034"/>
                  <a:ext cx="152983"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dirty="0"/>
                </a:p>
              </p:txBody>
            </p:sp>
          </mc:Choice>
          <mc:Fallback xmlns="">
            <p:sp>
              <p:nvSpPr>
                <p:cNvPr id="173" name="Editable label s"/>
                <p:cNvSpPr>
                  <a:spLocks noRot="1" noChangeAspect="1" noMove="1" noResize="1" noEditPoints="1" noAdjustHandles="1" noChangeArrowheads="1" noChangeShapeType="1" noTextEdit="1"/>
                </p:cNvSpPr>
                <p:nvPr/>
              </p:nvSpPr>
              <p:spPr>
                <a:xfrm>
                  <a:off x="1128737" y="1212034"/>
                  <a:ext cx="152983" cy="387324"/>
                </a:xfrm>
                <a:prstGeom prst="rect">
                  <a:avLst/>
                </a:prstGeom>
                <a:blipFill>
                  <a:blip r:embed="rId26"/>
                  <a:stretch>
                    <a:fillRect l="-32000" r="-4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0"/>
                <p:cNvSpPr/>
                <p:nvPr/>
              </p:nvSpPr>
              <p:spPr>
                <a:xfrm>
                  <a:off x="1227929" y="1212814"/>
                  <a:ext cx="427105"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0</m:t>
                        </m:r>
                      </m:oMath>
                    </m:oMathPara>
                  </a14:m>
                  <a:endParaRPr sz="1694" dirty="0"/>
                </a:p>
              </p:txBody>
            </p:sp>
          </mc:Choice>
          <mc:Fallback xmlns="">
            <p:sp>
              <p:nvSpPr>
                <p:cNvPr id="174" name="Editable label  = 0"/>
                <p:cNvSpPr>
                  <a:spLocks noRot="1" noChangeAspect="1" noMove="1" noResize="1" noEditPoints="1" noAdjustHandles="1" noChangeArrowheads="1" noChangeShapeType="1" noTextEdit="1"/>
                </p:cNvSpPr>
                <p:nvPr/>
              </p:nvSpPr>
              <p:spPr>
                <a:xfrm>
                  <a:off x="1227929" y="1212814"/>
                  <a:ext cx="427105" cy="387324"/>
                </a:xfrm>
                <a:prstGeom prst="rect">
                  <a:avLst/>
                </a:prstGeom>
                <a:blipFill>
                  <a:blip r:embed="rId27"/>
                  <a:stretch>
                    <a:fillRect l="-7143" r="-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s"/>
                <p:cNvSpPr/>
                <p:nvPr/>
              </p:nvSpPr>
              <p:spPr>
                <a:xfrm>
                  <a:off x="4196268" y="1190600"/>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xmlns="">
            <p:sp>
              <p:nvSpPr>
                <p:cNvPr id="175" name="Editable label s"/>
                <p:cNvSpPr>
                  <a:spLocks noRot="1" noChangeAspect="1" noMove="1" noResize="1" noEditPoints="1" noAdjustHandles="1" noChangeArrowheads="1" noChangeShapeType="1" noTextEdit="1"/>
                </p:cNvSpPr>
                <p:nvPr/>
              </p:nvSpPr>
              <p:spPr>
                <a:xfrm>
                  <a:off x="4196268" y="1190600"/>
                  <a:ext cx="152984" cy="387324"/>
                </a:xfrm>
                <a:prstGeom prst="rect">
                  <a:avLst/>
                </a:prstGeom>
                <a:blipFill>
                  <a:blip r:embed="rId28"/>
                  <a:stretch>
                    <a:fillRect l="-32000" r="-4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
                <p:cNvSpPr/>
                <p:nvPr/>
              </p:nvSpPr>
              <p:spPr>
                <a:xfrm>
                  <a:off x="6890686" y="1212034"/>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xmlns="">
            <p:sp>
              <p:nvSpPr>
                <p:cNvPr id="176" name="Editable label s"/>
                <p:cNvSpPr>
                  <a:spLocks noRot="1" noChangeAspect="1" noMove="1" noResize="1" noEditPoints="1" noAdjustHandles="1" noChangeArrowheads="1" noChangeShapeType="1" noTextEdit="1"/>
                </p:cNvSpPr>
                <p:nvPr/>
              </p:nvSpPr>
              <p:spPr>
                <a:xfrm>
                  <a:off x="6890686" y="1212034"/>
                  <a:ext cx="152984" cy="387324"/>
                </a:xfrm>
                <a:prstGeom prst="rect">
                  <a:avLst/>
                </a:prstGeom>
                <a:blipFill>
                  <a:blip r:embed="rId29"/>
                  <a:stretch>
                    <a:fillRect l="-32000" r="-4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 1"/>
                <p:cNvSpPr/>
                <p:nvPr/>
              </p:nvSpPr>
              <p:spPr>
                <a:xfrm>
                  <a:off x="6989878" y="1212814"/>
                  <a:ext cx="427106"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1</m:t>
                        </m:r>
                      </m:oMath>
                    </m:oMathPara>
                  </a14:m>
                  <a:endParaRPr sz="1694"/>
                </a:p>
              </p:txBody>
            </p:sp>
          </mc:Choice>
          <mc:Fallback xmlns="">
            <p:sp>
              <p:nvSpPr>
                <p:cNvPr id="177" name="Editable label  = 1"/>
                <p:cNvSpPr>
                  <a:spLocks noRot="1" noChangeAspect="1" noMove="1" noResize="1" noEditPoints="1" noAdjustHandles="1" noChangeArrowheads="1" noChangeShapeType="1" noTextEdit="1"/>
                </p:cNvSpPr>
                <p:nvPr/>
              </p:nvSpPr>
              <p:spPr>
                <a:xfrm>
                  <a:off x="6989878" y="1212814"/>
                  <a:ext cx="427106" cy="387324"/>
                </a:xfrm>
                <a:prstGeom prst="rect">
                  <a:avLst/>
                </a:prstGeom>
                <a:blipFill>
                  <a:blip r:embed="rId30"/>
                  <a:stretch>
                    <a:fillRect l="-8571" r="-12857"/>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Picture 55 — editable labels"/>
          <p:cNvGrpSpPr/>
          <p:nvPr/>
        </p:nvGrpSpPr>
        <p:grpSpPr>
          <a:xfrm>
            <a:off x="1879600" y="419100"/>
            <a:ext cx="5384799" cy="2692400"/>
            <a:chOff x="1879600" y="419100"/>
            <a:chExt cx="5384799" cy="2692400"/>
          </a:xfrm>
        </p:grpSpPr>
        <p:pic>
          <p:nvPicPr>
            <p:cNvPr id="178" name="Picture 55">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170" name="Editable label Proto"/>
            <p:cNvSpPr/>
            <p:nvPr/>
          </p:nvSpPr>
          <p:spPr>
            <a:xfrm>
              <a:off x="2669978" y="16144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6144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1778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1778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8921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8921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7725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7725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X"/>
                <p:cNvSpPr/>
                <p:nvPr/>
              </p:nvSpPr>
              <p:spPr>
                <a:xfrm>
                  <a:off x="4191585" y="46738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𝑋</m:t>
                        </m:r>
                      </m:oMath>
                    </m:oMathPara>
                  </a14:m>
                  <a:endParaRPr sz="1172"/>
                </a:p>
              </p:txBody>
            </p:sp>
          </mc:Choice>
          <mc:Fallback xmlns="">
            <p:sp>
              <p:nvSpPr>
                <p:cNvPr id="175" name="Editable label X"/>
                <p:cNvSpPr>
                  <a:spLocks noRot="1" noChangeAspect="1" noMove="1" noResize="1" noEditPoints="1" noAdjustHandles="1" noChangeArrowheads="1" noChangeShapeType="1" noTextEdit="1"/>
                </p:cNvSpPr>
                <p:nvPr/>
              </p:nvSpPr>
              <p:spPr>
                <a:xfrm>
                  <a:off x="4210821" y="487822"/>
                  <a:ext cx="213732" cy="227106"/>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X"/>
                <p:cNvSpPr/>
                <p:nvPr/>
              </p:nvSpPr>
              <p:spPr>
                <a:xfrm>
                  <a:off x="4191585" y="214265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xmlns="">
            <p:sp>
              <p:nvSpPr>
                <p:cNvPr id="176" name="Editable label X"/>
                <p:cNvSpPr>
                  <a:spLocks noRot="1" noChangeAspect="1" noMove="1" noResize="1" noEditPoints="1" noAdjustHandles="1" noChangeArrowheads="1" noChangeShapeType="1" noTextEdit="1"/>
                </p:cNvSpPr>
                <p:nvPr/>
              </p:nvSpPr>
              <p:spPr>
                <a:xfrm>
                  <a:off x="4210821" y="2163092"/>
                  <a:ext cx="213732" cy="227106"/>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X"/>
                <p:cNvSpPr/>
                <p:nvPr/>
              </p:nvSpPr>
              <p:spPr>
                <a:xfrm>
                  <a:off x="1932968" y="2097779"/>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xmlns="">
            <p:sp>
              <p:nvSpPr>
                <p:cNvPr id="177" name="Editable label X"/>
                <p:cNvSpPr>
                  <a:spLocks noRot="1" noChangeAspect="1" noMove="1" noResize="1" noEditPoints="1" noAdjustHandles="1" noChangeArrowheads="1" noChangeShapeType="1" noTextEdit="1"/>
                </p:cNvSpPr>
                <p:nvPr/>
              </p:nvSpPr>
              <p:spPr>
                <a:xfrm>
                  <a:off x="1952204" y="2118219"/>
                  <a:ext cx="213732" cy="227106"/>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Picture 61 — editable labels"/>
          <p:cNvGrpSpPr/>
          <p:nvPr/>
        </p:nvGrpSpPr>
        <p:grpSpPr>
          <a:xfrm>
            <a:off x="1879600" y="241300"/>
            <a:ext cx="5384799" cy="2692400"/>
            <a:chOff x="1879600" y="241300"/>
            <a:chExt cx="5384799" cy="2692400"/>
          </a:xfrm>
        </p:grpSpPr>
        <p:pic>
          <p:nvPicPr>
            <p:cNvPr id="186" name="Picture 61">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dirty="0">
                  <a:solidFill>
                    <a:srgbClr val="000000"/>
                  </a:solidFill>
                  <a:latin typeface="Arial"/>
                  <a:ea typeface="Arial"/>
                  <a:cs typeface="Arial"/>
                </a:rPr>
                <a:t>Proto</a:t>
              </a:r>
              <a:endParaRPr sz="1407" dirty="0"/>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τ"/>
                <p:cNvSpPr/>
                <p:nvPr/>
              </p:nvSpPr>
              <p:spPr>
                <a:xfrm>
                  <a:off x="4528142" y="327341"/>
                  <a:ext cx="10049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174A80"/>
                            </a:solidFill>
                            <a:latin typeface="Cambria Math"/>
                          </a:rPr>
                          <m:t>τ</m:t>
                        </m:r>
                      </m:oMath>
                    </m:oMathPara>
                  </a14:m>
                  <a:endParaRPr sz="1172"/>
                </a:p>
              </p:txBody>
            </p:sp>
          </mc:Choice>
          <mc:Fallback xmlns="">
            <p:sp>
              <p:nvSpPr>
                <p:cNvPr id="175" name="Editable label τ"/>
                <p:cNvSpPr>
                  <a:spLocks noRot="1" noChangeAspect="1" noMove="1" noResize="1" noEditPoints="1" noAdjustHandles="1" noChangeArrowheads="1" noChangeShapeType="1" noTextEdit="1"/>
                </p:cNvSpPr>
                <p:nvPr/>
              </p:nvSpPr>
              <p:spPr>
                <a:xfrm>
                  <a:off x="4535807" y="347781"/>
                  <a:ext cx="85164" cy="227106"/>
                </a:xfrm>
                <a:prstGeom prst="rect">
                  <a:avLst/>
                </a:prstGeom>
                <a:blipFill>
                  <a:blip r:embed="rId8"/>
                  <a:stretch>
                    <a:fillRect l="-35714" r="-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G"/>
                <p:cNvSpPr/>
                <p:nvPr/>
              </p:nvSpPr>
              <p:spPr>
                <a:xfrm>
                  <a:off x="4574715" y="394907"/>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SG</m:t>
                        </m:r>
                      </m:oMath>
                    </m:oMathPara>
                  </a14:m>
                  <a:endParaRPr sz="850"/>
                </a:p>
              </p:txBody>
            </p:sp>
          </mc:Choice>
          <mc:Fallback xmlns="">
            <p:sp>
              <p:nvSpPr>
                <p:cNvPr id="176" name="Editable label SG"/>
                <p:cNvSpPr>
                  <a:spLocks noRot="1" noChangeAspect="1" noMove="1" noResize="1" noEditPoints="1" noAdjustHandles="1" noChangeArrowheads="1" noChangeShapeType="1" noTextEdit="1"/>
                </p:cNvSpPr>
                <p:nvPr/>
              </p:nvSpPr>
              <p:spPr>
                <a:xfrm>
                  <a:off x="4594708" y="416405"/>
                  <a:ext cx="140805" cy="151403"/>
                </a:xfrm>
                <a:prstGeom prst="rect">
                  <a:avLst/>
                </a:prstGeom>
                <a:blipFill>
                  <a:blip r:embed="rId9"/>
                  <a:stretch>
                    <a:fillRect l="-13043" r="-43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 6 ms"/>
                <p:cNvSpPr/>
                <p:nvPr/>
              </p:nvSpPr>
              <p:spPr>
                <a:xfrm>
                  <a:off x="4669855" y="336807"/>
                  <a:ext cx="51621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 = 6 </m:t>
                        </m:r>
                        <m:r>
                          <m:rPr>
                            <m:sty m:val="p"/>
                          </m:rPr>
                          <a:rPr sz="1172">
                            <a:solidFill>
                              <a:srgbClr val="174A80"/>
                            </a:solidFill>
                            <a:latin typeface="Cambria Math"/>
                          </a:rPr>
                          <m:t>ms</m:t>
                        </m:r>
                      </m:oMath>
                    </m:oMathPara>
                  </a14:m>
                  <a:endParaRPr sz="1172"/>
                </a:p>
              </p:txBody>
            </p:sp>
          </mc:Choice>
          <mc:Fallback xmlns="">
            <p:sp>
              <p:nvSpPr>
                <p:cNvPr id="177" name="Editable label  = 6 ms"/>
                <p:cNvSpPr>
                  <a:spLocks noRot="1" noChangeAspect="1" noMove="1" noResize="1" noEditPoints="1" noAdjustHandles="1" noChangeArrowheads="1" noChangeShapeType="1" noTextEdit="1"/>
                </p:cNvSpPr>
                <p:nvPr/>
              </p:nvSpPr>
              <p:spPr>
                <a:xfrm>
                  <a:off x="4709227" y="357247"/>
                  <a:ext cx="437471" cy="227106"/>
                </a:xfrm>
                <a:prstGeom prst="rect">
                  <a:avLst/>
                </a:prstGeom>
                <a:blipFill>
                  <a:blip r:embed="rId10"/>
                  <a:stretch>
                    <a:fillRect l="-5634" r="-70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τ"/>
                <p:cNvSpPr/>
                <p:nvPr/>
              </p:nvSpPr>
              <p:spPr>
                <a:xfrm>
                  <a:off x="4408475" y="2406474"/>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FF484D"/>
                            </a:solidFill>
                            <a:latin typeface="Cambria Math"/>
                          </a:rPr>
                          <m:t>τ</m:t>
                        </m:r>
                      </m:oMath>
                    </m:oMathPara>
                  </a14:m>
                  <a:endParaRPr sz="1172"/>
                </a:p>
              </p:txBody>
            </p:sp>
          </mc:Choice>
          <mc:Fallback xmlns="">
            <p:sp>
              <p:nvSpPr>
                <p:cNvPr id="178" name="Editable label τ"/>
                <p:cNvSpPr>
                  <a:spLocks noRot="1" noChangeAspect="1" noMove="1" noResize="1" noEditPoints="1" noAdjustHandles="1" noChangeArrowheads="1" noChangeShapeType="1" noTextEdit="1"/>
                </p:cNvSpPr>
                <p:nvPr/>
              </p:nvSpPr>
              <p:spPr>
                <a:xfrm>
                  <a:off x="4416140" y="2426914"/>
                  <a:ext cx="85165" cy="227106"/>
                </a:xfrm>
                <a:prstGeom prst="rect">
                  <a:avLst/>
                </a:prstGeom>
                <a:blipFill>
                  <a:blip r:embed="rId11"/>
                  <a:stretch>
                    <a:fillRect l="-35714" r="-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9" name="Editable label GS"/>
                <p:cNvSpPr/>
                <p:nvPr/>
              </p:nvSpPr>
              <p:spPr>
                <a:xfrm>
                  <a:off x="4455059" y="2474030"/>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GS</m:t>
                        </m:r>
                      </m:oMath>
                    </m:oMathPara>
                  </a14:m>
                  <a:endParaRPr sz="850"/>
                </a:p>
              </p:txBody>
            </p:sp>
          </mc:Choice>
          <mc:Fallback xmlns="">
            <p:sp>
              <p:nvSpPr>
                <p:cNvPr id="179" name="Editable label GS"/>
                <p:cNvSpPr>
                  <a:spLocks noRot="1" noChangeAspect="1" noMove="1" noResize="1" noEditPoints="1" noAdjustHandles="1" noChangeArrowheads="1" noChangeShapeType="1" noTextEdit="1"/>
                </p:cNvSpPr>
                <p:nvPr/>
              </p:nvSpPr>
              <p:spPr>
                <a:xfrm>
                  <a:off x="4475052" y="2495528"/>
                  <a:ext cx="140805" cy="151403"/>
                </a:xfrm>
                <a:prstGeom prst="rect">
                  <a:avLst/>
                </a:prstGeom>
                <a:blipFill>
                  <a:blip r:embed="rId12"/>
                  <a:stretch>
                    <a:fillRect l="-13043" r="-43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0" name="Editable label  = 6 ms"/>
                <p:cNvSpPr/>
                <p:nvPr/>
              </p:nvSpPr>
              <p:spPr>
                <a:xfrm>
                  <a:off x="4550199" y="2415935"/>
                  <a:ext cx="516217"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 = 6 </m:t>
                        </m:r>
                        <m:r>
                          <m:rPr>
                            <m:sty m:val="p"/>
                          </m:rPr>
                          <a:rPr sz="1172">
                            <a:solidFill>
                              <a:srgbClr val="FF484D"/>
                            </a:solidFill>
                            <a:latin typeface="Cambria Math"/>
                          </a:rPr>
                          <m:t>ms</m:t>
                        </m:r>
                      </m:oMath>
                    </m:oMathPara>
                  </a14:m>
                  <a:endParaRPr sz="1172"/>
                </a:p>
              </p:txBody>
            </p:sp>
          </mc:Choice>
          <mc:Fallback xmlns="">
            <p:sp>
              <p:nvSpPr>
                <p:cNvPr id="180" name="Editable label  = 6 ms"/>
                <p:cNvSpPr>
                  <a:spLocks noRot="1" noChangeAspect="1" noMove="1" noResize="1" noEditPoints="1" noAdjustHandles="1" noChangeArrowheads="1" noChangeShapeType="1" noTextEdit="1"/>
                </p:cNvSpPr>
                <p:nvPr/>
              </p:nvSpPr>
              <p:spPr>
                <a:xfrm>
                  <a:off x="4589571" y="2436375"/>
                  <a:ext cx="437472" cy="227106"/>
                </a:xfrm>
                <a:prstGeom prst="rect">
                  <a:avLst/>
                </a:prstGeom>
                <a:blipFill>
                  <a:blip r:embed="rId13"/>
                  <a:stretch>
                    <a:fillRect l="-4167" r="-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1" name="Editable label τ"/>
                <p:cNvSpPr/>
                <p:nvPr/>
              </p:nvSpPr>
              <p:spPr>
                <a:xfrm>
                  <a:off x="2008614" y="1375869"/>
                  <a:ext cx="85234"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977">
                            <a:solidFill>
                              <a:srgbClr val="FF484D"/>
                            </a:solidFill>
                            <a:latin typeface="Cambria Math"/>
                          </a:rPr>
                          <m:t>τ</m:t>
                        </m:r>
                      </m:oMath>
                    </m:oMathPara>
                  </a14:m>
                  <a:endParaRPr sz="977"/>
                </a:p>
              </p:txBody>
            </p:sp>
          </mc:Choice>
          <mc:Fallback xmlns="">
            <p:sp>
              <p:nvSpPr>
                <p:cNvPr id="181" name="Editable label τ"/>
                <p:cNvSpPr>
                  <a:spLocks noRot="1" noChangeAspect="1" noMove="1" noResize="1" noEditPoints="1" noAdjustHandles="1" noChangeArrowheads="1" noChangeShapeType="1" noTextEdit="1"/>
                </p:cNvSpPr>
                <p:nvPr/>
              </p:nvSpPr>
              <p:spPr>
                <a:xfrm>
                  <a:off x="2015115" y="1392902"/>
                  <a:ext cx="72232" cy="189253"/>
                </a:xfrm>
                <a:prstGeom prst="rect">
                  <a:avLst/>
                </a:prstGeom>
                <a:blipFill>
                  <a:blip r:embed="rId14"/>
                  <a:stretch>
                    <a:fillRect l="-45455" r="-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2" name="Editable label GG"/>
                <p:cNvSpPr/>
                <p:nvPr/>
              </p:nvSpPr>
              <p:spPr>
                <a:xfrm>
                  <a:off x="2030448" y="1415113"/>
                  <a:ext cx="217660" cy="19414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GG</m:t>
                        </m:r>
                      </m:oMath>
                    </m:oMathPara>
                  </a14:m>
                  <a:endParaRPr sz="850"/>
                </a:p>
              </p:txBody>
            </p:sp>
          </mc:Choice>
          <mc:Fallback xmlns="">
            <p:sp>
              <p:nvSpPr>
                <p:cNvPr id="182" name="Editable label GG"/>
                <p:cNvSpPr>
                  <a:spLocks noRot="1" noChangeAspect="1" noMove="1" noResize="1" noEditPoints="1" noAdjustHandles="1" noChangeArrowheads="1" noChangeShapeType="1" noTextEdit="1"/>
                </p:cNvSpPr>
                <p:nvPr/>
              </p:nvSpPr>
              <p:spPr>
                <a:xfrm>
                  <a:off x="2065018" y="1445948"/>
                  <a:ext cx="148521" cy="132477"/>
                </a:xfrm>
                <a:prstGeom prst="rect">
                  <a:avLst/>
                </a:prstGeom>
                <a:blipFill>
                  <a:blip r:embed="rId15"/>
                  <a:stretch>
                    <a:fillRect l="-41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3" name="Editable label = 4 ms"/>
                <p:cNvSpPr/>
                <p:nvPr/>
              </p:nvSpPr>
              <p:spPr>
                <a:xfrm>
                  <a:off x="1920425" y="1502047"/>
                  <a:ext cx="396887"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77">
                            <a:solidFill>
                              <a:srgbClr val="FF484D"/>
                            </a:solidFill>
                            <a:latin typeface="Cambria Math"/>
                          </a:rPr>
                          <m:t>= 4 </m:t>
                        </m:r>
                        <m:r>
                          <m:rPr>
                            <m:sty m:val="p"/>
                          </m:rPr>
                          <a:rPr sz="977">
                            <a:solidFill>
                              <a:srgbClr val="FF484D"/>
                            </a:solidFill>
                            <a:latin typeface="Cambria Math"/>
                          </a:rPr>
                          <m:t>ms</m:t>
                        </m:r>
                      </m:oMath>
                    </m:oMathPara>
                  </a14:m>
                  <a:endParaRPr sz="977"/>
                </a:p>
              </p:txBody>
            </p:sp>
          </mc:Choice>
          <mc:Fallback xmlns="">
            <p:sp>
              <p:nvSpPr>
                <p:cNvPr id="183" name="Editable label = 4 ms"/>
                <p:cNvSpPr>
                  <a:spLocks noRot="1" noChangeAspect="1" noMove="1" noResize="1" noEditPoints="1" noAdjustHandles="1" noChangeArrowheads="1" noChangeShapeType="1" noTextEdit="1"/>
                </p:cNvSpPr>
                <p:nvPr/>
              </p:nvSpPr>
              <p:spPr>
                <a:xfrm>
                  <a:off x="1950696" y="1519080"/>
                  <a:ext cx="336345" cy="189253"/>
                </a:xfrm>
                <a:prstGeom prst="rect">
                  <a:avLst/>
                </a:prstGeom>
                <a:blipFill>
                  <a:blip r:embed="rId16"/>
                  <a:stretch>
                    <a:fillRect l="-10909" r="-545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4" name="Editable label τ"/>
                <p:cNvSpPr/>
                <p:nvPr/>
              </p:nvSpPr>
              <p:spPr>
                <a:xfrm>
                  <a:off x="4390661" y="1001533"/>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7F807F"/>
                            </a:solidFill>
                            <a:latin typeface="Cambria Math"/>
                          </a:rPr>
                          <m:t>τ</m:t>
                        </m:r>
                      </m:oMath>
                    </m:oMathPara>
                  </a14:m>
                  <a:endParaRPr sz="1172"/>
                </a:p>
              </p:txBody>
            </p:sp>
          </mc:Choice>
          <mc:Fallback xmlns="">
            <p:sp>
              <p:nvSpPr>
                <p:cNvPr id="184" name="Editable label τ"/>
                <p:cNvSpPr>
                  <a:spLocks noRot="1" noChangeAspect="1" noMove="1" noResize="1" noEditPoints="1" noAdjustHandles="1" noChangeArrowheads="1" noChangeShapeType="1" noTextEdit="1"/>
                </p:cNvSpPr>
                <p:nvPr/>
              </p:nvSpPr>
              <p:spPr>
                <a:xfrm>
                  <a:off x="4398326" y="1021973"/>
                  <a:ext cx="85165" cy="227106"/>
                </a:xfrm>
                <a:prstGeom prst="rect">
                  <a:avLst/>
                </a:prstGeom>
                <a:blipFill>
                  <a:blip r:embed="rId17"/>
                  <a:stretch>
                    <a:fillRect l="-46154" r="-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5" name="Editable label ij"/>
                <p:cNvSpPr/>
                <p:nvPr/>
              </p:nvSpPr>
              <p:spPr>
                <a:xfrm>
                  <a:off x="4444793" y="1069089"/>
                  <a:ext cx="112536"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850">
                            <a:solidFill>
                              <a:srgbClr val="7F807F"/>
                            </a:solidFill>
                            <a:latin typeface="Cambria Math"/>
                          </a:rPr>
                          <m:t>𝑖𝑗</m:t>
                        </m:r>
                      </m:oMath>
                    </m:oMathPara>
                  </a14:m>
                  <a:endParaRPr sz="850"/>
                </a:p>
              </p:txBody>
            </p:sp>
          </mc:Choice>
          <mc:Fallback xmlns="">
            <p:sp>
              <p:nvSpPr>
                <p:cNvPr id="185" name="Editable label ij"/>
                <p:cNvSpPr>
                  <a:spLocks noRot="1" noChangeAspect="1" noMove="1" noResize="1" noEditPoints="1" noAdjustHandles="1" noChangeArrowheads="1" noChangeShapeType="1" noTextEdit="1"/>
                </p:cNvSpPr>
                <p:nvPr/>
              </p:nvSpPr>
              <p:spPr>
                <a:xfrm>
                  <a:off x="4457238" y="1090587"/>
                  <a:ext cx="87646" cy="151403"/>
                </a:xfrm>
                <a:prstGeom prst="rect">
                  <a:avLst/>
                </a:prstGeom>
                <a:blipFill>
                  <a:blip r:embed="rId18"/>
                  <a:stretch>
                    <a:fillRect l="-40000" r="-6667" b="-8000"/>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w"/>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174A80"/>
                            </a:solidFill>
                            <a:latin typeface="Cambria Math"/>
                          </a:rPr>
                          <m:t>𝑤</m:t>
                        </m:r>
                      </m:oMath>
                    </m:oMathPara>
                  </a14:m>
                  <a:endParaRPr sz="1431"/>
                </a:p>
              </p:txBody>
            </p:sp>
          </mc:Choice>
          <mc:Fallback xmlns="">
            <p:sp>
              <p:nvSpPr>
                <p:cNvPr id="175" name="Editable label w"/>
                <p:cNvSpPr>
                  <a:spLocks noRot="1" noChangeAspect="1" noMove="1" noResize="1" noEditPoints="1" noAdjustHandles="1" noChangeArrowheads="1" noChangeShapeType="1" noTextEdit="1"/>
                </p:cNvSpPr>
                <p:nvPr/>
              </p:nvSpPr>
              <p:spPr>
                <a:xfrm>
                  <a:off x="4525491" y="277746"/>
                  <a:ext cx="196582" cy="327030"/>
                </a:xfrm>
                <a:prstGeom prst="rect">
                  <a:avLst/>
                </a:prstGeom>
                <a:blipFill>
                  <a:blip r:embed="rId8"/>
                  <a:stretch>
                    <a:fillRect l="-1515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G"/>
                <p:cNvSpPr/>
                <p:nvPr/>
              </p:nvSpPr>
              <p:spPr>
                <a:xfrm>
                  <a:off x="4663530" y="350157"/>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𝑆𝐺</m:t>
                        </m:r>
                      </m:oMath>
                    </m:oMathPara>
                  </a14:m>
                  <a:endParaRPr sz="1172"/>
                </a:p>
              </p:txBody>
            </p:sp>
          </mc:Choice>
          <mc:Fallback xmlns="">
            <p:sp>
              <p:nvSpPr>
                <p:cNvPr id="176" name="Editable label SG"/>
                <p:cNvSpPr>
                  <a:spLocks noRot="1" noChangeAspect="1" noMove="1" noResize="1" noEditPoints="1" noAdjustHandles="1" noChangeArrowheads="1" noChangeShapeType="1" noTextEdit="1"/>
                </p:cNvSpPr>
                <p:nvPr/>
              </p:nvSpPr>
              <p:spPr>
                <a:xfrm>
                  <a:off x="4683504" y="370597"/>
                  <a:ext cx="221933" cy="227106"/>
                </a:xfrm>
                <a:prstGeom prst="rect">
                  <a:avLst/>
                </a:prstGeom>
                <a:blipFill>
                  <a:blip r:embed="rId9"/>
                  <a:stretch>
                    <a:fillRect l="-81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w"/>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7" name="Editable label w"/>
                <p:cNvSpPr>
                  <a:spLocks noRot="1" noChangeAspect="1" noMove="1" noResize="1" noEditPoints="1" noAdjustHandles="1" noChangeArrowheads="1" noChangeShapeType="1" noTextEdit="1"/>
                </p:cNvSpPr>
                <p:nvPr/>
              </p:nvSpPr>
              <p:spPr>
                <a:xfrm>
                  <a:off x="4405835" y="2356880"/>
                  <a:ext cx="196582" cy="327030"/>
                </a:xfrm>
                <a:prstGeom prst="rect">
                  <a:avLst/>
                </a:prstGeom>
                <a:blipFill>
                  <a:blip r:embed="rId10"/>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GS"/>
                <p:cNvSpPr/>
                <p:nvPr/>
              </p:nvSpPr>
              <p:spPr>
                <a:xfrm>
                  <a:off x="4543863" y="2429280"/>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𝐺𝑆</m:t>
                        </m:r>
                      </m:oMath>
                    </m:oMathPara>
                  </a14:m>
                  <a:endParaRPr sz="1172"/>
                </a:p>
              </p:txBody>
            </p:sp>
          </mc:Choice>
          <mc:Fallback xmlns="">
            <p:sp>
              <p:nvSpPr>
                <p:cNvPr id="178" name="Editable label GS"/>
                <p:cNvSpPr>
                  <a:spLocks noRot="1" noChangeAspect="1" noMove="1" noResize="1" noEditPoints="1" noAdjustHandles="1" noChangeArrowheads="1" noChangeShapeType="1" noTextEdit="1"/>
                </p:cNvSpPr>
                <p:nvPr/>
              </p:nvSpPr>
              <p:spPr>
                <a:xfrm>
                  <a:off x="4563837" y="2449720"/>
                  <a:ext cx="221933" cy="227106"/>
                </a:xfrm>
                <a:prstGeom prst="rect">
                  <a:avLst/>
                </a:prstGeom>
                <a:blipFill>
                  <a:blip r:embed="rId11"/>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9" name="Editable label w"/>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9" name="Editable label w"/>
                <p:cNvSpPr>
                  <a:spLocks noRot="1" noChangeAspect="1" noMove="1" noResize="1" noEditPoints="1" noAdjustHandles="1" noChangeArrowheads="1" noChangeShapeType="1" noTextEdit="1"/>
                </p:cNvSpPr>
                <p:nvPr/>
              </p:nvSpPr>
              <p:spPr>
                <a:xfrm>
                  <a:off x="1906491" y="1369669"/>
                  <a:ext cx="196582" cy="327030"/>
                </a:xfrm>
                <a:prstGeom prst="rect">
                  <a:avLst/>
                </a:prstGeom>
                <a:blipFill>
                  <a:blip r:embed="rId12"/>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0" name="Editable label GG"/>
                <p:cNvSpPr/>
                <p:nvPr/>
              </p:nvSpPr>
              <p:spPr>
                <a:xfrm>
                  <a:off x="2041579" y="1442070"/>
                  <a:ext cx="30044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𝐺𝐺</m:t>
                        </m:r>
                      </m:oMath>
                    </m:oMathPara>
                  </a14:m>
                  <a:endParaRPr sz="1172"/>
                </a:p>
              </p:txBody>
            </p:sp>
          </mc:Choice>
          <mc:Fallback xmlns="">
            <p:sp>
              <p:nvSpPr>
                <p:cNvPr id="180" name="Editable label GG"/>
                <p:cNvSpPr>
                  <a:spLocks noRot="1" noChangeAspect="1" noMove="1" noResize="1" noEditPoints="1" noAdjustHandles="1" noChangeArrowheads="1" noChangeShapeType="1" noTextEdit="1"/>
                </p:cNvSpPr>
                <p:nvPr/>
              </p:nvSpPr>
              <p:spPr>
                <a:xfrm>
                  <a:off x="2064494" y="1462510"/>
                  <a:ext cx="254611" cy="227106"/>
                </a:xfrm>
                <a:prstGeom prst="rect">
                  <a:avLst/>
                </a:prstGeom>
                <a:blipFill>
                  <a:blip r:embed="rId13"/>
                  <a:stretch>
                    <a:fillRect l="-7317"/>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a:extLst>
              <a:ext uri="{FF2B5EF4-FFF2-40B4-BE49-F238E27FC236}">
                <a16:creationId xmlns:a16="http://schemas.microsoft.com/office/drawing/2014/main" id="{6F7D84BA-3131-1EF2-FEBB-561F81BBC1E5}"/>
              </a:ext>
            </a:extLst>
          </p:cNvPr>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a:extLst>
                <a:ext uri="{FF2B5EF4-FFF2-40B4-BE49-F238E27FC236}">
                  <a16:creationId xmlns:a16="http://schemas.microsoft.com/office/drawing/2014/main" id="{C694D099-9617-4400-6134-7CA8A9B87416}"/>
                </a:ext>
              </a:extLst>
            </p:cNvPr>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a:extLst>
                <a:ext uri="{FF2B5EF4-FFF2-40B4-BE49-F238E27FC236}">
                  <a16:creationId xmlns:a16="http://schemas.microsoft.com/office/drawing/2014/main" id="{A096A729-B1C2-399A-2780-82CD0AB84497}"/>
                </a:ext>
              </a:extLst>
            </p:cNvPr>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a:extLst>
                    <a:ext uri="{FF2B5EF4-FFF2-40B4-BE49-F238E27FC236}">
                      <a16:creationId xmlns:a16="http://schemas.microsoft.com/office/drawing/2014/main" id="{E2C41FE8-F665-1277-3E4E-572A2CA3A089}"/>
                    </a:ext>
                  </a:extLst>
                </p:cNvPr>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a:extLst>
                    <a:ext uri="{FF2B5EF4-FFF2-40B4-BE49-F238E27FC236}">
                      <a16:creationId xmlns:a16="http://schemas.microsoft.com/office/drawing/2014/main" id="{EE473D42-45F5-2608-8086-042952E359AF}"/>
                    </a:ext>
                  </a:extLst>
                </p:cNvPr>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a:extLst>
                    <a:ext uri="{FF2B5EF4-FFF2-40B4-BE49-F238E27FC236}">
                      <a16:creationId xmlns:a16="http://schemas.microsoft.com/office/drawing/2014/main" id="{57C5F9EB-53BF-7D04-7E76-2B3E4F52C7AA}"/>
                    </a:ext>
                  </a:extLst>
                </p:cNvPr>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w">
                  <a:extLst>
                    <a:ext uri="{FF2B5EF4-FFF2-40B4-BE49-F238E27FC236}">
                      <a16:creationId xmlns:a16="http://schemas.microsoft.com/office/drawing/2014/main" id="{6A686B8A-4A95-3979-B169-6C1D9FFCB49E}"/>
                    </a:ext>
                  </a:extLst>
                </p:cNvPr>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174A80"/>
                            </a:solidFill>
                            <a:latin typeface="Cambria Math"/>
                          </a:rPr>
                          <m:t>𝑤</m:t>
                        </m:r>
                      </m:oMath>
                    </m:oMathPara>
                  </a14:m>
                  <a:endParaRPr sz="1431"/>
                </a:p>
              </p:txBody>
            </p:sp>
          </mc:Choice>
          <mc:Fallback xmlns="">
            <p:sp>
              <p:nvSpPr>
                <p:cNvPr id="175" name="Editable label w"/>
                <p:cNvSpPr>
                  <a:spLocks noRot="1" noChangeAspect="1" noMove="1" noResize="1" noEditPoints="1" noAdjustHandles="1" noChangeArrowheads="1" noChangeShapeType="1" noTextEdit="1"/>
                </p:cNvSpPr>
                <p:nvPr/>
              </p:nvSpPr>
              <p:spPr>
                <a:xfrm>
                  <a:off x="4525491" y="277746"/>
                  <a:ext cx="196582" cy="327030"/>
                </a:xfrm>
                <a:prstGeom prst="rect">
                  <a:avLst/>
                </a:prstGeom>
                <a:blipFill>
                  <a:blip r:embed="rId8"/>
                  <a:stretch>
                    <a:fillRect l="-1515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G">
                  <a:extLst>
                    <a:ext uri="{FF2B5EF4-FFF2-40B4-BE49-F238E27FC236}">
                      <a16:creationId xmlns:a16="http://schemas.microsoft.com/office/drawing/2014/main" id="{B1D740F7-8D61-FF48-7C59-7AD8C6139545}"/>
                    </a:ext>
                  </a:extLst>
                </p:cNvPr>
                <p:cNvSpPr/>
                <p:nvPr/>
              </p:nvSpPr>
              <p:spPr>
                <a:xfrm>
                  <a:off x="4663530" y="350157"/>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𝑆𝐺</m:t>
                        </m:r>
                      </m:oMath>
                    </m:oMathPara>
                  </a14:m>
                  <a:endParaRPr sz="1172"/>
                </a:p>
              </p:txBody>
            </p:sp>
          </mc:Choice>
          <mc:Fallback xmlns="">
            <p:sp>
              <p:nvSpPr>
                <p:cNvPr id="176" name="Editable label SG"/>
                <p:cNvSpPr>
                  <a:spLocks noRot="1" noChangeAspect="1" noMove="1" noResize="1" noEditPoints="1" noAdjustHandles="1" noChangeArrowheads="1" noChangeShapeType="1" noTextEdit="1"/>
                </p:cNvSpPr>
                <p:nvPr/>
              </p:nvSpPr>
              <p:spPr>
                <a:xfrm>
                  <a:off x="4683504" y="370597"/>
                  <a:ext cx="221933" cy="227106"/>
                </a:xfrm>
                <a:prstGeom prst="rect">
                  <a:avLst/>
                </a:prstGeom>
                <a:blipFill>
                  <a:blip r:embed="rId9"/>
                  <a:stretch>
                    <a:fillRect l="-81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w">
                  <a:extLst>
                    <a:ext uri="{FF2B5EF4-FFF2-40B4-BE49-F238E27FC236}">
                      <a16:creationId xmlns:a16="http://schemas.microsoft.com/office/drawing/2014/main" id="{890A81CE-D12F-652D-7E36-8332BA260E9E}"/>
                    </a:ext>
                  </a:extLst>
                </p:cNvPr>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7" name="Editable label w"/>
                <p:cNvSpPr>
                  <a:spLocks noRot="1" noChangeAspect="1" noMove="1" noResize="1" noEditPoints="1" noAdjustHandles="1" noChangeArrowheads="1" noChangeShapeType="1" noTextEdit="1"/>
                </p:cNvSpPr>
                <p:nvPr/>
              </p:nvSpPr>
              <p:spPr>
                <a:xfrm>
                  <a:off x="4405835" y="2356880"/>
                  <a:ext cx="196582" cy="327030"/>
                </a:xfrm>
                <a:prstGeom prst="rect">
                  <a:avLst/>
                </a:prstGeom>
                <a:blipFill>
                  <a:blip r:embed="rId10"/>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GS">
                  <a:extLst>
                    <a:ext uri="{FF2B5EF4-FFF2-40B4-BE49-F238E27FC236}">
                      <a16:creationId xmlns:a16="http://schemas.microsoft.com/office/drawing/2014/main" id="{53290BCA-EB71-4FAF-1CE0-3BDBC9F29C2C}"/>
                    </a:ext>
                  </a:extLst>
                </p:cNvPr>
                <p:cNvSpPr/>
                <p:nvPr/>
              </p:nvSpPr>
              <p:spPr>
                <a:xfrm>
                  <a:off x="4543863" y="2429280"/>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𝐺𝑆</m:t>
                        </m:r>
                      </m:oMath>
                    </m:oMathPara>
                  </a14:m>
                  <a:endParaRPr sz="1172"/>
                </a:p>
              </p:txBody>
            </p:sp>
          </mc:Choice>
          <mc:Fallback xmlns="">
            <p:sp>
              <p:nvSpPr>
                <p:cNvPr id="178" name="Editable label GS"/>
                <p:cNvSpPr>
                  <a:spLocks noRot="1" noChangeAspect="1" noMove="1" noResize="1" noEditPoints="1" noAdjustHandles="1" noChangeArrowheads="1" noChangeShapeType="1" noTextEdit="1"/>
                </p:cNvSpPr>
                <p:nvPr/>
              </p:nvSpPr>
              <p:spPr>
                <a:xfrm>
                  <a:off x="4563837" y="2449720"/>
                  <a:ext cx="221933" cy="227106"/>
                </a:xfrm>
                <a:prstGeom prst="rect">
                  <a:avLst/>
                </a:prstGeom>
                <a:blipFill>
                  <a:blip r:embed="rId11"/>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9" name="Editable label w">
                  <a:extLst>
                    <a:ext uri="{FF2B5EF4-FFF2-40B4-BE49-F238E27FC236}">
                      <a16:creationId xmlns:a16="http://schemas.microsoft.com/office/drawing/2014/main" id="{663E2CEF-960C-6DFC-4638-766AAE5A11F0}"/>
                    </a:ext>
                  </a:extLst>
                </p:cNvPr>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9" name="Editable label w"/>
                <p:cNvSpPr>
                  <a:spLocks noRot="1" noChangeAspect="1" noMove="1" noResize="1" noEditPoints="1" noAdjustHandles="1" noChangeArrowheads="1" noChangeShapeType="1" noTextEdit="1"/>
                </p:cNvSpPr>
                <p:nvPr/>
              </p:nvSpPr>
              <p:spPr>
                <a:xfrm>
                  <a:off x="1906491" y="1369669"/>
                  <a:ext cx="196582" cy="327030"/>
                </a:xfrm>
                <a:prstGeom prst="rect">
                  <a:avLst/>
                </a:prstGeom>
                <a:blipFill>
                  <a:blip r:embed="rId12"/>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0" name="Editable label GG">
                  <a:extLst>
                    <a:ext uri="{FF2B5EF4-FFF2-40B4-BE49-F238E27FC236}">
                      <a16:creationId xmlns:a16="http://schemas.microsoft.com/office/drawing/2014/main" id="{5AC5FD1E-93E8-5122-14FE-DF6161046F5F}"/>
                    </a:ext>
                  </a:extLst>
                </p:cNvPr>
                <p:cNvSpPr/>
                <p:nvPr/>
              </p:nvSpPr>
              <p:spPr>
                <a:xfrm>
                  <a:off x="2041579" y="1442070"/>
                  <a:ext cx="30044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𝐺𝐺</m:t>
                        </m:r>
                      </m:oMath>
                    </m:oMathPara>
                  </a14:m>
                  <a:endParaRPr sz="1172"/>
                </a:p>
              </p:txBody>
            </p:sp>
          </mc:Choice>
          <mc:Fallback xmlns="">
            <p:sp>
              <p:nvSpPr>
                <p:cNvPr id="180" name="Editable label GG"/>
                <p:cNvSpPr>
                  <a:spLocks noRot="1" noChangeAspect="1" noMove="1" noResize="1" noEditPoints="1" noAdjustHandles="1" noChangeArrowheads="1" noChangeShapeType="1" noTextEdit="1"/>
                </p:cNvSpPr>
                <p:nvPr/>
              </p:nvSpPr>
              <p:spPr>
                <a:xfrm>
                  <a:off x="2064494" y="1462510"/>
                  <a:ext cx="254611" cy="227106"/>
                </a:xfrm>
                <a:prstGeom prst="rect">
                  <a:avLst/>
                </a:prstGeom>
                <a:blipFill>
                  <a:blip r:embed="rId13"/>
                  <a:stretch>
                    <a:fillRect l="-7317"/>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Picture 57 — editable labels"/>
          <p:cNvGrpSpPr/>
          <p:nvPr/>
        </p:nvGrpSpPr>
        <p:grpSpPr>
          <a:xfrm>
            <a:off x="1993900" y="241300"/>
            <a:ext cx="5156200" cy="2578100"/>
            <a:chOff x="1993900" y="241300"/>
            <a:chExt cx="5156200" cy="2578100"/>
          </a:xfrm>
        </p:grpSpPr>
        <p:pic>
          <p:nvPicPr>
            <p:cNvPr id="204" name="Picture 57">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3" name="Editable label Proto"/>
            <p:cNvSpPr/>
            <p:nvPr/>
          </p:nvSpPr>
          <p:spPr>
            <a:xfrm>
              <a:off x="2750724" y="1385906"/>
              <a:ext cx="434522"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Proto</a:t>
              </a:r>
              <a:endParaRPr sz="1348"/>
            </a:p>
          </p:txBody>
        </p:sp>
        <p:sp>
          <p:nvSpPr>
            <p:cNvPr id="184" name="Editable label STN"/>
            <p:cNvSpPr/>
            <p:nvPr/>
          </p:nvSpPr>
          <p:spPr>
            <a:xfrm>
              <a:off x="6106991" y="1385906"/>
              <a:ext cx="367461"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STN</a:t>
              </a:r>
              <a:endParaRPr sz="1348"/>
            </a:p>
          </p:txBody>
        </p:sp>
        <mc:AlternateContent xmlns:mc="http://schemas.openxmlformats.org/markup-compatibility/2006" xmlns:a14="http://schemas.microsoft.com/office/drawing/2010/main">
          <mc:Choice Requires="a14">
            <p:sp>
              <p:nvSpPr>
                <p:cNvPr id="185" name="Editable label +"/>
                <p:cNvSpPr/>
                <p:nvPr/>
              </p:nvSpPr>
              <p:spPr>
                <a:xfrm>
                  <a:off x="2674513" y="967807"/>
                  <a:ext cx="242972"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174A80"/>
                            </a:solidFill>
                            <a:latin typeface="Cambria Math"/>
                          </a:rPr>
                          <m:t>+</m:t>
                        </m:r>
                      </m:oMath>
                    </m:oMathPara>
                  </a14:m>
                  <a:endParaRPr sz="1972"/>
                </a:p>
              </p:txBody>
            </p:sp>
          </mc:Choice>
          <mc:Fallback xmlns="">
            <p:sp>
              <p:nvSpPr>
                <p:cNvPr id="185" name="Editable label +"/>
                <p:cNvSpPr>
                  <a:spLocks noRot="1" noChangeAspect="1" noMove="1" noResize="1" noEditPoints="1" noAdjustHandles="1" noChangeArrowheads="1" noChangeShapeType="1" noTextEdit="1"/>
                </p:cNvSpPr>
                <p:nvPr/>
              </p:nvSpPr>
              <p:spPr>
                <a:xfrm>
                  <a:off x="2674513" y="967807"/>
                  <a:ext cx="242972" cy="450876"/>
                </a:xfrm>
                <a:prstGeom prst="rect">
                  <a:avLst/>
                </a:prstGeom>
                <a:blipFill>
                  <a:blip r:embed="rId5"/>
                  <a:stretch>
                    <a:fillRect l="-325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6" name="Editable label −"/>
                <p:cNvSpPr/>
                <p:nvPr/>
              </p:nvSpPr>
              <p:spPr>
                <a:xfrm>
                  <a:off x="6348203" y="1651839"/>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xmlns="">
            <p:sp>
              <p:nvSpPr>
                <p:cNvPr id="186" name="Editable label −"/>
                <p:cNvSpPr>
                  <a:spLocks noRot="1" noChangeAspect="1" noMove="1" noResize="1" noEditPoints="1" noAdjustHandles="1" noChangeArrowheads="1" noChangeShapeType="1" noTextEdit="1"/>
                </p:cNvSpPr>
                <p:nvPr/>
              </p:nvSpPr>
              <p:spPr>
                <a:xfrm>
                  <a:off x="6348203" y="1651839"/>
                  <a:ext cx="257500" cy="450876"/>
                </a:xfrm>
                <a:prstGeom prst="rect">
                  <a:avLst/>
                </a:prstGeom>
                <a:blipFill>
                  <a:blip r:embed="rId6"/>
                  <a:stretch>
                    <a:fillRect l="-116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7" name="Editable label −"/>
                <p:cNvSpPr/>
                <p:nvPr/>
              </p:nvSpPr>
              <p:spPr>
                <a:xfrm>
                  <a:off x="2423765" y="1537252"/>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xmlns="">
            <p:sp>
              <p:nvSpPr>
                <p:cNvPr id="187" name="Editable label −"/>
                <p:cNvSpPr>
                  <a:spLocks noRot="1" noChangeAspect="1" noMove="1" noResize="1" noEditPoints="1" noAdjustHandles="1" noChangeArrowheads="1" noChangeShapeType="1" noTextEdit="1"/>
                </p:cNvSpPr>
                <p:nvPr/>
              </p:nvSpPr>
              <p:spPr>
                <a:xfrm>
                  <a:off x="2423765" y="1537252"/>
                  <a:ext cx="257500" cy="450876"/>
                </a:xfrm>
                <a:prstGeom prst="rect">
                  <a:avLst/>
                </a:prstGeom>
                <a:blipFill>
                  <a:blip r:embed="rId7"/>
                  <a:stretch>
                    <a:fillRect l="-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8" name="Editable label z"/>
                <p:cNvSpPr/>
                <p:nvPr/>
              </p:nvSpPr>
              <p:spPr>
                <a:xfrm>
                  <a:off x="3984374" y="1455618"/>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xmlns="">
            <p:sp>
              <p:nvSpPr>
                <p:cNvPr id="188" name="Editable label z"/>
                <p:cNvSpPr>
                  <a:spLocks noRot="1" noChangeAspect="1" noMove="1" noResize="1" noEditPoints="1" noAdjustHandles="1" noChangeArrowheads="1" noChangeShapeType="1" noTextEdit="1"/>
                </p:cNvSpPr>
                <p:nvPr/>
              </p:nvSpPr>
              <p:spPr>
                <a:xfrm>
                  <a:off x="3992040" y="1475190"/>
                  <a:ext cx="85174"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9" name="Editable label G"/>
                <p:cNvSpPr/>
                <p:nvPr/>
              </p:nvSpPr>
              <p:spPr>
                <a:xfrm>
                  <a:off x="4037155" y="1516195"/>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G</m:t>
                        </m:r>
                      </m:oMath>
                    </m:oMathPara>
                  </a14:m>
                  <a:endParaRPr sz="850"/>
                </a:p>
              </p:txBody>
            </p:sp>
          </mc:Choice>
          <mc:Fallback xmlns="">
            <p:sp>
              <p:nvSpPr>
                <p:cNvPr id="189" name="Editable label G"/>
                <p:cNvSpPr>
                  <a:spLocks noRot="1" noChangeAspect="1" noMove="1" noResize="1" noEditPoints="1" noAdjustHandles="1" noChangeArrowheads="1" noChangeShapeType="1" noTextEdit="1"/>
                </p:cNvSpPr>
                <p:nvPr/>
              </p:nvSpPr>
              <p:spPr>
                <a:xfrm>
                  <a:off x="4052028" y="1540891"/>
                  <a:ext cx="87308" cy="144976"/>
                </a:xfrm>
                <a:prstGeom prst="rect">
                  <a:avLst/>
                </a:prstGeom>
                <a:blipFill>
                  <a:blip r:embed="rId9"/>
                  <a:stretch>
                    <a:fillRect l="-21429"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0" name="Editable label δ"/>
                <p:cNvSpPr/>
                <p:nvPr/>
              </p:nvSpPr>
              <p:spPr>
                <a:xfrm>
                  <a:off x="3518254" y="1025840"/>
                  <a:ext cx="97510"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𝛿</m:t>
                        </m:r>
                      </m:oMath>
                    </m:oMathPara>
                  </a14:m>
                  <a:endParaRPr sz="1122"/>
                </a:p>
              </p:txBody>
            </p:sp>
          </mc:Choice>
          <mc:Fallback xmlns="">
            <p:sp>
              <p:nvSpPr>
                <p:cNvPr id="190" name="Editable label δ"/>
                <p:cNvSpPr>
                  <a:spLocks noRot="1" noChangeAspect="1" noMove="1" noResize="1" noEditPoints="1" noAdjustHandles="1" noChangeArrowheads="1" noChangeShapeType="1" noTextEdit="1"/>
                </p:cNvSpPr>
                <p:nvPr/>
              </p:nvSpPr>
              <p:spPr>
                <a:xfrm>
                  <a:off x="3525691" y="1045412"/>
                  <a:ext cx="82636" cy="217464"/>
                </a:xfrm>
                <a:prstGeom prst="rect">
                  <a:avLst/>
                </a:prstGeom>
                <a:blipFill>
                  <a:blip r:embed="rId10"/>
                  <a:stretch>
                    <a:fillRect l="-57143"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1" name="Editable label G"/>
                <p:cNvSpPr/>
                <p:nvPr/>
              </p:nvSpPr>
              <p:spPr>
                <a:xfrm>
                  <a:off x="3568239"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xmlns="">
            <p:sp>
              <p:nvSpPr>
                <p:cNvPr id="191" name="Editable label G"/>
                <p:cNvSpPr>
                  <a:spLocks noRot="1" noChangeAspect="1" noMove="1" noResize="1" noEditPoints="1" noAdjustHandles="1" noChangeArrowheads="1" noChangeShapeType="1" noTextEdit="1"/>
                </p:cNvSpPr>
                <p:nvPr/>
              </p:nvSpPr>
              <p:spPr>
                <a:xfrm>
                  <a:off x="3583112" y="1111123"/>
                  <a:ext cx="87308" cy="144976"/>
                </a:xfrm>
                <a:prstGeom prst="rect">
                  <a:avLst/>
                </a:prstGeom>
                <a:blipFill>
                  <a:blip r:embed="rId11"/>
                  <a:stretch>
                    <a:fillRect l="-21429"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2" name="Editable label ("/>
                <p:cNvSpPr/>
                <p:nvPr/>
              </p:nvSpPr>
              <p:spPr>
                <a:xfrm>
                  <a:off x="3643390"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xmlns="">
            <p:sp>
              <p:nvSpPr>
                <p:cNvPr id="192" name="Editable label ("/>
                <p:cNvSpPr>
                  <a:spLocks noRot="1" noChangeAspect="1" noMove="1" noResize="1" noEditPoints="1" noAdjustHandles="1" noChangeArrowheads="1" noChangeShapeType="1" noTextEdit="1"/>
                </p:cNvSpPr>
                <p:nvPr/>
              </p:nvSpPr>
              <p:spPr>
                <a:xfrm>
                  <a:off x="3650251" y="1045412"/>
                  <a:ext cx="76233" cy="217464"/>
                </a:xfrm>
                <a:prstGeom prst="rect">
                  <a:avLst/>
                </a:prstGeom>
                <a:blipFill>
                  <a:blip r:embed="rId12"/>
                  <a:stretch>
                    <a:fillRect l="-83333" r="-41667" b="-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3" name="Editable label z"/>
                <p:cNvSpPr/>
                <p:nvPr/>
              </p:nvSpPr>
              <p:spPr>
                <a:xfrm>
                  <a:off x="3688615" y="1025840"/>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𝑧</m:t>
                        </m:r>
                      </m:oMath>
                    </m:oMathPara>
                  </a14:m>
                  <a:endParaRPr sz="1122"/>
                </a:p>
              </p:txBody>
            </p:sp>
          </mc:Choice>
          <mc:Fallback xmlns="">
            <p:sp>
              <p:nvSpPr>
                <p:cNvPr id="193" name="Editable label z"/>
                <p:cNvSpPr>
                  <a:spLocks noRot="1" noChangeAspect="1" noMove="1" noResize="1" noEditPoints="1" noAdjustHandles="1" noChangeArrowheads="1" noChangeShapeType="1" noTextEdit="1"/>
                </p:cNvSpPr>
                <p:nvPr/>
              </p:nvSpPr>
              <p:spPr>
                <a:xfrm>
                  <a:off x="3696281" y="1045412"/>
                  <a:ext cx="85174" cy="217464"/>
                </a:xfrm>
                <a:prstGeom prst="rect">
                  <a:avLst/>
                </a:prstGeom>
                <a:blipFill>
                  <a:blip r:embed="rId13"/>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4" name="Editable label G"/>
                <p:cNvSpPr/>
                <p:nvPr/>
              </p:nvSpPr>
              <p:spPr>
                <a:xfrm>
                  <a:off x="3741367"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xmlns="">
            <p:sp>
              <p:nvSpPr>
                <p:cNvPr id="194" name="Editable label G"/>
                <p:cNvSpPr>
                  <a:spLocks noRot="1" noChangeAspect="1" noMove="1" noResize="1" noEditPoints="1" noAdjustHandles="1" noChangeArrowheads="1" noChangeShapeType="1" noTextEdit="1"/>
                </p:cNvSpPr>
                <p:nvPr/>
              </p:nvSpPr>
              <p:spPr>
                <a:xfrm>
                  <a:off x="3756240" y="1111123"/>
                  <a:ext cx="87308" cy="144976"/>
                </a:xfrm>
                <a:prstGeom prst="rect">
                  <a:avLst/>
                </a:prstGeom>
                <a:blipFill>
                  <a:blip r:embed="rId11"/>
                  <a:stretch>
                    <a:fillRect l="-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5" name="Editable label )"/>
                <p:cNvSpPr/>
                <p:nvPr/>
              </p:nvSpPr>
              <p:spPr>
                <a:xfrm>
                  <a:off x="381650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xmlns="">
            <p:sp>
              <p:nvSpPr>
                <p:cNvPr id="195" name="Editable label )"/>
                <p:cNvSpPr>
                  <a:spLocks noRot="1" noChangeAspect="1" noMove="1" noResize="1" noEditPoints="1" noAdjustHandles="1" noChangeArrowheads="1" noChangeShapeType="1" noTextEdit="1"/>
                </p:cNvSpPr>
                <p:nvPr/>
              </p:nvSpPr>
              <p:spPr>
                <a:xfrm>
                  <a:off x="3823369" y="1045412"/>
                  <a:ext cx="76233" cy="217464"/>
                </a:xfrm>
                <a:prstGeom prst="rect">
                  <a:avLst/>
                </a:prstGeom>
                <a:blipFill>
                  <a:blip r:embed="rId14"/>
                  <a:stretch>
                    <a:fillRect l="-69231" r="-38462" b="-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6" name="Editable label z"/>
                <p:cNvSpPr/>
                <p:nvPr/>
              </p:nvSpPr>
              <p:spPr>
                <a:xfrm>
                  <a:off x="5770191" y="1455618"/>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xmlns="">
            <p:sp>
              <p:nvSpPr>
                <p:cNvPr id="196" name="Editable label z"/>
                <p:cNvSpPr>
                  <a:spLocks noRot="1" noChangeAspect="1" noMove="1" noResize="1" noEditPoints="1" noAdjustHandles="1" noChangeArrowheads="1" noChangeShapeType="1" noTextEdit="1"/>
                </p:cNvSpPr>
                <p:nvPr/>
              </p:nvSpPr>
              <p:spPr>
                <a:xfrm>
                  <a:off x="5777857" y="1475190"/>
                  <a:ext cx="85173"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7" name="Editable label S"/>
                <p:cNvSpPr/>
                <p:nvPr/>
              </p:nvSpPr>
              <p:spPr>
                <a:xfrm>
                  <a:off x="5826320" y="1516195"/>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S</m:t>
                        </m:r>
                      </m:oMath>
                    </m:oMathPara>
                  </a14:m>
                  <a:endParaRPr sz="850"/>
                </a:p>
              </p:txBody>
            </p:sp>
          </mc:Choice>
          <mc:Fallback xmlns="">
            <p:sp>
              <p:nvSpPr>
                <p:cNvPr id="197" name="Editable label S"/>
                <p:cNvSpPr>
                  <a:spLocks noRot="1" noChangeAspect="1" noMove="1" noResize="1" noEditPoints="1" noAdjustHandles="1" noChangeArrowheads="1" noChangeShapeType="1" noTextEdit="1"/>
                </p:cNvSpPr>
                <p:nvPr/>
              </p:nvSpPr>
              <p:spPr>
                <a:xfrm>
                  <a:off x="5837845" y="1540891"/>
                  <a:ext cx="67655" cy="144976"/>
                </a:xfrm>
                <a:prstGeom prst="rect">
                  <a:avLst/>
                </a:prstGeom>
                <a:blipFill>
                  <a:blip r:embed="rId15"/>
                  <a:stretch>
                    <a:fillRect l="-4545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8" name="Editable label δ"/>
                <p:cNvSpPr/>
                <p:nvPr/>
              </p:nvSpPr>
              <p:spPr>
                <a:xfrm>
                  <a:off x="5313863" y="1025840"/>
                  <a:ext cx="97512"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𝛿</m:t>
                        </m:r>
                      </m:oMath>
                    </m:oMathPara>
                  </a14:m>
                  <a:endParaRPr sz="1122"/>
                </a:p>
              </p:txBody>
            </p:sp>
          </mc:Choice>
          <mc:Fallback xmlns="">
            <p:sp>
              <p:nvSpPr>
                <p:cNvPr id="198" name="Editable label δ"/>
                <p:cNvSpPr>
                  <a:spLocks noRot="1" noChangeAspect="1" noMove="1" noResize="1" noEditPoints="1" noAdjustHandles="1" noChangeArrowheads="1" noChangeShapeType="1" noTextEdit="1"/>
                </p:cNvSpPr>
                <p:nvPr/>
              </p:nvSpPr>
              <p:spPr>
                <a:xfrm>
                  <a:off x="5321300" y="1045412"/>
                  <a:ext cx="82637" cy="217464"/>
                </a:xfrm>
                <a:prstGeom prst="rect">
                  <a:avLst/>
                </a:prstGeom>
                <a:blipFill>
                  <a:blip r:embed="rId16"/>
                  <a:stretch>
                    <a:fillRect l="-69231" r="-307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9" name="Editable label S"/>
                <p:cNvSpPr/>
                <p:nvPr/>
              </p:nvSpPr>
              <p:spPr>
                <a:xfrm>
                  <a:off x="5367206"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xmlns="">
            <p:sp>
              <p:nvSpPr>
                <p:cNvPr id="199" name="Editable label S"/>
                <p:cNvSpPr>
                  <a:spLocks noRot="1" noChangeAspect="1" noMove="1" noResize="1" noEditPoints="1" noAdjustHandles="1" noChangeArrowheads="1" noChangeShapeType="1" noTextEdit="1"/>
                </p:cNvSpPr>
                <p:nvPr/>
              </p:nvSpPr>
              <p:spPr>
                <a:xfrm>
                  <a:off x="5378731" y="1111123"/>
                  <a:ext cx="67655" cy="144976"/>
                </a:xfrm>
                <a:prstGeom prst="rect">
                  <a:avLst/>
                </a:prstGeom>
                <a:blipFill>
                  <a:blip r:embed="rId17"/>
                  <a:stretch>
                    <a:fillRect l="-36364" r="-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 name="Editable label ("/>
                <p:cNvSpPr/>
                <p:nvPr/>
              </p:nvSpPr>
              <p:spPr>
                <a:xfrm>
                  <a:off x="5419415"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xmlns="">
            <p:sp>
              <p:nvSpPr>
                <p:cNvPr id="200" name="Editable label ("/>
                <p:cNvSpPr>
                  <a:spLocks noRot="1" noChangeAspect="1" noMove="1" noResize="1" noEditPoints="1" noAdjustHandles="1" noChangeArrowheads="1" noChangeShapeType="1" noTextEdit="1"/>
                </p:cNvSpPr>
                <p:nvPr/>
              </p:nvSpPr>
              <p:spPr>
                <a:xfrm>
                  <a:off x="5426276" y="1045412"/>
                  <a:ext cx="76233" cy="217464"/>
                </a:xfrm>
                <a:prstGeom prst="rect">
                  <a:avLst/>
                </a:prstGeom>
                <a:blipFill>
                  <a:blip r:embed="rId18"/>
                  <a:stretch>
                    <a:fillRect l="-69231" r="-38462" b="-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 name="Editable label z"/>
                <p:cNvSpPr/>
                <p:nvPr/>
              </p:nvSpPr>
              <p:spPr>
                <a:xfrm>
                  <a:off x="5464640" y="1025840"/>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𝑧</m:t>
                        </m:r>
                      </m:oMath>
                    </m:oMathPara>
                  </a14:m>
                  <a:endParaRPr sz="1122"/>
                </a:p>
              </p:txBody>
            </p:sp>
          </mc:Choice>
          <mc:Fallback xmlns="">
            <p:sp>
              <p:nvSpPr>
                <p:cNvPr id="201" name="Editable label z"/>
                <p:cNvSpPr>
                  <a:spLocks noRot="1" noChangeAspect="1" noMove="1" noResize="1" noEditPoints="1" noAdjustHandles="1" noChangeArrowheads="1" noChangeShapeType="1" noTextEdit="1"/>
                </p:cNvSpPr>
                <p:nvPr/>
              </p:nvSpPr>
              <p:spPr>
                <a:xfrm>
                  <a:off x="5472306" y="1045412"/>
                  <a:ext cx="85173" cy="217464"/>
                </a:xfrm>
                <a:prstGeom prst="rect">
                  <a:avLst/>
                </a:prstGeom>
                <a:blipFill>
                  <a:blip r:embed="rId19"/>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2" name="Editable label S"/>
                <p:cNvSpPr/>
                <p:nvPr/>
              </p:nvSpPr>
              <p:spPr>
                <a:xfrm>
                  <a:off x="5520739"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xmlns="">
            <p:sp>
              <p:nvSpPr>
                <p:cNvPr id="202" name="Editable label S"/>
                <p:cNvSpPr>
                  <a:spLocks noRot="1" noChangeAspect="1" noMove="1" noResize="1" noEditPoints="1" noAdjustHandles="1" noChangeArrowheads="1" noChangeShapeType="1" noTextEdit="1"/>
                </p:cNvSpPr>
                <p:nvPr/>
              </p:nvSpPr>
              <p:spPr>
                <a:xfrm>
                  <a:off x="5532264" y="1111123"/>
                  <a:ext cx="67655" cy="144976"/>
                </a:xfrm>
                <a:prstGeom prst="rect">
                  <a:avLst/>
                </a:prstGeom>
                <a:blipFill>
                  <a:blip r:embed="rId17"/>
                  <a:stretch>
                    <a:fillRect l="-4545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3" name="Editable label )"/>
                <p:cNvSpPr/>
                <p:nvPr/>
              </p:nvSpPr>
              <p:spPr>
                <a:xfrm>
                  <a:off x="557294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xmlns="">
            <p:sp>
              <p:nvSpPr>
                <p:cNvPr id="203" name="Editable label )"/>
                <p:cNvSpPr>
                  <a:spLocks noRot="1" noChangeAspect="1" noMove="1" noResize="1" noEditPoints="1" noAdjustHandles="1" noChangeArrowheads="1" noChangeShapeType="1" noTextEdit="1"/>
                </p:cNvSpPr>
                <p:nvPr/>
              </p:nvSpPr>
              <p:spPr>
                <a:xfrm>
                  <a:off x="5579809" y="1045412"/>
                  <a:ext cx="76233" cy="217464"/>
                </a:xfrm>
                <a:prstGeom prst="rect">
                  <a:avLst/>
                </a:prstGeom>
                <a:blipFill>
                  <a:blip r:embed="rId20"/>
                  <a:stretch>
                    <a:fillRect l="-69231" r="-38462" b="-555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2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xmlns="">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xmlns="">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0" name="Picture 69 — editable labels"/>
          <p:cNvGrpSpPr/>
          <p:nvPr/>
        </p:nvGrpSpPr>
        <p:grpSpPr>
          <a:xfrm>
            <a:off x="419100" y="1076325"/>
            <a:ext cx="4279900" cy="2139950"/>
            <a:chOff x="419100" y="1076325"/>
            <a:chExt cx="4279900" cy="2139950"/>
          </a:xfrm>
        </p:grpSpPr>
        <p:pic>
          <p:nvPicPr>
            <p:cNvPr id="203"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178"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179"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xmlns:a14="http://schemas.microsoft.com/office/drawing/2010/main">
          <mc:Choice Requires="a14">
            <p:sp>
              <p:nvSpPr>
                <p:cNvPr id="180"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xmlns="" xmlns:m="http://schemas.openxmlformats.org/officeDocument/2006/math">
            <p:sp>
              <p:nvSpPr>
                <p:cNvPr id="180"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4"/>
                  <a:stretch>
                    <a:fillRect l="-32353" r="-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1"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181"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5"/>
                  <a:stretch>
                    <a:fillRect l="-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2"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182"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6"/>
                  <a:stretch>
                    <a:fillRect l="-11429"/>
                  </a:stretch>
                </a:blipFill>
                <a:ln>
                  <a:noFill/>
                </a:ln>
              </p:spPr>
              <p:txBody>
                <a:bodyPr/>
                <a:lstStyle/>
                <a:p>
                  <a:r>
                    <a:rPr lang="en-NL">
                      <a:noFill/>
                    </a:rPr>
                    <a:t> </a:t>
                  </a:r>
                </a:p>
              </p:txBody>
            </p:sp>
          </mc:Fallback>
        </mc:AlternateContent>
        <p:sp>
          <p:nvSpPr>
            <p:cNvPr id="183" name="Editable label Healthy"/>
            <p:cNvSpPr/>
            <p:nvPr/>
          </p:nvSpPr>
          <p:spPr>
            <a:xfrm>
              <a:off x="2282724" y="1988391"/>
              <a:ext cx="647848"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Healthy</a:t>
              </a:r>
              <a:endParaRPr sz="1342"/>
            </a:p>
          </p:txBody>
        </p:sp>
        <mc:AlternateContent xmlns:mc="http://schemas.openxmlformats.org/markup-compatibility/2006" xmlns:a14="http://schemas.microsoft.com/office/drawing/2010/main">
          <mc:Choice Requires="a14">
            <p:sp>
              <p:nvSpPr>
                <p:cNvPr id="18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xmlns="" xmlns:m="http://schemas.openxmlformats.org/officeDocument/2006/math">
            <p:sp>
              <p:nvSpPr>
                <p:cNvPr id="18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7"/>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xmlns="" xmlns:m="http://schemas.openxmlformats.org/officeDocument/2006/math">
            <p:sp>
              <p:nvSpPr>
                <p:cNvPr id="18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8"/>
                  <a:stretch>
                    <a:fillRect l="-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6" name="Editable label  = 19"/>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19</m:t>
                        </m:r>
                      </m:oMath>
                    </m:oMathPara>
                  </a14:m>
                  <a:endParaRPr sz="1342"/>
                </a:p>
              </p:txBody>
            </p:sp>
          </mc:Choice>
          <mc:Fallback xmlns="" xmlns:m="http://schemas.openxmlformats.org/officeDocument/2006/math">
            <p:sp>
              <p:nvSpPr>
                <p:cNvPr id="186" name="Editable label  = 19"/>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9"/>
                  <a:stretch>
                    <a:fillRect r="-289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xmlns="" xmlns:m="http://schemas.openxmlformats.org/officeDocument/2006/math">
            <p:sp>
              <p:nvSpPr>
                <p:cNvPr id="18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xmlns="" xmlns:m="http://schemas.openxmlformats.org/officeDocument/2006/math">
            <p:sp>
              <p:nvSpPr>
                <p:cNvPr id="18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1"/>
                  <a:stretch>
                    <a:fillRect l="-350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18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2"/>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xmlns="" xmlns:m="http://schemas.openxmlformats.org/officeDocument/2006/math">
            <p:sp>
              <p:nvSpPr>
                <p:cNvPr id="19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3"/>
                  <a:stretch>
                    <a:fillRect l="-689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1" name="Editable label  = 1"/>
                <p:cNvSpPr/>
                <p:nvPr/>
              </p:nvSpPr>
              <p:spPr>
                <a:xfrm>
                  <a:off x="2413548" y="2759692"/>
                  <a:ext cx="40137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m:t>
                        </m:r>
                      </m:oMath>
                    </m:oMathPara>
                  </a14:m>
                  <a:endParaRPr sz="1342"/>
                </a:p>
              </p:txBody>
            </p:sp>
          </mc:Choice>
          <mc:Fallback xmlns="" xmlns:m="http://schemas.openxmlformats.org/officeDocument/2006/math">
            <p:sp>
              <p:nvSpPr>
                <p:cNvPr id="191" name="Editable label  = 1"/>
                <p:cNvSpPr>
                  <a:spLocks noRot="1" noChangeAspect="1" noMove="1" noResize="1" noEditPoints="1" noAdjustHandles="1" noChangeArrowheads="1" noChangeShapeType="1" noTextEdit="1"/>
                </p:cNvSpPr>
                <p:nvPr/>
              </p:nvSpPr>
              <p:spPr>
                <a:xfrm>
                  <a:off x="2444162" y="2783085"/>
                  <a:ext cx="340152" cy="259927"/>
                </a:xfrm>
                <a:prstGeom prst="rect">
                  <a:avLst/>
                </a:prstGeom>
                <a:blipFill>
                  <a:blip r:embed="rId14"/>
                  <a:stretch>
                    <a:fillRect r="-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2" name="Editable label ."/>
                <p:cNvSpPr/>
                <p:nvPr/>
              </p:nvSpPr>
              <p:spPr>
                <a:xfrm>
                  <a:off x="2740819"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192" name="Editable label ."/>
                <p:cNvSpPr>
                  <a:spLocks noRot="1" noChangeAspect="1" noMove="1" noResize="1" noEditPoints="1" noAdjustHandles="1" noChangeArrowheads="1" noChangeShapeType="1" noTextEdit="1"/>
                </p:cNvSpPr>
                <p:nvPr/>
              </p:nvSpPr>
              <p:spPr>
                <a:xfrm>
                  <a:off x="2748214" y="2772256"/>
                  <a:ext cx="82166" cy="259927"/>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3" name="Editable label 12"/>
                <p:cNvSpPr/>
                <p:nvPr/>
              </p:nvSpPr>
              <p:spPr>
                <a:xfrm>
                  <a:off x="2776395" y="2748863"/>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xmlns="" xmlns:m="http://schemas.openxmlformats.org/officeDocument/2006/math">
            <p:sp>
              <p:nvSpPr>
                <p:cNvPr id="193" name="Editable label 12"/>
                <p:cNvSpPr>
                  <a:spLocks noRot="1" noChangeAspect="1" noMove="1" noResize="1" noEditPoints="1" noAdjustHandles="1" noChangeArrowheads="1" noChangeShapeType="1" noTextEdit="1"/>
                </p:cNvSpPr>
                <p:nvPr/>
              </p:nvSpPr>
              <p:spPr>
                <a:xfrm>
                  <a:off x="2794278" y="2772256"/>
                  <a:ext cx="198700" cy="259927"/>
                </a:xfrm>
                <a:prstGeom prst="rect">
                  <a:avLst/>
                </a:prstGeom>
                <a:blipFill>
                  <a:blip r:embed="rId16"/>
                  <a:stretch>
                    <a:fillRect l="-21212" r="-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19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17"/>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xmlns="" xmlns:m="http://schemas.openxmlformats.org/officeDocument/2006/math">
            <p:sp>
              <p:nvSpPr>
                <p:cNvPr id="19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18"/>
                  <a:stretch>
                    <a:fillRect l="-303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6" name="Editable label 6"/>
                <p:cNvSpPr/>
                <p:nvPr/>
              </p:nvSpPr>
              <p:spPr>
                <a:xfrm>
                  <a:off x="435796"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m:t>
                        </m:r>
                      </m:oMath>
                    </m:oMathPara>
                  </a14:m>
                  <a:endParaRPr sz="1342"/>
                </a:p>
              </p:txBody>
            </p:sp>
          </mc:Choice>
          <mc:Fallback xmlns="" xmlns:m="http://schemas.openxmlformats.org/officeDocument/2006/math">
            <p:sp>
              <p:nvSpPr>
                <p:cNvPr id="196" name="Editable label 6"/>
                <p:cNvSpPr>
                  <a:spLocks noRot="1" noChangeAspect="1" noMove="1" noResize="1" noEditPoints="1" noAdjustHandles="1" noChangeArrowheads="1" noChangeShapeType="1" noTextEdit="1"/>
                </p:cNvSpPr>
                <p:nvPr/>
              </p:nvSpPr>
              <p:spPr>
                <a:xfrm>
                  <a:off x="446362" y="2075920"/>
                  <a:ext cx="117401" cy="259927"/>
                </a:xfrm>
                <a:prstGeom prst="rect">
                  <a:avLst/>
                </a:prstGeom>
                <a:blipFill>
                  <a:blip r:embed="rId19"/>
                  <a:stretch>
                    <a:fillRect l="-36842" r="-2105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7" name="Editable label ."/>
                <p:cNvSpPr/>
                <p:nvPr/>
              </p:nvSpPr>
              <p:spPr>
                <a:xfrm>
                  <a:off x="5202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197" name="Editable label ."/>
                <p:cNvSpPr>
                  <a:spLocks noRot="1" noChangeAspect="1" noMove="1" noResize="1" noEditPoints="1" noAdjustHandles="1" noChangeArrowheads="1" noChangeShapeType="1" noTextEdit="1"/>
                </p:cNvSpPr>
                <p:nvPr/>
              </p:nvSpPr>
              <p:spPr>
                <a:xfrm>
                  <a:off x="527661" y="2075920"/>
                  <a:ext cx="82166" cy="259927"/>
                </a:xfrm>
                <a:prstGeom prst="rect">
                  <a:avLst/>
                </a:prstGeom>
                <a:blipFill>
                  <a:blip r:embed="rId20"/>
                  <a:stretch>
                    <a:fillRect l="-769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8" name="Editable label 60"/>
                <p:cNvSpPr/>
                <p:nvPr/>
              </p:nvSpPr>
              <p:spPr>
                <a:xfrm>
                  <a:off x="555843"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60</m:t>
                        </m:r>
                      </m:oMath>
                    </m:oMathPara>
                  </a14:m>
                  <a:endParaRPr sz="1342"/>
                </a:p>
              </p:txBody>
            </p:sp>
          </mc:Choice>
          <mc:Fallback xmlns="" xmlns:m="http://schemas.openxmlformats.org/officeDocument/2006/math">
            <p:sp>
              <p:nvSpPr>
                <p:cNvPr id="198" name="Editable label 60"/>
                <p:cNvSpPr>
                  <a:spLocks noRot="1" noChangeAspect="1" noMove="1" noResize="1" noEditPoints="1" noAdjustHandles="1" noChangeArrowheads="1" noChangeShapeType="1" noTextEdit="1"/>
                </p:cNvSpPr>
                <p:nvPr/>
              </p:nvSpPr>
              <p:spPr>
                <a:xfrm>
                  <a:off x="573726" y="2075920"/>
                  <a:ext cx="198700" cy="259927"/>
                </a:xfrm>
                <a:prstGeom prst="rect">
                  <a:avLst/>
                </a:prstGeom>
                <a:blipFill>
                  <a:blip r:embed="rId21"/>
                  <a:stretch>
                    <a:fillRect l="-24242" r="-60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xmlns="" xmlns:m="http://schemas.openxmlformats.org/officeDocument/2006/math">
            <p:sp>
              <p:nvSpPr>
                <p:cNvPr id="19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2"/>
                  <a:stretch>
                    <a:fillRect l="-307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0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3"/>
                  <a:stretch>
                    <a:fillRect l="-80000" r="-50000" b="-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xmlns="" xmlns:m="http://schemas.openxmlformats.org/officeDocument/2006/math">
            <p:sp>
              <p:nvSpPr>
                <p:cNvPr id="20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4"/>
                  <a:stretch>
                    <a:fillRect l="-50000" r="-1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0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5"/>
                  <a:stretch>
                    <a:fillRect l="-80000" r="-50000" b="-6667"/>
                  </a:stretch>
                </a:blipFill>
                <a:ln>
                  <a:noFill/>
                </a:ln>
              </p:spPr>
              <p:txBody>
                <a:bodyPr/>
                <a:lstStyle/>
                <a:p>
                  <a:r>
                    <a:rPr lang="en-NL">
                      <a:noFill/>
                    </a:rPr>
                    <a:t> </a:t>
                  </a:r>
                </a:p>
              </p:txBody>
            </p:sp>
          </mc:Fallback>
        </mc:AlternateContent>
      </p:grpSp>
      <p:grpSp>
        <p:nvGrpSpPr>
          <p:cNvPr id="76" name="Picture 75 — editable labels"/>
          <p:cNvGrpSpPr/>
          <p:nvPr/>
        </p:nvGrpSpPr>
        <p:grpSpPr>
          <a:xfrm>
            <a:off x="4978400" y="1216977"/>
            <a:ext cx="3771900" cy="2303146"/>
            <a:chOff x="4978400" y="1216977"/>
            <a:chExt cx="3771900" cy="2303146"/>
          </a:xfrm>
        </p:grpSpPr>
        <p:pic>
          <p:nvPicPr>
            <p:cNvPr id="254" name="Picture 75">
              <a:extLst>
                <a:ext uri="{FF2B5EF4-FFF2-40B4-BE49-F238E27FC236}">
                  <a16:creationId xmlns:a16="http://schemas.microsoft.com/office/drawing/2014/main" id="{031C1F21-C0EF-60F6-448F-D767FC8EF650}"/>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sp>
          <p:nvSpPr>
            <p:cNvPr id="214" name="Editable label 0"/>
            <p:cNvSpPr/>
            <p:nvPr/>
          </p:nvSpPr>
          <p:spPr>
            <a:xfrm>
              <a:off x="5223443" y="217425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15" name="Editable label 0.05"/>
            <p:cNvSpPr/>
            <p:nvPr/>
          </p:nvSpPr>
          <p:spPr>
            <a:xfrm>
              <a:off x="5575557"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16" name="Editable label 0.1"/>
            <p:cNvSpPr/>
            <p:nvPr/>
          </p:nvSpPr>
          <p:spPr>
            <a:xfrm>
              <a:off x="6035556"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17" name="Editable label 0.15"/>
            <p:cNvSpPr/>
            <p:nvPr/>
          </p:nvSpPr>
          <p:spPr>
            <a:xfrm>
              <a:off x="6433906"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18" name="Editable label 0.2"/>
            <p:cNvSpPr/>
            <p:nvPr/>
          </p:nvSpPr>
          <p:spPr>
            <a:xfrm>
              <a:off x="6893905"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19" name="Editable label 0.25"/>
            <p:cNvSpPr/>
            <p:nvPr/>
          </p:nvSpPr>
          <p:spPr>
            <a:xfrm>
              <a:off x="7292255"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20" name="Editable label 0.3"/>
            <p:cNvSpPr/>
            <p:nvPr/>
          </p:nvSpPr>
          <p:spPr>
            <a:xfrm>
              <a:off x="7752254"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21" name="Editable label 0.35"/>
            <p:cNvSpPr/>
            <p:nvPr/>
          </p:nvSpPr>
          <p:spPr>
            <a:xfrm>
              <a:off x="8150604"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22" name="Editable label 0.4"/>
            <p:cNvSpPr/>
            <p:nvPr/>
          </p:nvSpPr>
          <p:spPr>
            <a:xfrm>
              <a:off x="8610603"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23" name="Editable label spikes/s"/>
            <p:cNvSpPr/>
            <p:nvPr/>
          </p:nvSpPr>
          <p:spPr>
            <a:xfrm rot="16200000">
              <a:off x="4782215" y="1618613"/>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24" name="Editable label 0"/>
            <p:cNvSpPr/>
            <p:nvPr/>
          </p:nvSpPr>
          <p:spPr>
            <a:xfrm>
              <a:off x="5148581" y="201032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25" name="Editable label 200"/>
            <p:cNvSpPr/>
            <p:nvPr/>
          </p:nvSpPr>
          <p:spPr>
            <a:xfrm>
              <a:off x="5050088" y="1856777"/>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200</a:t>
              </a:r>
              <a:endParaRPr sz="850"/>
            </a:p>
          </p:txBody>
        </p:sp>
        <p:sp>
          <p:nvSpPr>
            <p:cNvPr id="226" name="Editable label 400"/>
            <p:cNvSpPr/>
            <p:nvPr/>
          </p:nvSpPr>
          <p:spPr>
            <a:xfrm>
              <a:off x="5050088" y="1703234"/>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400</a:t>
              </a:r>
              <a:endParaRPr sz="850"/>
            </a:p>
          </p:txBody>
        </p:sp>
        <p:sp>
          <p:nvSpPr>
            <p:cNvPr id="227" name="Editable label 600"/>
            <p:cNvSpPr/>
            <p:nvPr/>
          </p:nvSpPr>
          <p:spPr>
            <a:xfrm>
              <a:off x="5117374" y="1540977"/>
              <a:ext cx="196337"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600</a:t>
              </a:r>
              <a:endParaRPr sz="794"/>
            </a:p>
          </p:txBody>
        </p:sp>
        <p:sp>
          <p:nvSpPr>
            <p:cNvPr id="228" name="Editable label 800"/>
            <p:cNvSpPr/>
            <p:nvPr/>
          </p:nvSpPr>
          <p:spPr>
            <a:xfrm>
              <a:off x="5050088" y="1396148"/>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800</a:t>
              </a:r>
              <a:endParaRPr sz="850"/>
            </a:p>
          </p:txBody>
        </p:sp>
        <p:sp>
          <p:nvSpPr>
            <p:cNvPr id="229" name="Editable label 1000"/>
            <p:cNvSpPr/>
            <p:nvPr/>
          </p:nvSpPr>
          <p:spPr>
            <a:xfrm>
              <a:off x="5000842" y="1242605"/>
              <a:ext cx="27190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1000</a:t>
              </a:r>
              <a:endParaRPr sz="850"/>
            </a:p>
          </p:txBody>
        </p:sp>
        <p:sp>
          <p:nvSpPr>
            <p:cNvPr id="230" name="Editable label t"/>
            <p:cNvSpPr/>
            <p:nvPr/>
          </p:nvSpPr>
          <p:spPr>
            <a:xfrm>
              <a:off x="6956012" y="3390967"/>
              <a:ext cx="56994"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231" name="Editable label 0"/>
            <p:cNvSpPr/>
            <p:nvPr/>
          </p:nvSpPr>
          <p:spPr>
            <a:xfrm>
              <a:off x="5223443" y="3312005"/>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32" name="Editable label 0.05"/>
            <p:cNvSpPr/>
            <p:nvPr/>
          </p:nvSpPr>
          <p:spPr>
            <a:xfrm>
              <a:off x="5575557"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33" name="Editable label 0.1"/>
            <p:cNvSpPr/>
            <p:nvPr/>
          </p:nvSpPr>
          <p:spPr>
            <a:xfrm>
              <a:off x="6035556"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34" name="Editable label 0.15"/>
            <p:cNvSpPr/>
            <p:nvPr/>
          </p:nvSpPr>
          <p:spPr>
            <a:xfrm>
              <a:off x="6433906"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35" name="Editable label 0.2"/>
            <p:cNvSpPr/>
            <p:nvPr/>
          </p:nvSpPr>
          <p:spPr>
            <a:xfrm>
              <a:off x="6893905"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36" name="Editable label 0.25"/>
            <p:cNvSpPr/>
            <p:nvPr/>
          </p:nvSpPr>
          <p:spPr>
            <a:xfrm>
              <a:off x="7292255"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37" name="Editable label 0.3"/>
            <p:cNvSpPr/>
            <p:nvPr/>
          </p:nvSpPr>
          <p:spPr>
            <a:xfrm>
              <a:off x="7752254"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38" name="Editable label 0.35"/>
            <p:cNvSpPr/>
            <p:nvPr/>
          </p:nvSpPr>
          <p:spPr>
            <a:xfrm>
              <a:off x="8150604"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39" name="Editable label 0.4"/>
            <p:cNvSpPr/>
            <p:nvPr/>
          </p:nvSpPr>
          <p:spPr>
            <a:xfrm>
              <a:off x="8610603"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40" name="Editable label spikes/s"/>
            <p:cNvSpPr/>
            <p:nvPr/>
          </p:nvSpPr>
          <p:spPr>
            <a:xfrm rot="16200000">
              <a:off x="4829421" y="2742189"/>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41" name="Editable label -20"/>
            <p:cNvSpPr/>
            <p:nvPr/>
          </p:nvSpPr>
          <p:spPr>
            <a:xfrm>
              <a:off x="5071633" y="3218704"/>
              <a:ext cx="18328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2" name="Editable label 0"/>
            <p:cNvSpPr/>
            <p:nvPr/>
          </p:nvSpPr>
          <p:spPr>
            <a:xfrm>
              <a:off x="5148581" y="306017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43" name="Editable label 20"/>
            <p:cNvSpPr/>
            <p:nvPr/>
          </p:nvSpPr>
          <p:spPr>
            <a:xfrm>
              <a:off x="5099335" y="29016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4" name="Editable label 40"/>
            <p:cNvSpPr/>
            <p:nvPr/>
          </p:nvSpPr>
          <p:spPr>
            <a:xfrm>
              <a:off x="5164580" y="2749722"/>
              <a:ext cx="138769"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40</a:t>
              </a:r>
              <a:endParaRPr sz="794"/>
            </a:p>
          </p:txBody>
        </p:sp>
        <p:sp>
          <p:nvSpPr>
            <p:cNvPr id="245" name="Editable label 60"/>
            <p:cNvSpPr/>
            <p:nvPr/>
          </p:nvSpPr>
          <p:spPr>
            <a:xfrm>
              <a:off x="5099335" y="2584572"/>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246" name="Editable label 80"/>
            <p:cNvSpPr/>
            <p:nvPr/>
          </p:nvSpPr>
          <p:spPr>
            <a:xfrm>
              <a:off x="5099335" y="24260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247" name="Editable label 100"/>
            <p:cNvSpPr/>
            <p:nvPr/>
          </p:nvSpPr>
          <p:spPr>
            <a:xfrm>
              <a:off x="5050088" y="2267505"/>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30000" name="Response legend S"/>
                <p:cNvSpPr/>
                <p:nvPr/>
              </p:nvSpPr>
              <p:spPr>
                <a:xfrm>
                  <a:off x="8186619" y="2321716"/>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S</m:t>
                            </m:r>
                          </m:sub>
                        </m:sSub>
                        <m:r>
                          <a:rPr sz="800">
                            <a:solidFill>
                              <a:srgbClr val="333333"/>
                            </a:solidFill>
                            <a:latin typeface="Cambria Math"/>
                          </a:rPr>
                          <m:t> (</m:t>
                        </m:r>
                        <m:r>
                          <m:rPr>
                            <m:sty m:val="p"/>
                          </m:rPr>
                          <a:rPr sz="800">
                            <a:solidFill>
                              <a:srgbClr val="333333"/>
                            </a:solidFill>
                            <a:latin typeface="Cambria Math"/>
                          </a:rPr>
                          <m:t>STN</m:t>
                        </m:r>
                        <m:r>
                          <a:rPr sz="800">
                            <a:solidFill>
                              <a:srgbClr val="333333"/>
                            </a:solidFill>
                            <a:latin typeface="Cambria Math"/>
                          </a:rPr>
                          <m:t>)</m:t>
                        </m:r>
                      </m:oMath>
                    </m:oMathPara>
                  </a14:m>
                  <a:endParaRPr sz="800"/>
                </a:p>
              </p:txBody>
            </p:sp>
          </mc:Choice>
          <mc:Fallback xmlns="">
            <p:sp>
              <p:nvSpPr>
                <p:cNvPr id="30000" name="Response legend S"/>
                <p:cNvSpPr>
                  <a:spLocks noRot="1" noChangeAspect="1" noMove="1" noResize="1" noEditPoints="1" noAdjustHandles="1" noChangeArrowheads="1" noChangeShapeType="1" noTextEdit="1"/>
                </p:cNvSpPr>
                <p:nvPr/>
              </p:nvSpPr>
              <p:spPr>
                <a:xfrm>
                  <a:off x="8186619" y="2321716"/>
                  <a:ext cx="1270000" cy="177800"/>
                </a:xfrm>
                <a:prstGeom prst="rect">
                  <a:avLst/>
                </a:prstGeom>
                <a:blipFill>
                  <a:blip r:embed="rId27"/>
                  <a:stretch>
                    <a:fillRect l="-2404" b="-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1" name="Response legend G"/>
                <p:cNvSpPr/>
                <p:nvPr/>
              </p:nvSpPr>
              <p:spPr>
                <a:xfrm>
                  <a:off x="8186619" y="2461416"/>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G</m:t>
                            </m:r>
                          </m:sub>
                        </m:sSub>
                        <m:r>
                          <a:rPr sz="800">
                            <a:solidFill>
                              <a:srgbClr val="333333"/>
                            </a:solidFill>
                            <a:latin typeface="Cambria Math"/>
                          </a:rPr>
                          <m:t> (</m:t>
                        </m:r>
                        <m:r>
                          <m:rPr>
                            <m:sty m:val="p"/>
                          </m:rPr>
                          <a:rPr sz="800">
                            <a:solidFill>
                              <a:srgbClr val="333333"/>
                            </a:solidFill>
                            <a:latin typeface="Cambria Math"/>
                          </a:rPr>
                          <m:t>GPe</m:t>
                        </m:r>
                        <m:r>
                          <a:rPr sz="800">
                            <a:solidFill>
                              <a:srgbClr val="333333"/>
                            </a:solidFill>
                            <a:latin typeface="Cambria Math"/>
                          </a:rPr>
                          <m:t> / </m:t>
                        </m:r>
                        <m:r>
                          <m:rPr>
                            <m:sty m:val="p"/>
                          </m:rPr>
                          <a:rPr sz="800">
                            <a:solidFill>
                              <a:srgbClr val="333333"/>
                            </a:solidFill>
                            <a:latin typeface="Cambria Math"/>
                          </a:rPr>
                          <m:t>Proto</m:t>
                        </m:r>
                        <m:r>
                          <a:rPr sz="800">
                            <a:solidFill>
                              <a:srgbClr val="333333"/>
                            </a:solidFill>
                            <a:latin typeface="Cambria Math"/>
                          </a:rPr>
                          <m:t>)</m:t>
                        </m:r>
                      </m:oMath>
                    </m:oMathPara>
                  </a14:m>
                  <a:endParaRPr sz="800"/>
                </a:p>
              </p:txBody>
            </p:sp>
          </mc:Choice>
          <mc:Fallback xmlns="">
            <p:sp>
              <p:nvSpPr>
                <p:cNvPr id="30001" name="Response legend G"/>
                <p:cNvSpPr>
                  <a:spLocks noRot="1" noChangeAspect="1" noMove="1" noResize="1" noEditPoints="1" noAdjustHandles="1" noChangeArrowheads="1" noChangeShapeType="1" noTextEdit="1"/>
                </p:cNvSpPr>
                <p:nvPr/>
              </p:nvSpPr>
              <p:spPr>
                <a:xfrm>
                  <a:off x="8186619" y="2461416"/>
                  <a:ext cx="1270000" cy="177800"/>
                </a:xfrm>
                <a:prstGeom prst="rect">
                  <a:avLst/>
                </a:prstGeom>
                <a:blipFill>
                  <a:blip r:embed="rId28"/>
                  <a:stretch>
                    <a:fillRect l="-2404" b="-10345"/>
                  </a:stretch>
                </a:blipFill>
                <a:ln>
                  <a:noFill/>
                </a:ln>
              </p:spPr>
              <p:txBody>
                <a:bodyPr/>
                <a:lstStyle/>
                <a:p>
                  <a:r>
                    <a:rPr lang="en-NL">
                      <a:noFill/>
                    </a:rPr>
                    <a:t> </a:t>
                  </a:r>
                </a:p>
              </p:txBody>
            </p:sp>
          </mc:Fallback>
        </mc:AlternateContent>
      </p:grpSp>
      <p:pic>
        <p:nvPicPr>
          <p:cNvPr id="77"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8" name="Picture 77 — editable labels"/>
          <p:cNvGrpSpPr/>
          <p:nvPr/>
        </p:nvGrpSpPr>
        <p:grpSpPr>
          <a:xfrm>
            <a:off x="4978400" y="1465393"/>
            <a:ext cx="3771900" cy="1806313"/>
            <a:chOff x="4978400" y="1465393"/>
            <a:chExt cx="3771900" cy="1806313"/>
          </a:xfrm>
        </p:grpSpPr>
        <p:pic>
          <p:nvPicPr>
            <p:cNvPr id="206"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sp>
          <p:nvSpPr>
            <p:cNvPr id="182" name="Editable label t"/>
            <p:cNvSpPr/>
            <p:nvPr/>
          </p:nvSpPr>
          <p:spPr>
            <a:xfrm>
              <a:off x="6948144" y="3140023"/>
              <a:ext cx="56977"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183" name="Editable label 0"/>
            <p:cNvSpPr/>
            <p:nvPr/>
          </p:nvSpPr>
          <p:spPr>
            <a:xfrm>
              <a:off x="5212119" y="3051668"/>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84" name="Editable label 0.05"/>
            <p:cNvSpPr/>
            <p:nvPr/>
          </p:nvSpPr>
          <p:spPr>
            <a:xfrm>
              <a:off x="5564975"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185" name="Editable label 0.1"/>
            <p:cNvSpPr/>
            <p:nvPr/>
          </p:nvSpPr>
          <p:spPr>
            <a:xfrm>
              <a:off x="6025832"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186" name="Editable label 0.15"/>
            <p:cNvSpPr/>
            <p:nvPr/>
          </p:nvSpPr>
          <p:spPr>
            <a:xfrm>
              <a:off x="6424974"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187" name="Editable label 0.2"/>
            <p:cNvSpPr/>
            <p:nvPr/>
          </p:nvSpPr>
          <p:spPr>
            <a:xfrm>
              <a:off x="6885830"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188" name="Editable label 0.25"/>
            <p:cNvSpPr/>
            <p:nvPr/>
          </p:nvSpPr>
          <p:spPr>
            <a:xfrm>
              <a:off x="7284972"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189" name="Editable label 0.3"/>
            <p:cNvSpPr/>
            <p:nvPr/>
          </p:nvSpPr>
          <p:spPr>
            <a:xfrm>
              <a:off x="7745828"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190" name="Editable label 0.35"/>
            <p:cNvSpPr/>
            <p:nvPr/>
          </p:nvSpPr>
          <p:spPr>
            <a:xfrm>
              <a:off x="8144970"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191" name="Editable label 0.4"/>
            <p:cNvSpPr/>
            <p:nvPr/>
          </p:nvSpPr>
          <p:spPr>
            <a:xfrm>
              <a:off x="8605827"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192" name="Editable label spikes/s"/>
            <p:cNvSpPr/>
            <p:nvPr/>
          </p:nvSpPr>
          <p:spPr>
            <a:xfrm rot="16200000">
              <a:off x="4800188" y="2177612"/>
              <a:ext cx="415454"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193" name="Editable label -20"/>
            <p:cNvSpPr/>
            <p:nvPr/>
          </p:nvSpPr>
          <p:spPr>
            <a:xfrm>
              <a:off x="5052060" y="2951395"/>
              <a:ext cx="183476"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4" name="Editable label 0"/>
            <p:cNvSpPr/>
            <p:nvPr/>
          </p:nvSpPr>
          <p:spPr>
            <a:xfrm>
              <a:off x="5132435" y="2693227"/>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95" name="Editable label 20"/>
            <p:cNvSpPr/>
            <p:nvPr/>
          </p:nvSpPr>
          <p:spPr>
            <a:xfrm>
              <a:off x="5080996" y="2435060"/>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6" name="Editable label 40"/>
            <p:cNvSpPr/>
            <p:nvPr/>
          </p:nvSpPr>
          <p:spPr>
            <a:xfrm>
              <a:off x="5133453" y="2183342"/>
              <a:ext cx="138729" cy="181302"/>
            </a:xfrm>
            <a:prstGeom prst="rect">
              <a:avLst/>
            </a:prstGeom>
            <a:noFill/>
            <a:ln>
              <a:noFill/>
            </a:ln>
          </p:spPr>
          <p:txBody>
            <a:bodyPr wrap="none" lIns="0" tIns="0" rIns="0" bIns="0" anchor="ctr">
              <a:noAutofit/>
            </a:bodyPr>
            <a:lstStyle/>
            <a:p>
              <a:pPr algn="ctr">
                <a:buNone/>
              </a:pPr>
              <a:r>
                <a:rPr lang="en-GB" sz="793" b="0" i="0" u="none" baseline="0">
                  <a:solidFill>
                    <a:srgbClr val="212121"/>
                  </a:solidFill>
                  <a:latin typeface="Arial"/>
                  <a:ea typeface="Arial"/>
                  <a:cs typeface="Arial"/>
                </a:rPr>
                <a:t>40</a:t>
              </a:r>
              <a:endParaRPr sz="793"/>
            </a:p>
          </p:txBody>
        </p:sp>
        <p:sp>
          <p:nvSpPr>
            <p:cNvPr id="197" name="Editable label 60"/>
            <p:cNvSpPr/>
            <p:nvPr/>
          </p:nvSpPr>
          <p:spPr>
            <a:xfrm>
              <a:off x="5080996" y="1918726"/>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198" name="Editable label 80"/>
            <p:cNvSpPr/>
            <p:nvPr/>
          </p:nvSpPr>
          <p:spPr>
            <a:xfrm>
              <a:off x="5080996" y="1660558"/>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199" name="Editable label 100"/>
            <p:cNvSpPr/>
            <p:nvPr/>
          </p:nvSpPr>
          <p:spPr>
            <a:xfrm>
              <a:off x="5029555" y="1402391"/>
              <a:ext cx="210475"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30000" name="Response legend S"/>
                <p:cNvSpPr/>
                <p:nvPr/>
              </p:nvSpPr>
              <p:spPr>
                <a:xfrm>
                  <a:off x="5457188" y="1470394"/>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S</m:t>
                            </m:r>
                          </m:sub>
                        </m:sSub>
                        <m:r>
                          <a:rPr sz="800">
                            <a:solidFill>
                              <a:srgbClr val="333333"/>
                            </a:solidFill>
                            <a:latin typeface="Cambria Math"/>
                          </a:rPr>
                          <m:t> (</m:t>
                        </m:r>
                        <m:r>
                          <m:rPr>
                            <m:sty m:val="p"/>
                          </m:rPr>
                          <a:rPr sz="800">
                            <a:solidFill>
                              <a:srgbClr val="333333"/>
                            </a:solidFill>
                            <a:latin typeface="Cambria Math"/>
                          </a:rPr>
                          <m:t>STN</m:t>
                        </m:r>
                        <m:r>
                          <a:rPr sz="800">
                            <a:solidFill>
                              <a:srgbClr val="333333"/>
                            </a:solidFill>
                            <a:latin typeface="Cambria Math"/>
                          </a:rPr>
                          <m:t>)</m:t>
                        </m:r>
                      </m:oMath>
                    </m:oMathPara>
                  </a14:m>
                  <a:endParaRPr sz="800"/>
                </a:p>
              </p:txBody>
            </p:sp>
          </mc:Choice>
          <mc:Fallback xmlns="">
            <p:sp>
              <p:nvSpPr>
                <p:cNvPr id="30000" name="Response legend S"/>
                <p:cNvSpPr>
                  <a:spLocks noRot="1" noChangeAspect="1" noMove="1" noResize="1" noEditPoints="1" noAdjustHandles="1" noChangeArrowheads="1" noChangeShapeType="1" noTextEdit="1"/>
                </p:cNvSpPr>
                <p:nvPr/>
              </p:nvSpPr>
              <p:spPr>
                <a:xfrm>
                  <a:off x="5457188" y="1470394"/>
                  <a:ext cx="1270000" cy="177800"/>
                </a:xfrm>
                <a:prstGeom prst="rect">
                  <a:avLst/>
                </a:prstGeom>
                <a:blipFill>
                  <a:blip r:embed="rId4"/>
                  <a:stretch>
                    <a:fillRect l="-1914" b="-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1" name="Response legend G"/>
                <p:cNvSpPr/>
                <p:nvPr/>
              </p:nvSpPr>
              <p:spPr>
                <a:xfrm>
                  <a:off x="5457188" y="1610094"/>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G</m:t>
                            </m:r>
                          </m:sub>
                        </m:sSub>
                        <m:r>
                          <a:rPr sz="800">
                            <a:solidFill>
                              <a:srgbClr val="333333"/>
                            </a:solidFill>
                            <a:latin typeface="Cambria Math"/>
                          </a:rPr>
                          <m:t> (</m:t>
                        </m:r>
                        <m:r>
                          <m:rPr>
                            <m:sty m:val="p"/>
                          </m:rPr>
                          <a:rPr sz="800">
                            <a:solidFill>
                              <a:srgbClr val="333333"/>
                            </a:solidFill>
                            <a:latin typeface="Cambria Math"/>
                          </a:rPr>
                          <m:t>GPe</m:t>
                        </m:r>
                        <m:r>
                          <a:rPr sz="800">
                            <a:solidFill>
                              <a:srgbClr val="333333"/>
                            </a:solidFill>
                            <a:latin typeface="Cambria Math"/>
                          </a:rPr>
                          <m:t> / </m:t>
                        </m:r>
                        <m:r>
                          <m:rPr>
                            <m:sty m:val="p"/>
                          </m:rPr>
                          <a:rPr sz="800">
                            <a:solidFill>
                              <a:srgbClr val="333333"/>
                            </a:solidFill>
                            <a:latin typeface="Cambria Math"/>
                          </a:rPr>
                          <m:t>Proto</m:t>
                        </m:r>
                        <m:r>
                          <a:rPr sz="800">
                            <a:solidFill>
                              <a:srgbClr val="333333"/>
                            </a:solidFill>
                            <a:latin typeface="Cambria Math"/>
                          </a:rPr>
                          <m:t>)</m:t>
                        </m:r>
                      </m:oMath>
                    </m:oMathPara>
                  </a14:m>
                  <a:endParaRPr sz="800"/>
                </a:p>
              </p:txBody>
            </p:sp>
          </mc:Choice>
          <mc:Fallback xmlns="">
            <p:sp>
              <p:nvSpPr>
                <p:cNvPr id="30001" name="Response legend G"/>
                <p:cNvSpPr>
                  <a:spLocks noRot="1" noChangeAspect="1" noMove="1" noResize="1" noEditPoints="1" noAdjustHandles="1" noChangeArrowheads="1" noChangeShapeType="1" noTextEdit="1"/>
                </p:cNvSpPr>
                <p:nvPr/>
              </p:nvSpPr>
              <p:spPr>
                <a:xfrm>
                  <a:off x="5457188" y="1610094"/>
                  <a:ext cx="1270000" cy="177800"/>
                </a:xfrm>
                <a:prstGeom prst="rect">
                  <a:avLst/>
                </a:prstGeom>
                <a:blipFill>
                  <a:blip r:embed="rId5"/>
                  <a:stretch>
                    <a:fillRect l="-1914" b="-10345"/>
                  </a:stretch>
                </a:blipFill>
                <a:ln>
                  <a:noFill/>
                </a:ln>
              </p:spPr>
              <p:txBody>
                <a:bodyPr/>
                <a:lstStyle/>
                <a:p>
                  <a:r>
                    <a:rPr lang="en-NL">
                      <a:noFill/>
                    </a:rPr>
                    <a:t> </a:t>
                  </a:r>
                </a:p>
              </p:txBody>
            </p:sp>
          </mc:Fallback>
        </mc:AlternateContent>
      </p:grpSp>
      <p:grpSp>
        <p:nvGrpSpPr>
          <p:cNvPr id="80" name="Picture 79 — editable labels"/>
          <p:cNvGrpSpPr/>
          <p:nvPr/>
        </p:nvGrpSpPr>
        <p:grpSpPr>
          <a:xfrm>
            <a:off x="419100" y="1076325"/>
            <a:ext cx="4279900" cy="2139950"/>
            <a:chOff x="419100" y="1076325"/>
            <a:chExt cx="4279900" cy="2139950"/>
          </a:xfrm>
        </p:grpSpPr>
        <p:pic>
          <p:nvPicPr>
            <p:cNvPr id="243" name="Picture 79">
              <a:extLst>
                <a:ext uri="{FF2B5EF4-FFF2-40B4-BE49-F238E27FC236}">
                  <a16:creationId xmlns:a16="http://schemas.microsoft.com/office/drawing/2014/main" id="{B0A62C5A-1170-6901-11F2-FB8E93EE57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217"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218"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xmlns:a14="http://schemas.microsoft.com/office/drawing/2010/main">
          <mc:Choice Requires="a14">
            <p:sp>
              <p:nvSpPr>
                <p:cNvPr id="219"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xmlns="" xmlns:m="http://schemas.openxmlformats.org/officeDocument/2006/math">
            <p:sp>
              <p:nvSpPr>
                <p:cNvPr id="219"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7"/>
                  <a:stretch>
                    <a:fillRect l="-32353" r="-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220"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8"/>
                  <a:stretch>
                    <a:fillRect l="-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1"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221"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9"/>
                  <a:stretch>
                    <a:fillRect l="-11429"/>
                  </a:stretch>
                </a:blipFill>
                <a:ln>
                  <a:noFill/>
                </a:ln>
              </p:spPr>
              <p:txBody>
                <a:bodyPr/>
                <a:lstStyle/>
                <a:p>
                  <a:r>
                    <a:rPr lang="en-NL">
                      <a:noFill/>
                    </a:rPr>
                    <a:t> </a:t>
                  </a:r>
                </a:p>
              </p:txBody>
            </p:sp>
          </mc:Fallback>
        </mc:AlternateContent>
        <p:sp>
          <p:nvSpPr>
            <p:cNvPr id="222" name="Editable label Suffering from"/>
            <p:cNvSpPr/>
            <p:nvPr/>
          </p:nvSpPr>
          <p:spPr>
            <a:xfrm>
              <a:off x="2026776" y="1910508"/>
              <a:ext cx="1159721"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Suffering from</a:t>
              </a:r>
              <a:endParaRPr sz="1342"/>
            </a:p>
          </p:txBody>
        </p:sp>
        <p:sp>
          <p:nvSpPr>
            <p:cNvPr id="223" name="Editable label Parkinson’s"/>
            <p:cNvSpPr/>
            <p:nvPr/>
          </p:nvSpPr>
          <p:spPr>
            <a:xfrm>
              <a:off x="2146839" y="2094358"/>
              <a:ext cx="919803"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Parkinson’s</a:t>
              </a:r>
              <a:endParaRPr sz="1342"/>
            </a:p>
          </p:txBody>
        </p:sp>
        <mc:AlternateContent xmlns:mc="http://schemas.openxmlformats.org/markup-compatibility/2006" xmlns:a14="http://schemas.microsoft.com/office/drawing/2010/main">
          <mc:Choice Requires="a14">
            <p:sp>
              <p:nvSpPr>
                <p:cNvPr id="22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xmlns="" xmlns:m="http://schemas.openxmlformats.org/officeDocument/2006/math">
            <p:sp>
              <p:nvSpPr>
                <p:cNvPr id="22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10"/>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xmlns="" xmlns:m="http://schemas.openxmlformats.org/officeDocument/2006/math">
            <p:sp>
              <p:nvSpPr>
                <p:cNvPr id="22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11"/>
                  <a:stretch>
                    <a:fillRect l="-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6" name="Editable label  = 20"/>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20</m:t>
                        </m:r>
                      </m:oMath>
                    </m:oMathPara>
                  </a14:m>
                  <a:endParaRPr sz="1342"/>
                </a:p>
              </p:txBody>
            </p:sp>
          </mc:Choice>
          <mc:Fallback xmlns="" xmlns:m="http://schemas.openxmlformats.org/officeDocument/2006/math">
            <p:sp>
              <p:nvSpPr>
                <p:cNvPr id="226" name="Editable label  = 20"/>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12"/>
                  <a:stretch>
                    <a:fillRect r="-289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xmlns="" xmlns:m="http://schemas.openxmlformats.org/officeDocument/2006/math">
            <p:sp>
              <p:nvSpPr>
                <p:cNvPr id="22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xmlns="" xmlns:m="http://schemas.openxmlformats.org/officeDocument/2006/math">
            <p:sp>
              <p:nvSpPr>
                <p:cNvPr id="22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4"/>
                  <a:stretch>
                    <a:fillRect l="-350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22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5"/>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xmlns="" xmlns:m="http://schemas.openxmlformats.org/officeDocument/2006/math">
            <p:sp>
              <p:nvSpPr>
                <p:cNvPr id="23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6"/>
                  <a:stretch>
                    <a:fillRect l="-689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1" name="Editable label  = 10"/>
                <p:cNvSpPr/>
                <p:nvPr/>
              </p:nvSpPr>
              <p:spPr>
                <a:xfrm>
                  <a:off x="2406231" y="2759692"/>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10</m:t>
                        </m:r>
                      </m:oMath>
                    </m:oMathPara>
                  </a14:m>
                  <a:endParaRPr sz="1342"/>
                </a:p>
              </p:txBody>
            </p:sp>
          </mc:Choice>
          <mc:Fallback xmlns="" xmlns:m="http://schemas.openxmlformats.org/officeDocument/2006/math">
            <p:sp>
              <p:nvSpPr>
                <p:cNvPr id="231" name="Editable label  = 10"/>
                <p:cNvSpPr>
                  <a:spLocks noRot="1" noChangeAspect="1" noMove="1" noResize="1" noEditPoints="1" noAdjustHandles="1" noChangeArrowheads="1" noChangeShapeType="1" noTextEdit="1"/>
                </p:cNvSpPr>
                <p:nvPr/>
              </p:nvSpPr>
              <p:spPr>
                <a:xfrm>
                  <a:off x="2444162" y="2783085"/>
                  <a:ext cx="421452" cy="259927"/>
                </a:xfrm>
                <a:prstGeom prst="rect">
                  <a:avLst/>
                </a:prstGeom>
                <a:blipFill>
                  <a:blip r:embed="rId17"/>
                  <a:stretch>
                    <a:fillRect r="-289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2" name="Editable label ."/>
                <p:cNvSpPr/>
                <p:nvPr/>
              </p:nvSpPr>
              <p:spPr>
                <a:xfrm>
                  <a:off x="2822118"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232" name="Editable label ."/>
                <p:cNvSpPr>
                  <a:spLocks noRot="1" noChangeAspect="1" noMove="1" noResize="1" noEditPoints="1" noAdjustHandles="1" noChangeArrowheads="1" noChangeShapeType="1" noTextEdit="1"/>
                </p:cNvSpPr>
                <p:nvPr/>
              </p:nvSpPr>
              <p:spPr>
                <a:xfrm>
                  <a:off x="2829513" y="2772256"/>
                  <a:ext cx="82166" cy="259927"/>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3" name="Editable label 7"/>
                <p:cNvSpPr/>
                <p:nvPr/>
              </p:nvSpPr>
              <p:spPr>
                <a:xfrm>
                  <a:off x="2865012" y="2748863"/>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7</m:t>
                        </m:r>
                      </m:oMath>
                    </m:oMathPara>
                  </a14:m>
                  <a:endParaRPr sz="1342"/>
                </a:p>
              </p:txBody>
            </p:sp>
          </mc:Choice>
          <mc:Fallback xmlns="" xmlns:m="http://schemas.openxmlformats.org/officeDocument/2006/math">
            <p:sp>
              <p:nvSpPr>
                <p:cNvPr id="233" name="Editable label 7"/>
                <p:cNvSpPr>
                  <a:spLocks noRot="1" noChangeAspect="1" noMove="1" noResize="1" noEditPoints="1" noAdjustHandles="1" noChangeArrowheads="1" noChangeShapeType="1" noTextEdit="1"/>
                </p:cNvSpPr>
                <p:nvPr/>
              </p:nvSpPr>
              <p:spPr>
                <a:xfrm>
                  <a:off x="2875578" y="2772256"/>
                  <a:ext cx="117400" cy="259927"/>
                </a:xfrm>
                <a:prstGeom prst="rect">
                  <a:avLst/>
                </a:prstGeom>
                <a:blipFill>
                  <a:blip r:embed="rId19"/>
                  <a:stretch>
                    <a:fillRect l="-42105" r="-157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23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20"/>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xmlns="" xmlns:m="http://schemas.openxmlformats.org/officeDocument/2006/math">
            <p:sp>
              <p:nvSpPr>
                <p:cNvPr id="23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21"/>
                  <a:stretch>
                    <a:fillRect l="-303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6" name="Editable label 12"/>
                <p:cNvSpPr/>
                <p:nvPr/>
              </p:nvSpPr>
              <p:spPr>
                <a:xfrm>
                  <a:off x="428479"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xmlns="" xmlns:m="http://schemas.openxmlformats.org/officeDocument/2006/math">
            <p:sp>
              <p:nvSpPr>
                <p:cNvPr id="236" name="Editable label 12"/>
                <p:cNvSpPr>
                  <a:spLocks noRot="1" noChangeAspect="1" noMove="1" noResize="1" noEditPoints="1" noAdjustHandles="1" noChangeArrowheads="1" noChangeShapeType="1" noTextEdit="1"/>
                </p:cNvSpPr>
                <p:nvPr/>
              </p:nvSpPr>
              <p:spPr>
                <a:xfrm>
                  <a:off x="446362" y="2075920"/>
                  <a:ext cx="198700" cy="259927"/>
                </a:xfrm>
                <a:prstGeom prst="rect">
                  <a:avLst/>
                </a:prstGeom>
                <a:blipFill>
                  <a:blip r:embed="rId22"/>
                  <a:stretch>
                    <a:fillRect l="-24242" r="-60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7" name="Editable label ."/>
                <p:cNvSpPr/>
                <p:nvPr/>
              </p:nvSpPr>
              <p:spPr>
                <a:xfrm>
                  <a:off x="6015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237" name="Editable label ."/>
                <p:cNvSpPr>
                  <a:spLocks noRot="1" noChangeAspect="1" noMove="1" noResize="1" noEditPoints="1" noAdjustHandles="1" noChangeArrowheads="1" noChangeShapeType="1" noTextEdit="1"/>
                </p:cNvSpPr>
                <p:nvPr/>
              </p:nvSpPr>
              <p:spPr>
                <a:xfrm>
                  <a:off x="608961" y="2075920"/>
                  <a:ext cx="82166" cy="259927"/>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8" name="Editable label 3"/>
                <p:cNvSpPr/>
                <p:nvPr/>
              </p:nvSpPr>
              <p:spPr>
                <a:xfrm>
                  <a:off x="644460"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3</m:t>
                        </m:r>
                      </m:oMath>
                    </m:oMathPara>
                  </a14:m>
                  <a:endParaRPr sz="1342"/>
                </a:p>
              </p:txBody>
            </p:sp>
          </mc:Choice>
          <mc:Fallback xmlns="" xmlns:m="http://schemas.openxmlformats.org/officeDocument/2006/math">
            <p:sp>
              <p:nvSpPr>
                <p:cNvPr id="238" name="Editable label 3"/>
                <p:cNvSpPr>
                  <a:spLocks noRot="1" noChangeAspect="1" noMove="1" noResize="1" noEditPoints="1" noAdjustHandles="1" noChangeArrowheads="1" noChangeShapeType="1" noTextEdit="1"/>
                </p:cNvSpPr>
                <p:nvPr/>
              </p:nvSpPr>
              <p:spPr>
                <a:xfrm>
                  <a:off x="655026" y="2075920"/>
                  <a:ext cx="117401" cy="259927"/>
                </a:xfrm>
                <a:prstGeom prst="rect">
                  <a:avLst/>
                </a:prstGeom>
                <a:blipFill>
                  <a:blip r:embed="rId24"/>
                  <a:stretch>
                    <a:fillRect l="-350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xmlns="" xmlns:m="http://schemas.openxmlformats.org/officeDocument/2006/math">
            <p:sp>
              <p:nvSpPr>
                <p:cNvPr id="23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5"/>
                  <a:stretch>
                    <a:fillRect l="-307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4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6"/>
                  <a:stretch>
                    <a:fillRect l="-80000" r="-50000" b="-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xmlns="" xmlns:m="http://schemas.openxmlformats.org/officeDocument/2006/math">
            <p:sp>
              <p:nvSpPr>
                <p:cNvPr id="24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7"/>
                  <a:stretch>
                    <a:fillRect l="-50000" r="-1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4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8"/>
                  <a:stretch>
                    <a:fillRect l="-80000" r="-50000" b="-6667"/>
                  </a:stretch>
                </a:blipFill>
                <a:ln>
                  <a:noFill/>
                </a:ln>
              </p:spPr>
              <p:txBody>
                <a:bodyPr/>
                <a:lstStyle/>
                <a:p>
                  <a:r>
                    <a:rPr lang="en-NL">
                      <a:noFill/>
                    </a:rPr>
                    <a:t> </a:t>
                  </a:r>
                </a:p>
              </p:txBody>
            </p:sp>
          </mc:Fallback>
        </mc:AlternateContent>
      </p:grpSp>
      <p:pic>
        <p:nvPicPr>
          <p:cNvPr id="81"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4C851748-16F7-44DC-CE4B-2517DB8560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xmlns="">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xmlns="">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1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11"/>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15"/>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16"/>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156"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p:sp>
            <p:nvSpPr>
              <p:cNvPr id="156"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17"/>
                <a:stretch>
                  <a:fillRect l="-126667" r="-194444" b="-12546"/>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mc:AlternateContent xmlns:mc="http://schemas.openxmlformats.org/markup-compatibility/2006" xmlns:a14="http://schemas.microsoft.com/office/drawing/2010/main">
        <mc:Choice Requires="a14">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8" name="Horizontal axis STN nonlinearity"/>
              <p:cNvSpPr>
                <a:spLocks noRot="1" noChangeAspect="1" noMove="1" noResize="1" noEditPoints="1" noAdjustHandles="1" noChangeArrowheads="1" noChangeShapeType="1" noTextEdit="1"/>
              </p:cNvSpPr>
              <p:nvPr/>
            </p:nvSpPr>
            <p:spPr>
              <a:xfrm>
                <a:off x="1587500" y="2189480"/>
                <a:ext cx="15875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9" name="Vertical axis STN nonlinearity"/>
              <p:cNvSpPr>
                <a:spLocks noRot="1" noChangeAspect="1" noMove="1" noResize="1" noEditPoints="1" noAdjustHandles="1" noChangeArrowheads="1" noChangeShapeType="1" noTextEdit="1"/>
              </p:cNvSpPr>
              <p:nvPr/>
            </p:nvSpPr>
            <p:spPr>
              <a:xfrm rot="16200000">
                <a:off x="-717550" y="1043305"/>
                <a:ext cx="1651000" cy="54864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mc:AlternateContent xmlns:mc="http://schemas.openxmlformats.org/markup-compatibility/2006" xmlns:a14="http://schemas.microsoft.com/office/drawing/2010/main">
        <mc:Choice Requires="a14">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7" name="Horizontal axis GPe nonlinearity"/>
              <p:cNvSpPr>
                <a:spLocks noRot="1" noChangeAspect="1" noMove="1" noResize="1" noEditPoints="1" noAdjustHandles="1" noChangeArrowheads="1" noChangeShapeType="1" noTextEdit="1"/>
              </p:cNvSpPr>
              <p:nvPr/>
            </p:nvSpPr>
            <p:spPr>
              <a:xfrm>
                <a:off x="6032500" y="2189480"/>
                <a:ext cx="15875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8" name="Vertical axis GPe nonlinearity"/>
              <p:cNvSpPr>
                <a:spLocks noRot="1" noChangeAspect="1" noMove="1" noResize="1" noEditPoints="1" noAdjustHandles="1" noChangeArrowheads="1" noChangeShapeType="1" noTextEdit="1"/>
              </p:cNvSpPr>
              <p:nvPr/>
            </p:nvSpPr>
            <p:spPr>
              <a:xfrm rot="16200000">
                <a:off x="3727450" y="1043305"/>
                <a:ext cx="1651000" cy="54864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1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15"/>
                <a:stretch>
                  <a:fillRect l="-126667" r="-194444" b="-12546"/>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mc:AlternateContent xmlns:mc="http://schemas.openxmlformats.org/markup-compatibility/2006" xmlns:a14="http://schemas.microsoft.com/office/drawing/2010/main">
        <mc:Choice Requires="a14">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8" name="Horizontal axis STN nonlinearity"/>
              <p:cNvSpPr>
                <a:spLocks noRot="1" noChangeAspect="1" noMove="1" noResize="1" noEditPoints="1" noAdjustHandles="1" noChangeArrowheads="1" noChangeShapeType="1" noTextEdit="1"/>
              </p:cNvSpPr>
              <p:nvPr/>
            </p:nvSpPr>
            <p:spPr>
              <a:xfrm>
                <a:off x="1587500" y="2189480"/>
                <a:ext cx="15875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9" name="Vertical axis STN nonlinearity"/>
              <p:cNvSpPr>
                <a:spLocks noRot="1" noChangeAspect="1" noMove="1" noResize="1" noEditPoints="1" noAdjustHandles="1" noChangeArrowheads="1" noChangeShapeType="1" noTextEdit="1"/>
              </p:cNvSpPr>
              <p:nvPr/>
            </p:nvSpPr>
            <p:spPr>
              <a:xfrm rot="16200000">
                <a:off x="-717550" y="1043305"/>
                <a:ext cx="1651000" cy="54864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mc:AlternateContent xmlns:mc="http://schemas.openxmlformats.org/markup-compatibility/2006" xmlns:a14="http://schemas.microsoft.com/office/drawing/2010/main">
        <mc:Choice Requires="a14">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7" name="Horizontal axis GPe nonlinearity"/>
              <p:cNvSpPr>
                <a:spLocks noRot="1" noChangeAspect="1" noMove="1" noResize="1" noEditPoints="1" noAdjustHandles="1" noChangeArrowheads="1" noChangeShapeType="1" noTextEdit="1"/>
              </p:cNvSpPr>
              <p:nvPr/>
            </p:nvSpPr>
            <p:spPr>
              <a:xfrm>
                <a:off x="6032500" y="2189480"/>
                <a:ext cx="15875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8" name="Vertical axis GPe nonlinearity"/>
              <p:cNvSpPr>
                <a:spLocks noRot="1" noChangeAspect="1" noMove="1" noResize="1" noEditPoints="1" noAdjustHandles="1" noChangeArrowheads="1" noChangeShapeType="1" noTextEdit="1"/>
              </p:cNvSpPr>
              <p:nvPr/>
            </p:nvSpPr>
            <p:spPr>
              <a:xfrm rot="16200000">
                <a:off x="3727450" y="1043305"/>
                <a:ext cx="1651000" cy="54864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1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15"/>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2B351A27-2846-143A-E00A-795FD169B7AB}"/>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FBA3A7AC-E112-18DA-5846-15A0A8A9D1C2}"/>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662A3A4-8DF1-D6E0-1931-D076963E83EF}"/>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E54A5CF-B52C-453F-1D60-DB2B930420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C0571E3-AAF1-F7BA-8E2D-ADD254930E4F}"/>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2B3FEF26-D77A-582D-C9A1-F5FEDF2CF236}"/>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C1AE7610-3DF2-8CF1-99B1-AF1DAE5C1B0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BE53249-4A91-8E04-779D-6C4A5FCE1C5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189A1EF-83A4-D361-418D-4135F5ECB8F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554C4F-0D53-ECC3-7EC4-F0EF77CD8ADF}"/>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15108947-7C42-21E1-85A3-2C512C23EECC}"/>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15108947-7C42-21E1-85A3-2C512C23EECC}"/>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3C382F68-3937-399E-F0E7-0E7966EA28CF}"/>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75021C27-6F67-FB7B-4D5F-A1A9F7C4B0FF}"/>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1B92FCE4-26A3-87E2-D4FF-5FC06879EC92}"/>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47454DDC-7C2A-49CA-5E55-0BA9EE59E3A1}"/>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05F65B80-3749-0C09-C890-1BAE2BCE4C67}"/>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E2E63A7A-B03A-AD3E-A0AA-385DE37211D8}"/>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4D13A52B-9A4C-EEE2-8242-A4F0582B4F88}"/>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4D13A52B-9A4C-EEE2-8242-A4F0582B4F88}"/>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4494339E-7228-2420-84AE-AEA2B169285A}"/>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9041AB1A-1824-4979-E73A-0E3CA64DD22B}"/>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9041AB1A-1824-4979-E73A-0E3CA64DD22B}"/>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47A91F9-F536-6302-704C-C5506E312978}"/>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47A91F9-F536-6302-704C-C5506E312978}"/>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A6BED52-682A-1DA1-5F46-3DAD1879DD4C}"/>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A6BED52-682A-1DA1-5F46-3DAD1879DD4C}"/>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0DABDF4A-A338-875D-1B14-2B18722151F0}"/>
                </a:ext>
              </a:extLst>
            </p:cNvPr>
            <p:cNvSpPr/>
            <p:nvPr/>
          </p:nvSpPr>
          <p:spPr>
            <a:xfrm>
              <a:off x="1700530" y="1449324"/>
              <a:ext cx="281940" cy="281940"/>
            </a:xfrm>
            <a:prstGeom prst="roundRect">
              <a:avLst>
                <a:gd name="adj" fmla="val 5000"/>
              </a:avLst>
            </a:prstGeom>
            <a:solidFill>
              <a:srgbClr val="FFFFFF"/>
            </a:solidFill>
            <a:ln w="10795">
              <a:solidFill>
                <a:srgbClr val="D61016"/>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8C6A3DA1-F5FC-8466-834D-B32F259936EE}"/>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80">
                            <a:solidFill>
                              <a:srgbClr val="D61016"/>
                            </a:solidFill>
                            <a:latin typeface="Cambria Math"/>
                          </a:rPr>
                          <m:t>Δ</m:t>
                        </m:r>
                      </m:oMath>
                    </m:oMathPara>
                  </a14:m>
                  <a:endParaRPr sz="2180"/>
                </a:p>
              </p:txBody>
            </p:sp>
          </mc:Choice>
          <mc:Fallback xmlns="">
            <p:sp>
              <p:nvSpPr>
                <p:cNvPr id="38" name="Uncertainty label">
                  <a:extLst>
                    <a:ext uri="{FF2B5EF4-FFF2-40B4-BE49-F238E27FC236}">
                      <a16:creationId xmlns:a16="http://schemas.microsoft.com/office/drawing/2014/main" id="{8C6A3DA1-F5FC-8466-834D-B32F259936EE}"/>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6879E53A-1984-0E96-471C-45B6ED911AF7}"/>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4DAB4CEC-A566-22F5-2C88-F5F3D12FC35E}"/>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4DAB4CEC-A566-22F5-2C88-F5F3D12FC35E}"/>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8610815-7C1B-A815-52F5-37F7A9439120}"/>
                </a:ext>
              </a:extLst>
            </p:cNvPr>
            <p:cNvSpPr/>
            <p:nvPr/>
          </p:nvSpPr>
          <p:spPr>
            <a:xfrm>
              <a:off x="2499360" y="1176782"/>
              <a:ext cx="469900" cy="469900"/>
            </a:xfrm>
            <a:prstGeom prst="roundRect">
              <a:avLst>
                <a:gd name="adj" fmla="val 5000"/>
              </a:avLst>
            </a:prstGeom>
            <a:solidFill>
              <a:srgbClr val="FFFFFF"/>
            </a:solidFill>
            <a:ln w="10795">
              <a:solidFill>
                <a:srgbClr val="C81919"/>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3DDFA440-AA5B-457E-1A26-2B4DC30B5F1D}"/>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rgbClr val="C00000"/>
                            </a:solidFill>
                            <a:latin typeface="Cambria Math"/>
                          </a:rPr>
                          <m:t>Θ</m:t>
                        </m:r>
                      </m:oMath>
                    </m:oMathPara>
                  </a14:m>
                  <a:endParaRPr lang="el-GR" sz="2180" dirty="0">
                    <a:solidFill>
                      <a:srgbClr val="C00000"/>
                    </a:solidFill>
                  </a:endParaRPr>
                </a:p>
              </p:txBody>
            </p:sp>
          </mc:Choice>
          <mc:Fallback xmlns="">
            <p:sp>
              <p:nvSpPr>
                <p:cNvPr id="42" name="Dynamic filter label">
                  <a:extLst>
                    <a:ext uri="{FF2B5EF4-FFF2-40B4-BE49-F238E27FC236}">
                      <a16:creationId xmlns:a16="http://schemas.microsoft.com/office/drawing/2014/main" id="{3DDFA440-AA5B-457E-1A26-2B4DC30B5F1D}"/>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32B05808-E0FE-E29C-385E-D40B2E7D9E63}"/>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ℐ</m:t>
                        </m:r>
                        <m:r>
                          <a:rPr sz="2180">
                            <a:solidFill>
                              <a:srgbClr val="252529"/>
                            </a:solidFill>
                            <a:latin typeface="Cambria Math"/>
                          </a:rPr>
                          <m:t>≤−</m:t>
                        </m:r>
                        <m:r>
                          <a:rPr sz="2180">
                            <a:solidFill>
                              <a:srgbClr val="252529"/>
                            </a:solidFill>
                            <a:latin typeface="Cambria Math"/>
                          </a:rPr>
                          <m:t>𝜀</m:t>
                        </m:r>
                        <m:sSubSup>
                          <m:sSubSupPr>
                            <m:ctrlPr>
                              <a:rPr lang="ar-AE" sz="2180" i="1">
                                <a:solidFill>
                                  <a:srgbClr val="252529"/>
                                </a:solidFill>
                                <a:latin typeface="Cambria Math" panose="02040503050406030204" pitchFamily="18" charset="0"/>
                              </a:rPr>
                            </m:ctrlPr>
                          </m:sSubSupPr>
                          <m:e>
                            <m:d>
                              <m:dPr>
                                <m:begChr m:val="‖"/>
                                <m:endChr m:val="‖"/>
                                <m:ctrlPr>
                                  <a:rPr lang="ar-AE" sz="2180" i="1">
                                    <a:solidFill>
                                      <a:srgbClr val="252529"/>
                                    </a:solidFill>
                                    <a:latin typeface="Cambria Math" panose="02040503050406030204" pitchFamily="18" charset="0"/>
                                  </a:rPr>
                                </m:ctrlPr>
                              </m:dPr>
                              <m:e>
                                <m:sSub>
                                  <m:sSubPr>
                                    <m:ctrlPr>
                                      <a:rPr lang="ar-AE" sz="2180">
                                        <a:solidFill>
                                          <a:srgbClr val="252529"/>
                                        </a:solidFill>
                                        <a:latin typeface="Cambria Math"/>
                                      </a:rPr>
                                    </m:ctrlPr>
                                  </m:sSubPr>
                                  <m:e>
                                    <m:r>
                                      <a:rPr lang="ar-AE" sz="2180">
                                        <a:solidFill>
                                          <a:srgbClr val="252529"/>
                                        </a:solidFill>
                                        <a:latin typeface="Cambria Math"/>
                                      </a:rPr>
                                      <m:t>𝑝</m:t>
                                    </m:r>
                                  </m:e>
                                  <m:sub>
                                    <m:r>
                                      <a:rPr lang="ar-AE" sz="2180">
                                        <a:solidFill>
                                          <a:srgbClr val="252529"/>
                                        </a:solidFill>
                                        <a:latin typeface="Cambria Math"/>
                                      </a:rPr>
                                      <m:t>𝑇</m:t>
                                    </m:r>
                                  </m:sub>
                                </m:sSub>
                                <m:r>
                                  <a:rPr lang="ar-AE" sz="2180">
                                    <a:solidFill>
                                      <a:srgbClr val="252529"/>
                                    </a:solidFill>
                                    <a:latin typeface="Cambria Math"/>
                                  </a:rPr>
                                  <m:t>𝑤</m:t>
                                </m:r>
                              </m:e>
                            </m:d>
                          </m:e>
                          <m:sub>
                            <m:sSub>
                              <m:sSubPr>
                                <m:ctrlPr>
                                  <a:rPr lang="en-US" sz="2180" b="0" i="1" smtClean="0">
                                    <a:solidFill>
                                      <a:srgbClr val="252529"/>
                                    </a:solidFill>
                                    <a:latin typeface="Cambria Math" panose="02040503050406030204" pitchFamily="18" charset="0"/>
                                  </a:rPr>
                                </m:ctrlPr>
                              </m:sSubPr>
                              <m:e>
                                <m:r>
                                  <m:rPr>
                                    <m:sty m:val="p"/>
                                  </m:rPr>
                                  <a:rPr lang="en-US" sz="2180" b="0" i="1" smtClean="0">
                                    <a:solidFill>
                                      <a:srgbClr val="252529"/>
                                    </a:solidFill>
                                    <a:latin typeface="Cambria Math" panose="02040503050406030204" pitchFamily="18" charset="0"/>
                                  </a:rPr>
                                  <m:t>L</m:t>
                                </m:r>
                              </m:e>
                              <m:sub>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a</m:t>
                                </m:r>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b</m:t>
                                </m:r>
                                <m:r>
                                  <a:rPr lang="en-US" sz="2180" b="0" i="1" smtClean="0">
                                    <a:solidFill>
                                      <a:srgbClr val="252529"/>
                                    </a:solidFill>
                                    <a:latin typeface="Cambria Math" panose="02040503050406030204" pitchFamily="18" charset="0"/>
                                  </a:rPr>
                                  <m:t>]</m:t>
                                </m:r>
                              </m:sub>
                            </m:sSub>
                          </m:sub>
                          <m:sup>
                            <m:r>
                              <a:rPr lang="en-US" sz="2180" b="0" i="1" smtClean="0">
                                <a:solidFill>
                                  <a:srgbClr val="252529"/>
                                </a:solidFill>
                                <a:latin typeface="Cambria Math" panose="02040503050406030204" pitchFamily="18" charset="0"/>
                              </a:rPr>
                              <m:t>2</m:t>
                            </m:r>
                          </m:sup>
                        </m:sSubSup>
                      </m:oMath>
                    </m:oMathPara>
                  </a14:m>
                  <a:endParaRPr sz="2180" dirty="0"/>
                </a:p>
              </p:txBody>
            </p:sp>
          </mc:Choice>
          <mc:Fallback xmlns="">
            <p:sp>
              <p:nvSpPr>
                <p:cNvPr id="65" name="Filter condition">
                  <a:extLst>
                    <a:ext uri="{FF2B5EF4-FFF2-40B4-BE49-F238E27FC236}">
                      <a16:creationId xmlns:a16="http://schemas.microsoft.com/office/drawing/2014/main" id="{32B05808-E0FE-E29C-385E-D40B2E7D9E63}"/>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8333"/>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0E86BD67-6682-17E4-CE5F-38AC6D4DE7A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7275327D-1F70-1B31-1B75-F1F6C4F88DA1}"/>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A4F6E66B-D510-7F2D-DFEB-D4825B8E6D4D}"/>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0EEE4F66-4F1C-31AE-AA94-46E77F7BA49F}"/>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05AD7754-CBFF-0888-0694-0F2A606DB2B5}"/>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92FDB3C-9340-5D97-4200-7C8EA9E4C587}"/>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78A7E6C9-FEF6-7095-8F15-7056D7186563}"/>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2F0FC36-A4E2-31A3-D967-766F74FEEE4C}"/>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2B6356F1-14C5-92C4-F069-72C0A71AC2DB}"/>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677524B1-1ECA-6EC2-6DF3-63C40EBA2B73}"/>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85CEBA1-2F7A-C307-436D-DE1545DFE49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D85CEBA1-2F7A-C307-436D-DE1545DFE49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73587D5C-867E-8298-3C50-C2F8E53EB3E9}"/>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BC8C96D-BA3D-FD7B-8260-7463BFEEEA42}"/>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23F37921-1C01-8432-2EB4-F8F00BE4E9CF}"/>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8C71EFC0-DF99-29EA-2497-CDCFB6A371F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C0C019D8-EA7F-0A1E-E255-04428833BEA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7E4F229A-0DC8-C318-F6C2-399CCD17EDDE}"/>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1B934263-477B-B976-E244-F9EF7B021F5C}"/>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1B934263-477B-B976-E244-F9EF7B021F5C}"/>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BEA09392-0576-9660-B8F6-D05577A4A146}"/>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A93FDFD4-DB53-C928-3040-21F0A82A18EC}"/>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A93FDFD4-DB53-C928-3040-21F0A82A18EC}"/>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3E08FB83-289A-DAAA-833F-D6C61041D40C}"/>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3E08FB83-289A-DAAA-833F-D6C61041D40C}"/>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2BF17245-3118-4361-555C-B083BE52C521}"/>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2BF17245-3118-4361-555C-B083BE52C521}"/>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E195C4BD-23C3-C0DF-73D7-5FC5122731D3}"/>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0678A6BC-04A9-853C-BF96-2EB611919A64}"/>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0678A6BC-04A9-853C-BF96-2EB611919A64}"/>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A0C36CD6-E1C7-08AC-AD7C-E70D589A204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A78D1FB-7930-5414-4EB0-B0B343CF44E8}"/>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7A78D1FB-7930-5414-4EB0-B0B343CF44E8}"/>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5784287-F565-B54B-B7AC-C381AD5E036F}"/>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03490DDE-4BE1-14B5-0711-C7695C21AE25}"/>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03490DDE-4BE1-14B5-0711-C7695C21AE25}"/>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EDF14D0D-B1C5-FD7C-9CD9-1F98714168EF}"/>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nl-NL" sz="2180" i="1" smtClean="0">
                            <a:solidFill>
                              <a:srgbClr val="C00000"/>
                            </a:solidFill>
                            <a:latin typeface="Cambria Math" panose="02040503050406030204" pitchFamily="18" charset="0"/>
                          </a:rPr>
                          <m:t>ℐ</m:t>
                        </m:r>
                        <m:r>
                          <a:rPr lang="nl-NL" sz="2180" i="1" smtClean="0">
                            <a:solidFill>
                              <a:srgbClr val="C00000"/>
                            </a:solidFill>
                            <a:latin typeface="Cambria Math" panose="02040503050406030204" pitchFamily="18" charset="0"/>
                          </a:rPr>
                          <m:t>≤−</m:t>
                        </m:r>
                        <m:r>
                          <a:rPr lang="nl-NL" sz="2180" i="1" smtClean="0">
                            <a:solidFill>
                              <a:srgbClr val="C00000"/>
                            </a:solidFill>
                            <a:latin typeface="Cambria Math" panose="02040503050406030204" pitchFamily="18" charset="0"/>
                          </a:rPr>
                          <m:t>𝜀</m:t>
                        </m:r>
                        <m:sSup>
                          <m:sSupPr>
                            <m:ctrlPr>
                              <a:rPr lang="nl-NL" sz="2180" i="1" smtClean="0">
                                <a:solidFill>
                                  <a:srgbClr val="C00000"/>
                                </a:solidFill>
                                <a:latin typeface="Cambria Math" panose="02040503050406030204" pitchFamily="18" charset="0"/>
                              </a:rPr>
                            </m:ctrlPr>
                          </m:sSupPr>
                          <m:e>
                            <m:d>
                              <m:dPr>
                                <m:begChr m:val="‖"/>
                                <m:endChr m:val="‖"/>
                                <m:ctrlPr>
                                  <a:rPr lang="nl-NL" sz="2180" i="1" smtClean="0">
                                    <a:solidFill>
                                      <a:srgbClr val="C00000"/>
                                    </a:solidFill>
                                    <a:latin typeface="Cambria Math" panose="02040503050406030204" pitchFamily="18" charset="0"/>
                                  </a:rPr>
                                </m:ctrlPr>
                              </m:dPr>
                              <m:e>
                                <m:sSub>
                                  <m:sSubPr>
                                    <m:ctrlPr>
                                      <a:rPr lang="nl-NL" sz="2180" i="1" smtClean="0">
                                        <a:solidFill>
                                          <a:srgbClr val="C00000"/>
                                        </a:solidFill>
                                        <a:latin typeface="Cambria Math" panose="02040503050406030204" pitchFamily="18" charset="0"/>
                                      </a:rPr>
                                    </m:ctrlPr>
                                  </m:sSubPr>
                                  <m:e>
                                    <m:r>
                                      <a:rPr lang="nl-NL" sz="2180" i="1" smtClean="0">
                                        <a:solidFill>
                                          <a:srgbClr val="C00000"/>
                                        </a:solidFill>
                                        <a:latin typeface="Cambria Math" panose="02040503050406030204" pitchFamily="18" charset="0"/>
                                      </a:rPr>
                                      <m:t>𝑝</m:t>
                                    </m:r>
                                  </m:e>
                                  <m:sub>
                                    <m:r>
                                      <a:rPr lang="nl-NL" sz="2180" i="1" smtClean="0">
                                        <a:solidFill>
                                          <a:srgbClr val="C00000"/>
                                        </a:solidFill>
                                        <a:latin typeface="Cambria Math" panose="02040503050406030204" pitchFamily="18" charset="0"/>
                                      </a:rPr>
                                      <m:t>𝑇</m:t>
                                    </m:r>
                                  </m:sub>
                                </m:sSub>
                                <m:r>
                                  <a:rPr lang="nl-NL" sz="2180" i="1" smtClean="0">
                                    <a:solidFill>
                                      <a:srgbClr val="C00000"/>
                                    </a:solidFill>
                                    <a:latin typeface="Cambria Math" panose="02040503050406030204" pitchFamily="18" charset="0"/>
                                  </a:rPr>
                                  <m:t>𝑤</m:t>
                                </m:r>
                              </m:e>
                            </m:d>
                          </m:e>
                          <m:sup>
                            <m:r>
                              <a:rPr lang="nl-NL" sz="2180" i="1" smtClean="0">
                                <a:solidFill>
                                  <a:srgbClr val="C00000"/>
                                </a:solidFill>
                                <a:latin typeface="Cambria Math" panose="02040503050406030204" pitchFamily="18" charset="0"/>
                              </a:rPr>
                              <m:t>2</m:t>
                            </m:r>
                          </m:sup>
                        </m:sSup>
                      </m:oMath>
                    </m:oMathPara>
                  </a14:m>
                  <a:endParaRPr sz="2180" dirty="0"/>
                </a:p>
              </p:txBody>
            </p:sp>
          </mc:Choice>
          <mc:Fallback xmlns="">
            <p:sp>
              <p:nvSpPr>
                <p:cNvPr id="65" name="Filter condition">
                  <a:extLst>
                    <a:ext uri="{FF2B5EF4-FFF2-40B4-BE49-F238E27FC236}">
                      <a16:creationId xmlns:a16="http://schemas.microsoft.com/office/drawing/2014/main" id="{EDF14D0D-B1C5-FD7C-9CD9-1F98714168EF}"/>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79B2B8FB-4669-C88A-1BE2-1876C0968A02}"/>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1EBA9207-8CAF-F774-E8EB-5B58CEFF121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5D197C8-117B-C964-6676-CD7A6BBF0DB2}"/>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6681FD8-311C-65A6-5543-5C81DD411D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900CD6D-102D-58F3-847B-BF081FE33001}"/>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75E3689C-5309-8768-72AC-F89830FAE7E2}"/>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0AB016BA-6671-13E4-F260-D2C25EBBB744}"/>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AA397BE-E435-82B3-737C-CAEE0FCB099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1B3A61A7-B648-919C-CE85-BE5F6F9F7D9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00E852F7-2E12-ECC6-8E84-0176923C9E0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A4CBC0C6-04BA-8B2A-75B3-234A71DEF844}"/>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A4CBC0C6-04BA-8B2A-75B3-234A71DEF844}"/>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A5A18817-C9E8-78F4-7C7D-0E04122FB1DA}"/>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7BC70F1-B0F5-B8B7-2D34-815F9894BEC3}"/>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F9D32066-316F-2C7F-000B-5AA4C4860434}"/>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A78C0FD2-DD00-0B1C-01FC-EB8E4506714A}"/>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59B08BA5-6139-6890-24D8-D6701FC73D13}"/>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615E50E7-1782-66DF-CE37-D0B9281FBD00}"/>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939B0C8B-445E-2E65-E3C4-0349721B6D8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939B0C8B-445E-2E65-E3C4-0349721B6D8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D631EA02-DC3E-6862-366A-D2E382CF40A5}"/>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C5122808-3428-B06E-EAB8-573287D7E5A8}"/>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C5122808-3428-B06E-EAB8-573287D7E5A8}"/>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250FFD5-F8A0-2A95-7AFF-5E8150432832}"/>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250FFD5-F8A0-2A95-7AFF-5E8150432832}"/>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83001DC-3BF2-C5A8-285B-7DE11A5FBB94}"/>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83001DC-3BF2-C5A8-285B-7DE11A5FBB94}"/>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A58729E0-87D9-07C4-22AE-523B10181E2F}"/>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5ACD1DBA-D0E5-F7F3-3413-6F2C20949E57}"/>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5ACD1DBA-D0E5-F7F3-3413-6F2C20949E57}"/>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3E73A612-D529-ECEB-A7E1-EFB2011CE2C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03620FC3-AC24-F149-E6BF-CD73432E918D}"/>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03620FC3-AC24-F149-E6BF-CD73432E918D}"/>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8575A7EA-53DC-46A8-8F8C-B6614FB898D4}"/>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9776CB1C-DD43-EC0C-9401-47DD6D9FF489}"/>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9776CB1C-DD43-EC0C-9401-47DD6D9FF489}"/>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69FB7130-6980-5C95-138E-E6B955B1DE64}"/>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2180" i="1" smtClean="0">
                            <a:solidFill>
                              <a:srgbClr val="000000"/>
                            </a:solidFill>
                            <a:latin typeface="Cambria Math" panose="02040503050406030204" pitchFamily="18" charset="0"/>
                          </a:rPr>
                          <m:t>ℐ</m:t>
                        </m:r>
                        <m:r>
                          <a:rPr lang="ar-AE" sz="2180" i="1" smtClean="0">
                            <a:solidFill>
                              <a:srgbClr val="000000"/>
                            </a:solidFill>
                            <a:latin typeface="Cambria Math" panose="02040503050406030204" pitchFamily="18" charset="0"/>
                          </a:rPr>
                          <m:t>≤−</m:t>
                        </m:r>
                        <m:r>
                          <a:rPr lang="ar-AE" sz="2180" i="1" smtClean="0">
                            <a:solidFill>
                              <a:srgbClr val="000000"/>
                            </a:solidFill>
                            <a:latin typeface="Cambria Math" panose="02040503050406030204" pitchFamily="18" charset="0"/>
                          </a:rPr>
                          <m:t>𝜀</m:t>
                        </m:r>
                        <m:sSup>
                          <m:sSupPr>
                            <m:ctrlPr>
                              <a:rPr lang="ar-AE" sz="2180" i="1" smtClean="0">
                                <a:solidFill>
                                  <a:srgbClr val="000000"/>
                                </a:solidFill>
                                <a:latin typeface="Cambria Math" panose="02040503050406030204" pitchFamily="18" charset="0"/>
                              </a:rPr>
                            </m:ctrlPr>
                          </m:sSupPr>
                          <m:e>
                            <m:d>
                              <m:dPr>
                                <m:begChr m:val="‖"/>
                                <m:endChr m:val="‖"/>
                                <m:ctrlPr>
                                  <a:rPr lang="ar-AE" sz="2180" i="1" smtClean="0">
                                    <a:solidFill>
                                      <a:srgbClr val="000000"/>
                                    </a:solidFill>
                                    <a:latin typeface="Cambria Math" panose="02040503050406030204" pitchFamily="18" charset="0"/>
                                  </a:rPr>
                                </m:ctrlPr>
                              </m:dPr>
                              <m:e>
                                <m:sSub>
                                  <m:sSubPr>
                                    <m:ctrlPr>
                                      <a:rPr lang="ar-AE" sz="2180" i="1" smtClean="0">
                                        <a:solidFill>
                                          <a:srgbClr val="000000"/>
                                        </a:solidFill>
                                        <a:latin typeface="Cambria Math" panose="02040503050406030204" pitchFamily="18" charset="0"/>
                                      </a:rPr>
                                    </m:ctrlPr>
                                  </m:sSubPr>
                                  <m:e>
                                    <m:r>
                                      <a:rPr lang="ar-AE" sz="2180" i="1" smtClean="0">
                                        <a:solidFill>
                                          <a:srgbClr val="000000"/>
                                        </a:solidFill>
                                        <a:latin typeface="Cambria Math" panose="02040503050406030204" pitchFamily="18" charset="0"/>
                                      </a:rPr>
                                      <m:t>𝑝</m:t>
                                    </m:r>
                                  </m:e>
                                  <m:sub>
                                    <m:r>
                                      <a:rPr lang="ar-AE" sz="2180" i="1" smtClean="0">
                                        <a:solidFill>
                                          <a:srgbClr val="000000"/>
                                        </a:solidFill>
                                        <a:latin typeface="Cambria Math" panose="02040503050406030204" pitchFamily="18" charset="0"/>
                                      </a:rPr>
                                      <m:t>𝑇</m:t>
                                    </m:r>
                                  </m:sub>
                                </m:sSub>
                                <m:r>
                                  <a:rPr lang="ar-AE" sz="2180" i="1" smtClean="0">
                                    <a:solidFill>
                                      <a:srgbClr val="000000"/>
                                    </a:solidFill>
                                    <a:latin typeface="Cambria Math" panose="02040503050406030204" pitchFamily="18" charset="0"/>
                                  </a:rPr>
                                  <m:t>𝑤</m:t>
                                </m:r>
                              </m:e>
                            </m:d>
                          </m:e>
                          <m:sup>
                            <m:r>
                              <a:rPr lang="ar-AE" sz="2180" i="1" smtClean="0">
                                <a:solidFill>
                                  <a:srgbClr val="000000"/>
                                </a:solidFill>
                                <a:latin typeface="Cambria Math" panose="02040503050406030204" pitchFamily="18" charset="0"/>
                              </a:rPr>
                              <m:t>2</m:t>
                            </m:r>
                          </m:sup>
                        </m:sSup>
                      </m:oMath>
                    </m:oMathPara>
                  </a14:m>
                  <a:endParaRPr lang="ar-AE" sz="2180" dirty="0">
                    <a:solidFill>
                      <a:srgbClr val="000000"/>
                    </a:solidFill>
                  </a:endParaRPr>
                </a:p>
              </p:txBody>
            </p:sp>
          </mc:Choice>
          <mc:Fallback xmlns="">
            <p:sp>
              <p:nvSpPr>
                <p:cNvPr id="65" name="Filter condition">
                  <a:extLst>
                    <a:ext uri="{FF2B5EF4-FFF2-40B4-BE49-F238E27FC236}">
                      <a16:creationId xmlns:a16="http://schemas.microsoft.com/office/drawing/2014/main" id="{69FB7130-6980-5C95-138E-E6B955B1DE64}"/>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grpSp>
        <p:nvGrpSpPr>
          <p:cNvPr id="2" name="Group 1">
            <a:extLst>
              <a:ext uri="{FF2B5EF4-FFF2-40B4-BE49-F238E27FC236}">
                <a16:creationId xmlns:a16="http://schemas.microsoft.com/office/drawing/2014/main" id="{DC8A0FEE-3B6C-9840-BBD0-E98EE0327B4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618BEFC1-2B48-E812-DD46-95EB2CAE2D4E}"/>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C5180449-658B-C37C-A29E-F7183FE5F6DC}"/>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37230ED5-7458-15B2-7FC6-67DEC4D7A2E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9DDC026-99B3-77FD-9A6D-69E6260E63F0}"/>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2A7F818-BA1E-737C-58C6-E771FA1D2DD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1963F73D-3610-BD73-3439-099CFD19CB1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5F1DAAA-94EE-1D94-C30F-CEA22609716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DA9E895C-5E7F-802A-9201-572887CCCFF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7CA14748-F803-4D63-2910-502BEF6B9C3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0114F2E3-B434-6D0B-D310-9DF149AFA250}"/>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0114F2E3-B434-6D0B-D310-9DF149AFA250}"/>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E1B4EF69-21DC-95E5-25D8-F61003F676A5}"/>
              </a:ext>
            </a:extLst>
          </p:cNvPr>
          <p:cNvGrpSpPr/>
          <p:nvPr/>
        </p:nvGrpSpPr>
        <p:grpSpPr>
          <a:xfrm>
            <a:off x="6814614" y="1182169"/>
            <a:ext cx="2968414" cy="1252983"/>
            <a:chOff x="889000" y="1176782"/>
            <a:chExt cx="3429000" cy="1433068"/>
          </a:xfrm>
        </p:grpSpPr>
        <p:sp>
          <p:nvSpPr>
            <p:cNvPr id="26" name="Plant to uncertainty">
              <a:extLst>
                <a:ext uri="{FF2B5EF4-FFF2-40B4-BE49-F238E27FC236}">
                  <a16:creationId xmlns:a16="http://schemas.microsoft.com/office/drawing/2014/main" id="{A6144750-7B15-CE9A-0F57-1C4D55EBF260}"/>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1200"/>
            </a:p>
          </p:txBody>
        </p:sp>
        <p:sp>
          <p:nvSpPr>
            <p:cNvPr id="27" name="Uncertainty to plant">
              <a:extLst>
                <a:ext uri="{FF2B5EF4-FFF2-40B4-BE49-F238E27FC236}">
                  <a16:creationId xmlns:a16="http://schemas.microsoft.com/office/drawing/2014/main" id="{939A7D96-4978-F194-0A80-F2FE7C60DBD0}"/>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1200"/>
            </a:p>
          </p:txBody>
        </p:sp>
        <p:sp>
          <p:nvSpPr>
            <p:cNvPr id="29" name="z filter input">
              <a:extLst>
                <a:ext uri="{FF2B5EF4-FFF2-40B4-BE49-F238E27FC236}">
                  <a16:creationId xmlns:a16="http://schemas.microsoft.com/office/drawing/2014/main" id="{11856AA2-E39C-472C-E9E6-C894CD56587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1200"/>
            </a:p>
          </p:txBody>
        </p:sp>
        <p:sp>
          <p:nvSpPr>
            <p:cNvPr id="30" name="w filter input">
              <a:extLst>
                <a:ext uri="{FF2B5EF4-FFF2-40B4-BE49-F238E27FC236}">
                  <a16:creationId xmlns:a16="http://schemas.microsoft.com/office/drawing/2014/main" id="{DF892934-F080-0C89-EA33-8AC00A76726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1200"/>
            </a:p>
          </p:txBody>
        </p:sp>
        <p:sp>
          <p:nvSpPr>
            <p:cNvPr id="31" name="z filtered output">
              <a:extLst>
                <a:ext uri="{FF2B5EF4-FFF2-40B4-BE49-F238E27FC236}">
                  <a16:creationId xmlns:a16="http://schemas.microsoft.com/office/drawing/2014/main" id="{5595AE0B-AB26-C6C8-8F2F-96441675DC3F}"/>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DBF68224-5761-6DFC-9594-BE573292E9C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𝑧</m:t>
                            </m:r>
                          </m:e>
                        </m:acc>
                      </m:oMath>
                    </m:oMathPara>
                  </a14:m>
                  <a:endParaRPr sz="1200"/>
                </a:p>
              </p:txBody>
            </p:sp>
          </mc:Choice>
          <mc:Fallback xmlns="">
            <p:sp>
              <p:nvSpPr>
                <p:cNvPr id="32" name="Filtered z">
                  <a:extLst>
                    <a:ext uri="{FF2B5EF4-FFF2-40B4-BE49-F238E27FC236}">
                      <a16:creationId xmlns:a16="http://schemas.microsoft.com/office/drawing/2014/main" id="{DBF68224-5761-6DFC-9594-BE573292E9C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t="-7143" r="-80000" b="-3571"/>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7ADB9563-8549-2439-1B40-49FB5A2A3334}"/>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DF0F8F89-7434-BF7B-6225-39D8A45F5471}"/>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𝑤</m:t>
                            </m:r>
                          </m:e>
                        </m:acc>
                      </m:oMath>
                    </m:oMathPara>
                  </a14:m>
                  <a:endParaRPr sz="1200" dirty="0"/>
                </a:p>
              </p:txBody>
            </p:sp>
          </mc:Choice>
          <mc:Fallback xmlns="">
            <p:sp>
              <p:nvSpPr>
                <p:cNvPr id="34" name="Filtered w">
                  <a:extLst>
                    <a:ext uri="{FF2B5EF4-FFF2-40B4-BE49-F238E27FC236}">
                      <a16:creationId xmlns:a16="http://schemas.microsoft.com/office/drawing/2014/main" id="{DF0F8F89-7434-BF7B-6225-39D8A45F5471}"/>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l="-13333" t="-21429" r="-46667" b="-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DD900597-1CF5-A297-2AE6-A19BE56E5C66}"/>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35" name="Uncertainty output channel">
                  <a:extLst>
                    <a:ext uri="{FF2B5EF4-FFF2-40B4-BE49-F238E27FC236}">
                      <a16:creationId xmlns:a16="http://schemas.microsoft.com/office/drawing/2014/main" id="{DD900597-1CF5-A297-2AE6-A19BE56E5C66}"/>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b="-37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182B5D8E-508E-6AB7-89C1-09C2599C457A}"/>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36" name="Uncertainty input channel">
                  <a:extLst>
                    <a:ext uri="{FF2B5EF4-FFF2-40B4-BE49-F238E27FC236}">
                      <a16:creationId xmlns:a16="http://schemas.microsoft.com/office/drawing/2014/main" id="{182B5D8E-508E-6AB7-89C1-09C2599C457A}"/>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b="-3704"/>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F880FE1D-352C-342E-ECE6-B50BF4C6C657}"/>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120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9E8ACF9F-F92C-FA68-5FAF-C68D96A2829B}"/>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lang="el-GR" sz="1200" dirty="0">
                    <a:solidFill>
                      <a:schemeClr val="tx1"/>
                    </a:solidFill>
                  </a:endParaRPr>
                </a:p>
              </p:txBody>
            </p:sp>
          </mc:Choice>
          <mc:Fallback xmlns="">
            <p:sp>
              <p:nvSpPr>
                <p:cNvPr id="38" name="Uncertainty label">
                  <a:extLst>
                    <a:ext uri="{FF2B5EF4-FFF2-40B4-BE49-F238E27FC236}">
                      <a16:creationId xmlns:a16="http://schemas.microsoft.com/office/drawing/2014/main" id="{9E8ACF9F-F92C-FA68-5FAF-C68D96A2829B}"/>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90D2929B-75F6-4972-B414-A7FDDCBC5935}"/>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120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9EF4728-CB01-64E2-A1B7-C257A794E6A2}"/>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𝑃</m:t>
                        </m:r>
                      </m:oMath>
                    </m:oMathPara>
                  </a14:m>
                  <a:endParaRPr sz="1200" dirty="0"/>
                </a:p>
              </p:txBody>
            </p:sp>
          </mc:Choice>
          <mc:Fallback xmlns="">
            <p:sp>
              <p:nvSpPr>
                <p:cNvPr id="40" name="Plant label">
                  <a:extLst>
                    <a:ext uri="{FF2B5EF4-FFF2-40B4-BE49-F238E27FC236}">
                      <a16:creationId xmlns:a16="http://schemas.microsoft.com/office/drawing/2014/main" id="{79EF4728-CB01-64E2-A1B7-C257A794E6A2}"/>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60BFFB33-D01B-4EF4-975D-A8D27EE13BA0}"/>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120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FB5554CD-7551-E2A1-54B6-46F01D8E2C1C}"/>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Θ</m:t>
                        </m:r>
                      </m:oMath>
                    </m:oMathPara>
                  </a14:m>
                  <a:endParaRPr lang="el-GR" sz="1200" dirty="0">
                    <a:solidFill>
                      <a:schemeClr val="tx1"/>
                    </a:solidFill>
                  </a:endParaRPr>
                </a:p>
              </p:txBody>
            </p:sp>
          </mc:Choice>
          <mc:Fallback xmlns="">
            <p:sp>
              <p:nvSpPr>
                <p:cNvPr id="42" name="Dynamic filter label">
                  <a:extLst>
                    <a:ext uri="{FF2B5EF4-FFF2-40B4-BE49-F238E27FC236}">
                      <a16:creationId xmlns:a16="http://schemas.microsoft.com/office/drawing/2014/main" id="{FB5554CD-7551-E2A1-54B6-46F01D8E2C1C}"/>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D997851C-B90E-4B31-E332-D42896BCB389}"/>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solidFill>
                              <a:srgbClr val="000000"/>
                            </a:solidFill>
                            <a:latin typeface="Cambria Math" panose="02040503050406030204" pitchFamily="18" charset="0"/>
                          </a:rPr>
                          <m:t>ℐ</m:t>
                        </m:r>
                        <m:r>
                          <a:rPr lang="ar-AE" sz="1200" i="1" smtClean="0">
                            <a:solidFill>
                              <a:srgbClr val="000000"/>
                            </a:solidFill>
                            <a:latin typeface="Cambria Math" panose="02040503050406030204" pitchFamily="18" charset="0"/>
                          </a:rPr>
                          <m:t>≤−</m:t>
                        </m:r>
                        <m:r>
                          <a:rPr lang="ar-AE" sz="1200" i="1" smtClean="0">
                            <a:solidFill>
                              <a:srgbClr val="000000"/>
                            </a:solidFill>
                            <a:latin typeface="Cambria Math" panose="02040503050406030204" pitchFamily="18" charset="0"/>
                          </a:rPr>
                          <m:t>𝜀</m:t>
                        </m:r>
                        <m:sSup>
                          <m:sSupPr>
                            <m:ctrlPr>
                              <a:rPr lang="ar-AE" sz="1200" i="1" smtClean="0">
                                <a:solidFill>
                                  <a:srgbClr val="000000"/>
                                </a:solidFill>
                                <a:latin typeface="Cambria Math" panose="02040503050406030204" pitchFamily="18" charset="0"/>
                              </a:rPr>
                            </m:ctrlPr>
                          </m:sSupPr>
                          <m:e>
                            <m:d>
                              <m:dPr>
                                <m:begChr m:val="‖"/>
                                <m:endChr m:val="‖"/>
                                <m:ctrlPr>
                                  <a:rPr lang="ar-AE" sz="1200" i="1" smtClean="0">
                                    <a:solidFill>
                                      <a:srgbClr val="000000"/>
                                    </a:solidFill>
                                    <a:latin typeface="Cambria Math" panose="02040503050406030204" pitchFamily="18" charset="0"/>
                                  </a:rPr>
                                </m:ctrlPr>
                              </m:dPr>
                              <m:e>
                                <m:sSub>
                                  <m:sSubPr>
                                    <m:ctrlPr>
                                      <a:rPr lang="ar-AE" sz="1200" i="1" smtClean="0">
                                        <a:solidFill>
                                          <a:srgbClr val="000000"/>
                                        </a:solidFill>
                                        <a:latin typeface="Cambria Math" panose="02040503050406030204" pitchFamily="18" charset="0"/>
                                      </a:rPr>
                                    </m:ctrlPr>
                                  </m:sSubPr>
                                  <m:e>
                                    <m:r>
                                      <a:rPr lang="ar-AE" sz="1200" i="1" smtClean="0">
                                        <a:solidFill>
                                          <a:srgbClr val="000000"/>
                                        </a:solidFill>
                                        <a:latin typeface="Cambria Math" panose="02040503050406030204" pitchFamily="18" charset="0"/>
                                      </a:rPr>
                                      <m:t>𝑝</m:t>
                                    </m:r>
                                  </m:e>
                                  <m:sub>
                                    <m:r>
                                      <a:rPr lang="ar-AE" sz="1200" i="1" smtClean="0">
                                        <a:solidFill>
                                          <a:srgbClr val="000000"/>
                                        </a:solidFill>
                                        <a:latin typeface="Cambria Math" panose="02040503050406030204" pitchFamily="18" charset="0"/>
                                      </a:rPr>
                                      <m:t>𝑇</m:t>
                                    </m:r>
                                  </m:sub>
                                </m:sSub>
                                <m:r>
                                  <a:rPr lang="ar-AE" sz="1200" i="1" smtClean="0">
                                    <a:solidFill>
                                      <a:srgbClr val="000000"/>
                                    </a:solidFill>
                                    <a:latin typeface="Cambria Math" panose="02040503050406030204" pitchFamily="18" charset="0"/>
                                  </a:rPr>
                                  <m:t>𝑤</m:t>
                                </m:r>
                              </m:e>
                            </m:d>
                          </m:e>
                          <m:sup>
                            <m:r>
                              <a:rPr lang="ar-AE" sz="1200" i="1" smtClean="0">
                                <a:solidFill>
                                  <a:srgbClr val="000000"/>
                                </a:solidFill>
                                <a:latin typeface="Cambria Math" panose="02040503050406030204" pitchFamily="18" charset="0"/>
                              </a:rPr>
                              <m:t>2</m:t>
                            </m:r>
                          </m:sup>
                        </m:sSup>
                      </m:oMath>
                    </m:oMathPara>
                  </a14:m>
                  <a:endParaRPr lang="ar-AE" sz="1200" dirty="0">
                    <a:solidFill>
                      <a:srgbClr val="000000"/>
                    </a:solidFill>
                  </a:endParaRPr>
                </a:p>
              </p:txBody>
            </p:sp>
          </mc:Choice>
          <mc:Fallback xmlns="">
            <p:sp>
              <p:nvSpPr>
                <p:cNvPr id="65" name="Filter condition">
                  <a:extLst>
                    <a:ext uri="{FF2B5EF4-FFF2-40B4-BE49-F238E27FC236}">
                      <a16:creationId xmlns:a16="http://schemas.microsoft.com/office/drawing/2014/main" id="{D997851C-B90E-4B31-E332-D42896BCB389}"/>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10526"/>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grpSp>
        <p:nvGrpSpPr>
          <p:cNvPr id="2" name="Group 1">
            <a:extLst>
              <a:ext uri="{FF2B5EF4-FFF2-40B4-BE49-F238E27FC236}">
                <a16:creationId xmlns:a16="http://schemas.microsoft.com/office/drawing/2014/main" id="{A9893C1C-2AB5-D644-07F3-5055932AF8B9}"/>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444FB946-9B97-36F1-BFFF-5FC86DB7156B}"/>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9A608CDE-4F00-EC02-C2E8-538DD38D3225}"/>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91E9DFF-E08D-2A6E-AE99-BB0D90F937C6}"/>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8953E05-7D9E-BB86-D430-19AA2F9B72BA}"/>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AAB81968-7C60-9272-3D3E-57D6CB4CAB6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E7D452E6-6CDF-FED8-1C98-ACE969B9045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5371BD4C-A593-7F42-9CB0-0CD845A9904E}"/>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F2A51889-A491-4F15-6EC3-43151C43FED9}"/>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31A630A7-23C6-DA51-D991-8EEDBD0BCC3B}"/>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DD4471F-52CA-70A6-DF02-F81CD97EC8F3}"/>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DD4471F-52CA-70A6-DF02-F81CD97EC8F3}"/>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0D46CB2A-4777-820B-509D-92FF81836118}"/>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6B101200-132E-2E96-8554-A0B1692D625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B14345D4-B976-6EF5-A009-6A4668FC620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7A9A5BF7-394F-4109-82A1-6909118A43B5}"/>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2CA015C2-3C9B-0850-12E9-3ECEF7F01647}"/>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498CB4C-0E9A-334A-1AFB-969D55DF1A1A}"/>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D86DE95E-3E60-6BCC-1D63-19CE58C83764}"/>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995496B1-37B4-9C42-C3BA-65E029BAE0CF}"/>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FBA2CF8C-BF51-9992-C2FC-648654A4781B}"/>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2205EB91-1F66-8E98-A832-BBF33C9A9A0A}"/>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A217CE89-BB92-F6FD-EAE9-4235A866F7B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5D5D421B-6494-A4CC-F24E-45BF3406BFF9}"/>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ACA5124-9486-FAB5-66B4-3543908B0F99}"/>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73634DF7-BBB9-15F1-3882-56FF41A989C0}"/>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32960422-C390-B673-3B92-A22C34D323E2}"/>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7287361E-4F12-2ACD-3045-AE6B81C49E38}"/>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C81919"/>
                            </a:solidFill>
                            <a:latin typeface="Cambria Math" panose="02040503050406030204" pitchFamily="18" charset="0"/>
                          </a:rPr>
                          <m:t>P</m:t>
                        </m:r>
                      </m:oMath>
                    </m:oMathPara>
                  </a14:m>
                  <a:endParaRPr lang="en-GB" sz="2177" dirty="0">
                    <a:solidFill>
                      <a:srgbClr val="C81919"/>
                    </a:solidFill>
                  </a:endParaRPr>
                </a:p>
              </p:txBody>
            </p:sp>
          </mc:Choice>
          <mc:Fallback xmlns="">
            <p:sp>
              <p:nvSpPr>
                <p:cNvPr id="18" name="Editable label: H">
                  <a:extLst>
                    <a:ext uri="{FF2B5EF4-FFF2-40B4-BE49-F238E27FC236}">
                      <a16:creationId xmlns:a16="http://schemas.microsoft.com/office/drawing/2014/main" id="{7287361E-4F12-2ACD-3045-AE6B81C49E38}"/>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F8D75F69-A307-AB53-97DF-699F2949CBE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rgbClr val="C81919"/>
                            </a:solidFill>
                            <a:latin typeface="Cambria Math"/>
                          </a:rPr>
                          <m:t>Δ</m:t>
                        </m:r>
                      </m:oMath>
                    </m:oMathPara>
                  </a14:m>
                  <a:endParaRPr lang="en-GB" sz="2177" dirty="0">
                    <a:solidFill>
                      <a:srgbClr val="C81919"/>
                    </a:solidFill>
                  </a:endParaRPr>
                </a:p>
              </p:txBody>
            </p:sp>
          </mc:Choice>
          <mc:Fallback xmlns="">
            <p:sp>
              <p:nvSpPr>
                <p:cNvPr id="19" name="Editable label: Δ">
                  <a:extLst>
                    <a:ext uri="{FF2B5EF4-FFF2-40B4-BE49-F238E27FC236}">
                      <a16:creationId xmlns:a16="http://schemas.microsoft.com/office/drawing/2014/main" id="{F8D75F69-A307-AB53-97DF-699F2949CBE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C7E67AF7-956A-831E-A7D1-A2E252031BF0}"/>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0715838E-57F3-AC6A-9B5C-BE0CC9271342}"/>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5CBC8D6E-0E3B-1789-6D28-8479225D696C}"/>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0669756-55F5-3D88-0CC2-7BD39B84C22D}"/>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grpSp>
        <p:nvGrpSpPr>
          <p:cNvPr id="2" name="Group 1">
            <a:extLst>
              <a:ext uri="{FF2B5EF4-FFF2-40B4-BE49-F238E27FC236}">
                <a16:creationId xmlns:a16="http://schemas.microsoft.com/office/drawing/2014/main" id="{2845E9ED-6978-3571-93B0-DDA4929F0130}"/>
              </a:ext>
            </a:extLst>
          </p:cNvPr>
          <p:cNvGrpSpPr/>
          <p:nvPr/>
        </p:nvGrpSpPr>
        <p:grpSpPr>
          <a:xfrm>
            <a:off x="1114262" y="1093948"/>
            <a:ext cx="4315296" cy="1222667"/>
            <a:chOff x="1485900" y="1117600"/>
            <a:chExt cx="6172200" cy="1748790"/>
          </a:xfrm>
        </p:grpSpPr>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876BF8B5-0822-981F-F661-74F4ABA2EAB4}"/>
              </a:ext>
            </a:extLst>
          </p:cNvPr>
          <p:cNvGrpSpPr/>
          <p:nvPr/>
        </p:nvGrpSpPr>
        <p:grpSpPr>
          <a:xfrm>
            <a:off x="1380962" y="2826886"/>
            <a:ext cx="2152823" cy="1431627"/>
            <a:chOff x="3475177" y="2078187"/>
            <a:chExt cx="2152823" cy="1431627"/>
          </a:xfrm>
        </p:grpSpPr>
        <p:sp>
          <p:nvSpPr>
            <p:cNvPr id="4" name="Diagram block or connection 10001">
              <a:extLst>
                <a:ext uri="{FF2B5EF4-FFF2-40B4-BE49-F238E27FC236}">
                  <a16:creationId xmlns:a16="http://schemas.microsoft.com/office/drawing/2014/main" id="{EA5A0E8B-F052-A0D5-2004-5DA1A604D29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31B57815-4BE9-260F-C6FF-A6A7ADF8127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1B19D99A-830A-071E-5FEE-8D17C37EE144}"/>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05F9DD7B-8FE0-C2CA-9F22-C072ED7C0819}"/>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7AE27DB-21A7-0ADD-C397-735E0DEE6FB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434E7B7E-C525-C0F4-8A71-CEF239CFC90C}"/>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02D735CC-E33D-2085-7695-2A889395A231}"/>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30FD736-68E1-95B6-B841-9CAC5CB7E47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D2F93B75-7F0A-DA19-A363-415C7D69C374}"/>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8A95808A-50ED-A93E-50A8-B3D0F715F806}"/>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8D0C2261-101F-968F-8249-7E8E7ABF377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8D0C2261-101F-968F-8249-7E8E7ABF377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5BEE3CDC-7E21-4E29-FF2A-0DF7864F964B}"/>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5BEE3CDC-7E21-4E29-FF2A-0DF7864F964B}"/>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DD7B7B91-3ACC-692C-9462-7FCA05C1900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6"/>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3E5ACB63-F13D-B7A1-C2E0-E3299194CD4C}"/>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7"/>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grpSp>
        <p:nvGrpSpPr>
          <p:cNvPr id="2" name="Group 1">
            <a:extLst>
              <a:ext uri="{FF2B5EF4-FFF2-40B4-BE49-F238E27FC236}">
                <a16:creationId xmlns:a16="http://schemas.microsoft.com/office/drawing/2014/main" id="{61C8C340-5FFC-2341-F95C-31232E8CEA1D}"/>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2E421F84-38C6-CA25-1E54-8261C796812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224466B8-4C74-F353-1076-A198CDAAD7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6A9F140-69E6-BCCE-D615-1C53B71F080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79FDC6B-65B7-1A04-DE90-925890F3C6A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F13B6358-E749-38D8-C34C-7256D9A0DF7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F7BE974B-C324-A499-D505-DA5E3CAC1A4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1E7DAD3-5032-1C33-BA10-F4A24F7B2089}"/>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93BA8C27-C3EB-FB52-2867-5226230BB8B1}"/>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9A3D02D2-4140-AA23-110E-6E916795D62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892A58A8-F4DC-4883-4FCC-043F8A88BFD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892A58A8-F4DC-4883-4FCC-043F8A88BFD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519B300E-FFBA-14CC-32A8-1E83F85C3CAB}"/>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22319B26-DD4A-41F0-8B06-2E95BE10A40F}"/>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16A351A0-A53B-65D4-2973-A563E8C53BB0}"/>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8E0875FF-71BA-59B4-6ACB-F463D0791FE9}"/>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923B00E5-54C9-7408-A0ED-284A4DD75A7E}"/>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169AD81A-5F5D-C161-5105-14F22B64A4C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596B9D95-B36A-E806-A0E8-88C08431E2A7}"/>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8D0FFBF1-B217-8EC8-4AE8-C2D7C45857CB}"/>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D9CDDEE7-4BE2-4D73-9265-34C7821E7563}"/>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85B0A4A-53B7-8E52-DE10-F3EF95DC5617}"/>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93F3B3CB-59D8-AC83-D1FD-B109D93A0FA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8CA5DD6D-919D-F43E-46C4-AC8D781A5F64}"/>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FED0657-0E4D-7003-30D8-43D6D792306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09227E93-0075-5CE7-CF13-2A8736EFF8FF}"/>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96D9712C-FF77-C5AD-2DA4-3AF6638E40A4}"/>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E514CFFE-3765-C6E4-4FD1-83FA666BEB9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E514CFFE-3765-C6E4-4FD1-83FA666BEB9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0B1A33F3-B206-276F-7C50-E7204D495EA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0B1A33F3-B206-276F-7C50-E7204D495EA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D26E4E67-D013-38EC-A4AB-A9B4AA3A1A38}"/>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C8437B6D-E4AD-4480-7D77-5FF2980CF48A}"/>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6E4FE9AF-DE46-C748-7235-80EE8AF09EE7}"/>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678DF57-FCF8-CC2E-D178-29D412DAB0DE}"/>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grpSp>
        <p:nvGrpSpPr>
          <p:cNvPr id="2" name="Group 1">
            <a:extLst>
              <a:ext uri="{FF2B5EF4-FFF2-40B4-BE49-F238E27FC236}">
                <a16:creationId xmlns:a16="http://schemas.microsoft.com/office/drawing/2014/main" id="{B4B7E76D-AA41-A853-EE52-DCF18FB70A43}"/>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EE0F706F-F033-D094-7423-FD4066F3F47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388891F-E541-06A7-78D6-72A4623E3B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626E695A-EF6A-FDC3-28CD-948F3BAEBA7C}"/>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A5FDCBD-1C05-8DAE-C61D-BC8C771E01E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1833A21C-4777-A5B9-1507-D688FF2AC53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18354F6-D0FA-3E90-53FE-443790EE73A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84B2037-91FE-607D-8013-BAB3841DEE7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7CF62B47-AA84-08C8-FA44-1D9A36814E85}"/>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056ECE-6368-07C7-39CE-E75173504F01}"/>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143B76E-2938-32DB-5305-77E854CEAD27}"/>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143B76E-2938-32DB-5305-77E854CEAD27}"/>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BBD15022-075E-AA38-C11A-AADD1324B6E2}"/>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D25E3C0A-59AF-A2CC-DF40-06CE71DB17A5}"/>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DA20E53B-7578-1F3B-15CF-F15B105E4C01}"/>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B772EC4B-53FC-6461-4437-2FC3C78B6502}"/>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046D1F90-FA06-5804-9536-E0520DF3C6D3}"/>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DAABA49-4EE8-638B-D658-BF2278B3C23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F8CEED6F-749C-F429-68AD-82907FD851E3}"/>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CA64DF25-82EC-C7C3-040A-3333DC8D5906}"/>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E047F6C8-D65F-823E-A686-0DF5807D1295}"/>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7A654CB1-F339-1700-F180-0336B0A8EBC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F0B3EFC8-1592-CCDF-69A9-A3B47DB7A602}"/>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CA8480D6-B3B8-AFEE-3A0C-84790B8B4CFF}"/>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DF3A205-D7D2-0D18-053F-F655A02D9DA6}"/>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A34E2F1F-0E4E-BCCE-6E28-0669802B7693}"/>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749CDE10-E355-003B-F0D1-D4A8EBDBFA40}"/>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280C8B26-EBAC-38DB-9AB9-EC2C3893BA6B}"/>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280C8B26-EBAC-38DB-9AB9-EC2C3893BA6B}"/>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2B412693-65FA-94A2-7E5D-9905E6063879}"/>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2B412693-65FA-94A2-7E5D-9905E6063879}"/>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4E8A5391-B898-0875-BC48-99E86FC71955}"/>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𝑤</m:t>
                            </m:r>
                          </m:e>
                          <m:sub>
                            <m:r>
                              <a:rPr lang="ar-AE" sz="2177">
                                <a:solidFill>
                                  <a:srgbClr val="C00000"/>
                                </a:solidFill>
                                <a:latin typeface="Cambria Math"/>
                              </a:rPr>
                              <m:t>𝑝</m:t>
                            </m:r>
                          </m:sub>
                        </m:sSub>
                      </m:oMath>
                    </m:oMathPara>
                  </a14:m>
                  <a:endParaRPr lang="en-GB" sz="2177" dirty="0"/>
                </a:p>
              </p:txBody>
            </p:sp>
          </mc:Choice>
          <mc:Fallback xmlns="">
            <p:sp>
              <p:nvSpPr>
                <p:cNvPr id="20" name="Editable label: wp">
                  <a:extLst>
                    <a:ext uri="{FF2B5EF4-FFF2-40B4-BE49-F238E27FC236}">
                      <a16:creationId xmlns:a16="http://schemas.microsoft.com/office/drawing/2014/main" id="{4E8A5391-B898-0875-BC48-99E86FC71955}"/>
                    </a:ext>
                  </a:extLst>
                </p:cNvPr>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235"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89854486-B6CC-F1BD-7D59-D652D1AD6E23}"/>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𝑧</m:t>
                            </m:r>
                          </m:e>
                          <m:sub>
                            <m:r>
                              <a:rPr lang="ar-AE" sz="2177">
                                <a:solidFill>
                                  <a:srgbClr val="C00000"/>
                                </a:solidFill>
                                <a:latin typeface="Cambria Math"/>
                              </a:rPr>
                              <m:t>𝑝</m:t>
                            </m:r>
                          </m:sub>
                        </m:sSub>
                      </m:oMath>
                    </m:oMathPara>
                  </a14:m>
                  <a:endParaRPr lang="en-GB" sz="2177" dirty="0"/>
                </a:p>
              </p:txBody>
            </p:sp>
          </mc:Choice>
          <mc:Fallback xmlns="">
            <p:sp>
              <p:nvSpPr>
                <p:cNvPr id="21" name="Editable label: zp">
                  <a:extLst>
                    <a:ext uri="{FF2B5EF4-FFF2-40B4-BE49-F238E27FC236}">
                      <a16:creationId xmlns:a16="http://schemas.microsoft.com/office/drawing/2014/main" id="{89854486-B6CC-F1BD-7D59-D652D1AD6E23}"/>
                    </a:ext>
                  </a:extLst>
                </p:cNvPr>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A9FFC6BD-84E5-5803-9C7F-CED7FAD4F44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dirty="0"/>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17A898A-AF97-8573-A20D-492DBAF760B8}"/>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2665</TotalTime>
  <Words>5235</Words>
  <Application>Microsoft Office PowerPoint</Application>
  <PresentationFormat>On-screen Show (16:9)</PresentationFormat>
  <Paragraphs>958</Paragraphs>
  <Slides>42</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20</cp:revision>
  <dcterms:created xsi:type="dcterms:W3CDTF">2019-11-27T15:26:32Z</dcterms:created>
  <dcterms:modified xsi:type="dcterms:W3CDTF">2026-09-25T10:59:05Z</dcterms:modified>
</cp:coreProperties>
</file>