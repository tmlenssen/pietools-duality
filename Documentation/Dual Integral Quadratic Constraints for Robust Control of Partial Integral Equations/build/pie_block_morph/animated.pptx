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07" r:id="rId23"/>
    <p:sldId id="408" r:id="rId24"/>
    <p:sldId id="409" r:id="rId25"/>
    <p:sldId id="45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32"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ExtractFinal108" Type="http://schemas.openxmlformats.org/officeDocument/2006/relationships/image" Target="../media/extraction20_revised_lfr19_image97.png"/><Relationship Id="rIdExtractFinal103" Type="http://schemas.openxmlformats.org/officeDocument/2006/relationships/image" Target="../media/extraction20_revised_lfr19_image101.png"/><Relationship Id="rId8" Type="http://schemas.openxmlformats.org/officeDocument/2006/relationships/image" Target="../media/image74.png"/><Relationship Id="rId13" Type="http://schemas.openxmlformats.org/officeDocument/2006/relationships/image" Target="../media/image79.png"/><Relationship Id="rId18" Type="http://schemas.openxmlformats.org/officeDocument/2006/relationships/image" Target="../media/image84.png"/><Relationship Id="rId3" Type="http://schemas.openxmlformats.org/officeDocument/2006/relationships/image" Target="../media/image1.png"/><Relationship Id="rIdExtractFinal102" Type="http://schemas.openxmlformats.org/officeDocument/2006/relationships/image" Target="../media/extraction20_revised_lfr19_image96.png"/><Relationship Id="rIdExtractFinal107" Type="http://schemas.openxmlformats.org/officeDocument/2006/relationships/image" Target="../media/extraction20_revised_lfr19_image74.png"/><Relationship Id="rId7" Type="http://schemas.openxmlformats.org/officeDocument/2006/relationships/image" Target="../media/image71.png"/><Relationship Id="rId12" Type="http://schemas.openxmlformats.org/officeDocument/2006/relationships/image" Target="../media/image78.png"/><Relationship Id="rId17" Type="http://schemas.openxmlformats.org/officeDocument/2006/relationships/image" Target="../media/image83.png"/><Relationship Id="rId2" Type="http://schemas.openxmlformats.org/officeDocument/2006/relationships/notesSlide" Target="../notesSlides/notesSlide14.xml"/><Relationship Id="rIdExtractFinal106" Type="http://schemas.openxmlformats.org/officeDocument/2006/relationships/image" Target="../media/extraction20_revised_lfr19_image100.png"/><Relationship Id="rId16" Type="http://schemas.openxmlformats.org/officeDocument/2006/relationships/image" Target="../media/image82.png"/><Relationship Id="rId1" Type="http://schemas.openxmlformats.org/officeDocument/2006/relationships/slideLayout" Target="../slideLayouts/slideLayout6.xml"/><Relationship Id="rId6" Type="http://schemas.openxmlformats.org/officeDocument/2006/relationships/image" Target="../media/image73.png"/><Relationship Id="rId11" Type="http://schemas.openxmlformats.org/officeDocument/2006/relationships/image" Target="../media/image77.png"/><Relationship Id="rId5" Type="http://schemas.openxmlformats.org/officeDocument/2006/relationships/image" Target="../media/image72.png"/><Relationship Id="rId15" Type="http://schemas.openxmlformats.org/officeDocument/2006/relationships/image" Target="../media/image81.png"/><Relationship Id="rIdExtractFinal100" Type="http://schemas.openxmlformats.org/officeDocument/2006/relationships/image" Target="../media/extraction20_revised_lfr19_image102.png"/><Relationship Id="rIdExtractFinal109" Type="http://schemas.openxmlformats.org/officeDocument/2006/relationships/image" Target="../media/extraction20_image70.png"/><Relationship Id="rId10" Type="http://schemas.openxmlformats.org/officeDocument/2006/relationships/image" Target="../media/image76.png"/><Relationship Id="rId19" Type="http://schemas.openxmlformats.org/officeDocument/2006/relationships/image" Target="../media/image85.png"/><Relationship Id="rId9" Type="http://schemas.openxmlformats.org/officeDocument/2006/relationships/image" Target="../media/image75.png"/><Relationship Id="rId14" Type="http://schemas.openxmlformats.org/officeDocument/2006/relationships/image" Target="../media/image80.png"/></Relationships>
</file>

<file path=ppt/slides/_rels/slide21.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png"/><Relationship Id="rId3" Type="http://schemas.openxmlformats.org/officeDocument/2006/relationships/image" Target="../media/image1.png"/><Relationship Id="rIdBlock107" Type="http://schemas.openxmlformats.org/officeDocument/2006/relationships/image" Target="../media/image73.png"/><Relationship Id="rId7" Type="http://schemas.openxmlformats.org/officeDocument/2006/relationships/image" Target="../media/image71.png"/><Relationship Id="rId12" Type="http://schemas.openxmlformats.org/officeDocument/2006/relationships/image" Target="../media/image81.png"/><Relationship Id="rId2" Type="http://schemas.openxmlformats.org/officeDocument/2006/relationships/notesSlide" Target="../notesSlides/notesSlide15.xml"/><Relationship Id="rId16" Type="http://schemas.openxmlformats.org/officeDocument/2006/relationships/image" Target="../media/image85.png"/><Relationship Id="rId1" Type="http://schemas.openxmlformats.org/officeDocument/2006/relationships/slideLayout" Target="../slideLayouts/slideLayout6.xml"/><Relationship Id="rId6" Type="http://schemas.openxmlformats.org/officeDocument/2006/relationships/image" Target="../media/image760.png"/><Relationship Id="rIdBlock106" Type="http://schemas.openxmlformats.org/officeDocument/2006/relationships/image" Target="../media/extraction20_image70.png"/><Relationship Id="rId11" Type="http://schemas.openxmlformats.org/officeDocument/2006/relationships/image" Target="../media/image80.png"/><Relationship Id="rId5" Type="http://schemas.openxmlformats.org/officeDocument/2006/relationships/image" Target="../media/image752.png"/><Relationship Id="rId15" Type="http://schemas.openxmlformats.org/officeDocument/2006/relationships/image" Target="../media/image84.png"/><Relationship Id="rId10" Type="http://schemas.openxmlformats.org/officeDocument/2006/relationships/image" Target="../media/image79.png"/><Relationship Id="rId4" Type="http://schemas.openxmlformats.org/officeDocument/2006/relationships/image" Target="../media/image741.png"/><Relationship Id="rId9" Type="http://schemas.openxmlformats.org/officeDocument/2006/relationships/image" Target="../media/image78.png"/><Relationship Id="rId14" Type="http://schemas.openxmlformats.org/officeDocument/2006/relationships/image" Target="../media/image8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png"/><Relationship Id="rId7" Type="http://schemas.openxmlformats.org/officeDocument/2006/relationships/image" Target="../media/image801.png"/><Relationship Id="rIdBlock107" Type="http://schemas.openxmlformats.org/officeDocument/2006/relationships/image" Target="../media/extraction20_image7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91.png"/><Relationship Id="rId5" Type="http://schemas.openxmlformats.org/officeDocument/2006/relationships/image" Target="../media/image781.png"/><Relationship Id="rId4" Type="http://schemas.openxmlformats.org/officeDocument/2006/relationships/image" Target="../media/image77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Block106" Type="http://schemas.openxmlformats.org/officeDocument/2006/relationships/image" Target="../media/image73.png"/><Relationship Id="rId5" Type="http://schemas.openxmlformats.org/officeDocument/2006/relationships/image" Target="../media/image821.png"/><Relationship Id="rIdBlock105" Type="http://schemas.openxmlformats.org/officeDocument/2006/relationships/image" Target="../media/extraction20_image70.png"/><Relationship Id="rId4" Type="http://schemas.openxmlformats.org/officeDocument/2006/relationships/image" Target="../media/image81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png"/><Relationship Id="rId5" Type="http://schemas.openxmlformats.org/officeDocument/2006/relationships/image" Target="../media/image840.png"/><Relationship Id="rIdBlock105" Type="http://schemas.openxmlformats.org/officeDocument/2006/relationships/image" Target="../media/extraction20_image70.png"/><Relationship Id="rId4" Type="http://schemas.openxmlformats.org/officeDocument/2006/relationships/image" Target="../media/image831.png"/></Relationships>
</file>

<file path=ppt/slides/_rels/slide25.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7.jpeg"/><Relationship Id="rId3" Type="http://schemas.openxmlformats.org/officeDocument/2006/relationships/image" Target="../media/image1.png"/><Relationship Id="rIdRevisedLFR129" Type="http://schemas.openxmlformats.org/officeDocument/2006/relationships/image" Target="../media/revised_lfr19_image96.png"/><Relationship Id="rIdPillarBlock19" Type="http://schemas.openxmlformats.org/officeDocument/2006/relationships/image" Target="../media/image73.png"/><Relationship Id="rId7" Type="http://schemas.openxmlformats.org/officeDocument/2006/relationships/image" Target="../media/image751.png"/><Relationship Id="rId12" Type="http://schemas.openxmlformats.org/officeDocument/2006/relationships/image" Target="../media/image86.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40.png"/><Relationship Id="rId11" Type="http://schemas.openxmlformats.org/officeDocument/2006/relationships/image" Target="../media/image800.png"/><Relationship Id="rId5" Type="http://schemas.openxmlformats.org/officeDocument/2006/relationships/image" Target="../media/image730.png"/><Relationship Id="rId10" Type="http://schemas.openxmlformats.org/officeDocument/2006/relationships/image" Target="../media/image790.png"/><Relationship Id="rId4" Type="http://schemas.openxmlformats.org/officeDocument/2006/relationships/image" Target="../media/image722.png"/><Relationship Id="rId9" Type="http://schemas.openxmlformats.org/officeDocument/2006/relationships/image" Target="../media/image780.png"/><Relationship Id="rId14" Type="http://schemas.openxmlformats.org/officeDocument/2006/relationships/image" Target="../media/image7.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8.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9.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90.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92.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2.xml.rels><?xml version="1.0" encoding="UTF-8" standalone="yes"?>
<Relationships xmlns="http://schemas.openxmlformats.org/package/2006/relationships"><Relationship Id="rId3" Type="http://schemas.openxmlformats.org/officeDocument/2006/relationships/image" Target="../media/image92.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3.xml.rels><?xml version="1.0" encoding="UTF-8" standalone="yes"?>
<Relationships xmlns="http://schemas.openxmlformats.org/package/2006/relationships"><Relationship Id="rId3" Type="http://schemas.openxmlformats.org/officeDocument/2006/relationships/image" Target="../media/image92.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6.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7.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8.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0.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9.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01.png"/></Relationships>
</file>

<file path=ppt/slides/_rels/slide5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2.png"/></Relationships>
</file>

<file path=ppt/slides/_rels/slide5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ExtractFinal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ExtractFinal1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ExtractFinal10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ExtractFinal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ExtractFinal103"/>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ExtractFinal100"/>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5"/>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ExtractFinal109"/>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mc:Choice xmlns:a14="http://schemas.microsoft.com/office/drawing/2010/main"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9"/>
                  <a:stretch>
                    <a:fillRect t="-234694" r="-2632" b="-33877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10"/>
                  <a:stretch>
                    <a:fillRect t="-241667" r="-2632" b="-3458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11"/>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mc:Choice xmlns:a14="http://schemas.microsoft.com/office/drawing/2010/main"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12"/>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13"/>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14"/>
                  <a:stretch>
                    <a:fillRect l="-2395" t="-8163" b="-183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15"/>
                  <a:stretch>
                    <a:fillRect l="-2395" t="-8333" b="-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16"/>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mc:Choice xmlns:a14="http://schemas.microsoft.com/office/drawing/2010/main"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accel="50000" decel="50000" fill="hold" nodeType="click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mc:Choice xmlns:a14="http://schemas.microsoft.com/office/drawing/2010/main"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5"/>
                  <a:stretch>
                    <a:fillRect t="-234694" r="-2632" b="-33877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6"/>
                  <a:stretch>
                    <a:fillRect t="-241667" r="-2632" b="-3458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8"/>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mc:Choice xmlns:a14="http://schemas.microsoft.com/office/drawing/2010/main"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9"/>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10"/>
                  <a:stretch>
                    <a:fillRect l="-23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11"/>
                  <a:stretch>
                    <a:fillRect l="-2395" t="-8163" b="-183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12"/>
                  <a:stretch>
                    <a:fillRect l="-2395" t="-8333" b="-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mc:Choice xmlns:a14="http://schemas.microsoft.com/office/drawing/2010/main"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1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5"/>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entr"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m:t>
                      </m:r>
                      <m:r>
                        <a:rPr sz="2400">
                          <a:solidFill>
                            <a:srgbClr val="252529"/>
                          </a:solidFill>
                          <a:latin typeface="Cambria Math"/>
                        </a:rPr>
                        <m:t>+</m:t>
                      </m:r>
                      <m:r>
                        <a:rPr sz="2400">
                          <a:solidFill>
                            <a:srgbClr val="252529"/>
                          </a:solidFill>
                          <a:latin typeface="Cambria Math"/>
                        </a:rPr>
                        <m:t>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xmlns:m="http://schemas.openxmlformats.org/officeDocument/2006/math"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xmlns:m="http://schemas.openxmlformats.org/officeDocument/2006/math"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𝒜</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xmlns:m="http://schemas.openxmlformats.org/officeDocument/2006/math"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252529"/>
                              </a:solidFill>
                              <a:latin typeface="Cambria Math"/>
                            </a:rPr>
                          </m:ctrlPr>
                        </m:dPr>
                        <m:e>
                          <m:r>
                            <a:rPr sz="2400">
                              <a:solidFill>
                                <a:srgbClr val="252529"/>
                              </a:solidFill>
                              <a:latin typeface="Cambria Math"/>
                            </a:rPr>
                            <m:t>𝒜</m:t>
                          </m:r>
                          <m:r>
                            <a:rPr sz="2400">
                              <a:solidFill>
                                <a:srgbClr val="252529"/>
                              </a:solidFill>
                              <a:latin typeface="Cambria Math"/>
                            </a:rPr>
                            <m:t>  </m:t>
                          </m:r>
                          <m:r>
                            <a:rPr sz="2400">
                              <a:solidFill>
                                <a:srgbClr val="252529"/>
                              </a:solidFill>
                              <a:latin typeface="Cambria Math"/>
                            </a:rPr>
                            <m:t>ℬ</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xmlns:m="http://schemas.openxmlformats.org/officeDocument/2006/math"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𝒫</m:t>
                      </m:r>
                      <m:r>
                        <a:rPr sz="2000">
                          <a:solidFill>
                            <a:srgbClr val="252529"/>
                          </a:solidFill>
                          <a:latin typeface="Cambria Math"/>
                        </a:rPr>
                        <m:t>≽</m:t>
                      </m:r>
                      <m:r>
                        <a:rPr sz="2000">
                          <a:solidFill>
                            <a:srgbClr val="252529"/>
                          </a:solidFill>
                          <a:latin typeface="Cambria Math"/>
                        </a:rPr>
                        <m:t>𝜀</m:t>
                      </m:r>
                      <m:r>
                        <a:rPr sz="2000">
                          <a:solidFill>
                            <a:srgbClr val="252529"/>
                          </a:solidFill>
                          <a:latin typeface="Cambria Math"/>
                        </a:rPr>
                        <m:t>ℐ</m:t>
                      </m:r>
                      <m:r>
                        <a:rPr sz="2000">
                          <a:solidFill>
                            <a:srgbClr val="252529"/>
                          </a:solidFill>
                          <a:latin typeface="Cambria Math"/>
                        </a:rPr>
                        <m:t>,   </m:t>
                      </m:r>
                      <m:r>
                        <a:rPr sz="2000">
                          <a:solidFill>
                            <a:srgbClr val="252529"/>
                          </a:solidFill>
                          <a:latin typeface="Cambria Math"/>
                        </a:rPr>
                        <m:t>𝜀</m:t>
                      </m:r>
                      <m:r>
                        <a:rPr sz="2000">
                          <a:solidFill>
                            <a:srgbClr val="252529"/>
                          </a:solidFill>
                          <a:latin typeface="Cambria Math"/>
                        </a:rPr>
                        <m:t>&gt;0</m:t>
                      </m:r>
                    </m:oMath>
                  </m:oMathPara>
                </a14:m>
                <a:endParaRPr sz="2000"/>
              </a:p>
            </p:txBody>
          </p:sp>
        </mc:Choice>
        <mc:Fallback xmlns:m="http://schemas.openxmlformats.org/officeDocument/2006/math"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𝒫𝒜</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𝒜</m:t>
                          </m:r>
                        </m:e>
                        <m:sup>
                          <m:r>
                            <a:rPr sz="1900">
                              <a:solidFill>
                                <a:srgbClr val="252529"/>
                              </a:solidFill>
                              <a:latin typeface="Cambria Math"/>
                            </a:rPr>
                            <m:t>∗</m:t>
                          </m:r>
                        </m:sup>
                      </m:sSup>
                      <m:r>
                        <a:rPr sz="1900">
                          <a:solidFill>
                            <a:srgbClr val="252529"/>
                          </a:solidFill>
                          <a:latin typeface="Cambria Math"/>
                        </a:rPr>
                        <m:t>𝒫𝒯</m:t>
                      </m:r>
                      <m:r>
                        <a:rPr sz="1900">
                          <a:solidFill>
                            <a:srgbClr val="252529"/>
                          </a:solidFill>
                          <a:latin typeface="Cambria Math"/>
                        </a:rPr>
                        <m:t>≼−</m:t>
                      </m:r>
                      <m:r>
                        <a:rPr sz="1900">
                          <a:solidFill>
                            <a:srgbClr val="252529"/>
                          </a:solidFill>
                          <a:latin typeface="Cambria Math"/>
                        </a:rPr>
                        <m:t>𝛼</m:t>
                      </m:r>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𝒯</m:t>
                      </m:r>
                    </m:oMath>
                  </m:oMathPara>
                </a14:m>
                <a:endParaRPr sz="1900"/>
              </a:p>
            </p:txBody>
          </p:sp>
        </mc:Choice>
        <mc:Fallback xmlns:m="http://schemas.openxmlformats.org/officeDocument/2006/math"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PI operator parameterization → LMIs</a:t>
            </a:r>
            <a:endParaRPr sz="14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1" name="Controlled linear PIE"/>
              <p:cNvSpPr>
                <a:spLocks noRot="1" noChangeAspect="1" noMove="1" noResize="1" noEditPoints="1" noAdjustHandles="1" noChangeArrowheads="1" noChangeShapeType="1" noTextEdit="1"/>
              </p:cNvSpPr>
              <p:nvPr/>
            </p:nvSpPr>
            <p:spPr>
              <a:xfrm>
                <a:off x="3543300" y="24726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𝐾𝑦</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Feedback controller"/>
              <p:cNvSpPr>
                <a:spLocks noRot="1" noChangeAspect="1" noMove="1" noResize="1" noEditPoints="1" noAdjustHandles="1" noChangeArrowheads="1" noChangeShapeType="1" noTextEdit="1"/>
              </p:cNvSpPr>
              <p:nvPr/>
            </p:nvSpPr>
            <p:spPr>
              <a:xfrm>
                <a:off x="3543300" y="3082290"/>
                <a:ext cx="5207000" cy="642620"/>
              </a:xfrm>
              <a:prstGeom prst="rect">
                <a:avLst/>
              </a:prstGeom>
              <a:blipFill>
                <a:blip r:embed="rId5"/>
                <a:stretch>
                  <a:fillRect/>
                </a:stretch>
              </a:blipFill>
              <a:ln>
                <a:noFill/>
              </a:ln>
            </p:spPr>
            <p:txBody>
              <a:bodyPr/>
              <a:lstStyle/>
              <a:p>
                <a:r>
                  <a:rPr lang="en-NL">
                    <a:noFill/>
                  </a:rPr>
                  <a:t> </a:t>
                </a:r>
              </a:p>
            </p:txBody>
          </p:sp>
        </mc:Fallback>
      </mc:AlternateContent>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Synthesize in PIE coordinates</a:t>
            </a:r>
            <a:endParaRPr sz="16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sp>
      <p:sp>
        <p:nvSpPr>
          <p:cNvPr id="20002" name="!!PIE pillar"/>
          <p:cNvSpPr/>
          <p:nvPr/>
        </p:nvSpPr>
        <p:spPr>
          <a:xfrm>
            <a:off x="5537200" y="0"/>
            <a:ext cx="3606800" cy="5143500"/>
          </a:xfrm>
          <a:prstGeom prst="rect">
            <a:avLst/>
          </a:prstGeom>
          <a:solidFill>
            <a:srgbClr val="C81919">
              <a:alpha val="50196"/>
            </a:srgbClr>
          </a:solidFill>
          <a:ln>
            <a:noFill/>
          </a:ln>
        </p:spPr>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4" name="Pillar number"/>
          <p:cNvSpPr/>
          <p:nvPr/>
        </p:nvSpPr>
        <p:spPr>
          <a:xfrm>
            <a:off x="5664200" y="304800"/>
            <a:ext cx="3352800" cy="228600"/>
          </a:xfrm>
          <a:prstGeom prst="rect">
            <a:avLst/>
          </a:prstGeom>
          <a:noFill/>
          <a:ln>
            <a:noFill/>
          </a:ln>
        </p:spPr>
        <p:txBody>
          <a:bodyPr wrap="none" lIns="0" tIns="0" rIns="0" bIns="0" anchor="ctr">
            <a:noAutofit/>
          </a:bodyPr>
          <a:lstStyle/>
          <a:p>
            <a:pPr algn="ctr">
              <a:buNone/>
            </a:pPr>
            <a:r>
              <a:rPr lang="en-GB" sz="1200" b="1" i="0" u="none" baseline="0">
                <a:solidFill>
                  <a:srgbClr val="252529"/>
                </a:solidFill>
                <a:latin typeface="Aptos"/>
                <a:ea typeface="Aptos"/>
                <a:cs typeface="Aptos"/>
              </a:rPr>
              <a:t>PILLAR 1</a:t>
            </a:r>
            <a:endParaRPr sz="1200"/>
          </a:p>
        </p:txBody>
      </p:sp>
      <p:sp>
        <p:nvSpPr>
          <p:cNvPr id="20005" name="PIE heading"/>
          <p:cNvSpPr/>
          <p:nvPr/>
        </p:nvSpPr>
        <p:spPr>
          <a:xfrm>
            <a:off x="5664200" y="622300"/>
            <a:ext cx="3352800" cy="381000"/>
          </a:xfrm>
          <a:prstGeom prst="rect">
            <a:avLst/>
          </a:prstGeom>
          <a:noFill/>
          <a:ln>
            <a:noFill/>
          </a:ln>
        </p:spPr>
        <p:txBody>
          <a:bodyPr wrap="none" lIns="0" tIns="0" rIns="0" bIns="0" anchor="ctr">
            <a:noAutofit/>
          </a:bodyPr>
          <a:lstStyle/>
          <a:p>
            <a:pPr algn="ctr">
              <a:buNone/>
            </a:pPr>
            <a:r>
              <a:rPr lang="en-GB" sz="2000" b="1" i="0" u="none" baseline="0">
                <a:solidFill>
                  <a:srgbClr val="252529"/>
                </a:solidFill>
                <a:latin typeface="Aptos"/>
                <a:ea typeface="Aptos"/>
                <a:cs typeface="Aptos"/>
              </a:rPr>
              <a:t>Partial Integral Equations</a:t>
            </a:r>
            <a:endParaRPr sz="200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664200" y="103187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633434"/>
            </a:solidFill>
            <a:round/>
            <a:tailEnd type="triangle" w="sm" len="sm"/>
          </a:ln>
        </p:spPr>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a:solidFill>
                  <a:srgbClr val="633434"/>
                </a:solidFill>
                <a:latin typeface="Aptos"/>
                <a:ea typeface="Aptos"/>
                <a:cs typeface="Aptos"/>
              </a:rPr>
              <a:t>Tractability</a:t>
            </a:r>
            <a:endParaRPr sz="140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633434"/>
            </a:solidFill>
            <a:round/>
            <a:tailEnd type="triangle" w="sm" len="sm"/>
          </a:ln>
        </p:spPr>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a:solidFill>
                  <a:srgbClr val="633434"/>
                </a:solidFill>
                <a:latin typeface="Aptos"/>
                <a:ea typeface="Aptos"/>
                <a:cs typeface="Aptos"/>
              </a:rPr>
              <a:t>Solutions</a:t>
            </a:r>
            <a:endParaRPr sz="140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Analysis and synthesis</a:t>
            </a:r>
            <a:endParaRPr sz="1800"/>
          </a:p>
        </p:txBody>
      </p:sp>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a:solidFill>
                  <a:srgbClr val="633434"/>
                </a:solidFill>
                <a:latin typeface="Aptos"/>
                <a:ea typeface="Aptos"/>
                <a:cs typeface="Aptos"/>
              </a:rPr>
              <a:t>using LMIs</a:t>
            </a:r>
            <a:endParaRPr sz="1600"/>
          </a:p>
        </p:txBody>
      </p:sp>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5"/>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7"/>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3"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4"/>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5292</TotalTime>
  <Words>6052</Words>
  <Application>Microsoft Office PowerPoint</Application>
  <PresentationFormat>On-screen Show (16:9)</PresentationFormat>
  <Paragraphs>987</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31</cp:revision>
  <dcterms:created xsi:type="dcterms:W3CDTF">2019-11-27T15:26:32Z</dcterms:created>
  <dcterms:modified xsi:type="dcterms:W3CDTF">2026-09-27T11:18:58Z</dcterms:modified>
</cp:coreProperties>
</file>