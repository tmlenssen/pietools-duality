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9" r:id="rId25"/>
    <p:sldId id="459" r:id="rId2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 Id="rIdBlockMorph20_0" Type="http://schemas.openxmlformats.org/officeDocument/2006/relationships/image" Target="../media/blockmorph20_extraction20_revised_lfr19_image97.png"/><Relationship Id="rIdBlockMorph20_1" Type="http://schemas.openxmlformats.org/officeDocument/2006/relationships/image" Target="../media/blockmorph20_extraction20_revised_lfr19_image101.png"/><Relationship Id="rIdBlockMorph20_2" Type="http://schemas.openxmlformats.org/officeDocument/2006/relationships/image" Target="../media/blockmorph20_image74.png"/><Relationship Id="rIdBlockMorph20_3" Type="http://schemas.openxmlformats.org/officeDocument/2006/relationships/image" Target="../media/blockmorph20_image79.png"/><Relationship Id="rIdBlockMorph20_4" Type="http://schemas.openxmlformats.org/officeDocument/2006/relationships/image" Target="../media/blockmorph20_image84.png"/><Relationship Id="rIdBlockMorph20_5" Type="http://schemas.openxmlformats.org/officeDocument/2006/relationships/image" Target="../media/blockmorph20_image1.png"/><Relationship Id="rIdBlockMorph20_6" Type="http://schemas.openxmlformats.org/officeDocument/2006/relationships/image" Target="../media/blockmorph20_extraction20_revised_lfr19_image96.png"/><Relationship Id="rIdBlockMorph20_7" Type="http://schemas.openxmlformats.org/officeDocument/2006/relationships/image" Target="../media/blockmorph20_extraction20_revised_lfr19_image74.png"/><Relationship Id="rIdBlockMorph20_8" Type="http://schemas.openxmlformats.org/officeDocument/2006/relationships/image" Target="../media/blockmorph20_image71.png"/><Relationship Id="rIdBlockMorph20_9" Type="http://schemas.openxmlformats.org/officeDocument/2006/relationships/image" Target="../media/blockmorph20_image78.png"/><Relationship Id="rIdBlockMorph20_10" Type="http://schemas.openxmlformats.org/officeDocument/2006/relationships/image" Target="../media/blockmorph20_image83.png"/><Relationship Id="rIdBlockMorph20_12" Type="http://schemas.openxmlformats.org/officeDocument/2006/relationships/image" Target="../media/blockmorph20_extraction20_revised_lfr19_image100.png"/><Relationship Id="rIdBlockMorph20_13" Type="http://schemas.openxmlformats.org/officeDocument/2006/relationships/image" Target="../media/blockmorph20_image82.png"/><Relationship Id="rIdBlockMorph20_15" Type="http://schemas.openxmlformats.org/officeDocument/2006/relationships/image" Target="../media/blockmorph20_image73.png"/><Relationship Id="rIdBlockMorph20_16" Type="http://schemas.openxmlformats.org/officeDocument/2006/relationships/image" Target="../media/blockmorph20_image77.png"/><Relationship Id="rIdBlockMorph20_17" Type="http://schemas.openxmlformats.org/officeDocument/2006/relationships/image" Target="../media/blockmorph20_image72.png"/><Relationship Id="rIdBlockMorph20_18" Type="http://schemas.openxmlformats.org/officeDocument/2006/relationships/image" Target="../media/blockmorph20_image81.png"/><Relationship Id="rIdBlockMorph20_19" Type="http://schemas.openxmlformats.org/officeDocument/2006/relationships/image" Target="../media/blockmorph20_extraction20_revised_lfr19_image102.png"/><Relationship Id="rIdBlockMorph20_20" Type="http://schemas.openxmlformats.org/officeDocument/2006/relationships/image" Target="../media/blockmorph20_extraction20_image70.png"/><Relationship Id="rIdBlockMorph20_21" Type="http://schemas.openxmlformats.org/officeDocument/2006/relationships/image" Target="../media/blockmorph20_image76.png"/><Relationship Id="rIdBlockMorph20_22" Type="http://schemas.openxmlformats.org/officeDocument/2006/relationships/image" Target="../media/blockmorph20_image85.png"/><Relationship Id="rIdBlockMorph20_23" Type="http://schemas.openxmlformats.org/officeDocument/2006/relationships/image" Target="../media/blockmorph20_image75.png"/><Relationship Id="rIdBlockMorph20_24" Type="http://schemas.openxmlformats.org/officeDocument/2006/relationships/image" Target="../media/blockmorph20_image80.png"/></Relationships>
</file>

<file path=ppt/slides/_rels/slide2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Block106" Type="http://schemas.openxmlformats.org/officeDocument/2006/relationships/image" Target="../media/extraction20_image70.png"/><Relationship Id="rIdBlock107" Type="http://schemas.openxmlformats.org/officeDocument/2006/relationships/image" Target="../media/image73.png"/><Relationship Id="rIdBlockMorph21_0" Type="http://schemas.openxmlformats.org/officeDocument/2006/relationships/image" Target="../media/blockmorph21_image77.png"/><Relationship Id="rIdBlockMorph21_1" Type="http://schemas.openxmlformats.org/officeDocument/2006/relationships/image" Target="../media/blockmorph21_image82.png"/><Relationship Id="rIdBlockMorph21_2" Type="http://schemas.openxmlformats.org/officeDocument/2006/relationships/image" Target="../media/blockmorph21_image1.png"/><Relationship Id="rIdBlockMorph21_3" Type="http://schemas.openxmlformats.org/officeDocument/2006/relationships/image" Target="../media/blockmorph21_image73.png"/><Relationship Id="rIdBlockMorph21_4" Type="http://schemas.openxmlformats.org/officeDocument/2006/relationships/image" Target="../media/blockmorph21_image71.png"/><Relationship Id="rIdBlockMorph21_5" Type="http://schemas.openxmlformats.org/officeDocument/2006/relationships/image" Target="../media/blockmorph21_image81.png"/><Relationship Id="rIdBlockMorph21_7" Type="http://schemas.openxmlformats.org/officeDocument/2006/relationships/image" Target="../media/blockmorph21_image85.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11" Type="http://schemas.openxmlformats.org/officeDocument/2006/relationships/image" Target="../media/blockmorph21_image80.png"/><Relationship Id="rIdBlockMorph21_12" Type="http://schemas.openxmlformats.org/officeDocument/2006/relationships/image" Target="../media/blockmorph21_image752.png"/><Relationship Id="rIdBlockMorph21_13" Type="http://schemas.openxmlformats.org/officeDocument/2006/relationships/image" Target="../media/blockmorph21_image84.png"/><Relationship Id="rIdBlockMorph21_14" Type="http://schemas.openxmlformats.org/officeDocument/2006/relationships/image" Target="../media/blockmorph21_image79.png"/><Relationship Id="rIdBlockMorph21_15" Type="http://schemas.openxmlformats.org/officeDocument/2006/relationships/image" Target="../media/blockmorph21_image741.png"/><Relationship Id="rIdBlockMorph21_16" Type="http://schemas.openxmlformats.org/officeDocument/2006/relationships/image" Target="../media/blockmorph21_image78.png"/><Relationship Id="rIdBlockMorph21_17" Type="http://schemas.openxmlformats.org/officeDocument/2006/relationships/image" Target="../media/blockmorph21_image83.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Block107" Type="http://schemas.openxmlformats.org/officeDocument/2006/relationships/image" Target="../media/extraction20_image70.png"/><Relationship Id="rIdBlock108" Type="http://schemas.openxmlformats.org/officeDocument/2006/relationships/image" Target="../media/image73.png"/></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5.xml.rels><?xml version="1.0" encoding="utf-8"?><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 Id="rIdPillarBlock18" Type="http://schemas.openxmlformats.org/officeDocument/2006/relationships/image" Target="../media/extraction20_image70.png"/><Relationship Id="rIdPillarBlock19" Type="http://schemas.openxmlformats.org/officeDocument/2006/relationships/image" Target="../media/image7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0_5"/>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1_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aseline="0" b="1" i="0" u="none">
                <a:solidFill>
                  <a:srgbClr val="252529"/>
                </a:solidFill>
                <a:latin typeface="Aptos"/>
                <a:ea typeface="Aptos"/>
                <a:cs typeface="Aptos"/>
              </a:rPr>
              <a:t xml:space="preserve">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aseline="0" b="1" i="0" u="none">
                <a:solidFill>
                  <a:srgbClr val="252529"/>
                </a:solidFill>
                <a:latin typeface="Aptos"/>
                <a:ea typeface="Aptos"/>
                <a:cs typeface="Aptos"/>
              </a:rPr>
              <a:t xml:space="preserve">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aseline="0" b="1" i="0" u="none">
                <a:solidFill>
                  <a:srgbClr val="252529"/>
                </a:solidFill>
                <a:latin typeface="Aptos"/>
                <a:ea typeface="Aptos"/>
                <a:cs typeface="Aptos"/>
              </a:rPr>
              <a:t xml:space="preserve">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aseline="0" b="0" i="0" u="none">
                <a:solidFill>
                  <a:srgbClr val="633434"/>
                </a:solidFill>
                <a:latin typeface="Aptos"/>
                <a:ea typeface="Aptos"/>
                <a:cs typeface="Aptos"/>
              </a:rPr>
              <a:t xml:space="preserve">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aseline="0" b="0" i="0" u="none">
                <a:solidFill>
                  <a:srgbClr val="633434"/>
                </a:solidFill>
                <a:latin typeface="Aptos"/>
                <a:ea typeface="Aptos"/>
                <a:cs typeface="Aptos"/>
              </a:rPr>
              <a:t xml:space="preserve">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2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