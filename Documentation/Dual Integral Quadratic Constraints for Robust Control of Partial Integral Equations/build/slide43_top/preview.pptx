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op_slide43full_image144.png"/><Relationship Id="rId13" Type="http://schemas.openxmlformats.org/officeDocument/2006/relationships/image" Target="../media/slide43top_image140.png"/><Relationship Id="rId18" Type="http://schemas.openxmlformats.org/officeDocument/2006/relationships/image" Target="../media/slide43top_slide43full_image155.png"/><Relationship Id="rId26" Type="http://schemas.openxmlformats.org/officeDocument/2006/relationships/image" Target="../media/slide43top_slide43full_image163.png"/><Relationship Id="rId3" Type="http://schemas.openxmlformats.org/officeDocument/2006/relationships/image" Target="../media/slide43top_slide43full_image140.png"/><Relationship Id="rId21" Type="http://schemas.openxmlformats.org/officeDocument/2006/relationships/image" Target="../media/slide43top_slide43full_image158.png"/><Relationship Id="rId7" Type="http://schemas.openxmlformats.org/officeDocument/2006/relationships/image" Target="../media/slide43top_slide43full_image143.png"/><Relationship Id="rId12" Type="http://schemas.openxmlformats.org/officeDocument/2006/relationships/image" Target="../media/slide43top_slide43full_image148.png"/><Relationship Id="rId17" Type="http://schemas.openxmlformats.org/officeDocument/2006/relationships/image" Target="../media/slide43top_slide43full_image154.png"/><Relationship Id="rId25" Type="http://schemas.openxmlformats.org/officeDocument/2006/relationships/image" Target="../media/slide43top_slide43full_image162.png"/><Relationship Id="rId2" Type="http://schemas.openxmlformats.org/officeDocument/2006/relationships/notesSlide" Target="../notesSlides/notesSlide36.xml"/><Relationship Id="rId16" Type="http://schemas.openxmlformats.org/officeDocument/2006/relationships/image" Target="../media/slide43top_slide43full_image153.png"/><Relationship Id="rId20" Type="http://schemas.openxmlformats.org/officeDocument/2006/relationships/image" Target="../media/slide43top_slide43full_image157.png"/><Relationship Id="rId29" Type="http://schemas.openxmlformats.org/officeDocument/2006/relationships/image" Target="../media/slide43top_slide43full_image166.png"/><Relationship Id="rId1" Type="http://schemas.openxmlformats.org/officeDocument/2006/relationships/slideLayout" Target="../slideLayouts/slideLayout12.xml"/><Relationship Id="rId6" Type="http://schemas.openxmlformats.org/officeDocument/2006/relationships/image" Target="../media/slide43top_slide43full_slide43animated_slide43theta_image143.png"/><Relationship Id="rId11" Type="http://schemas.openxmlformats.org/officeDocument/2006/relationships/image" Target="../media/slide43top_slide43full_image147.png"/><Relationship Id="rId24" Type="http://schemas.openxmlformats.org/officeDocument/2006/relationships/image" Target="../media/slide43top_slide43full_image161.png"/><Relationship Id="rId5" Type="http://schemas.openxmlformats.org/officeDocument/2006/relationships/image" Target="../media/slide43top_slide43full_image142.png"/><Relationship Id="rId15" Type="http://schemas.openxmlformats.org/officeDocument/2006/relationships/image" Target="../media/slide43top_slide43full_image152.png"/><Relationship Id="rId23" Type="http://schemas.openxmlformats.org/officeDocument/2006/relationships/image" Target="../media/slide43top_slide43full_image160.png"/><Relationship Id="rId28" Type="http://schemas.openxmlformats.org/officeDocument/2006/relationships/image" Target="../media/slide43top_slide43full_image165.png"/><Relationship Id="rId10" Type="http://schemas.openxmlformats.org/officeDocument/2006/relationships/image" Target="../media/slide43top_slide43full_image146.png"/><Relationship Id="rId19" Type="http://schemas.openxmlformats.org/officeDocument/2006/relationships/image" Target="../media/slide43top_slide43full_image156.png"/><Relationship Id="rId31" Type="http://schemas.openxmlformats.org/officeDocument/2006/relationships/image" Target="../media/slide43top_slide43full_image168.png"/><Relationship Id="rId4" Type="http://schemas.openxmlformats.org/officeDocument/2006/relationships/image" Target="../media/slide43top_slide43full_image141.png"/><Relationship Id="rId9" Type="http://schemas.openxmlformats.org/officeDocument/2006/relationships/image" Target="../media/slide43top_slide43full_image145.png"/><Relationship Id="rId14" Type="http://schemas.openxmlformats.org/officeDocument/2006/relationships/image" Target="../media/slide43top_slide43full_image151.png"/><Relationship Id="rId22" Type="http://schemas.openxmlformats.org/officeDocument/2006/relationships/image" Target="../media/slide43top_slide43full_image159.png"/><Relationship Id="rId27" Type="http://schemas.openxmlformats.org/officeDocument/2006/relationships/image" Target="../media/slide43top_slide43full_image164.png"/><Relationship Id="rId30" Type="http://schemas.openxmlformats.org/officeDocument/2006/relationships/image" Target="../media/slide43top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