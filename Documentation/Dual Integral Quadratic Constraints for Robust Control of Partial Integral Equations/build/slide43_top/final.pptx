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53" r:id="rId45"/>
    <p:sldId id="441" r:id="rId46"/>
    <p:sldId id="471" r:id="rId47"/>
    <p:sldId id="442" r:id="rId48"/>
    <p:sldId id="443" r:id="rId49"/>
    <p:sldId id="439" r:id="rId50"/>
    <p:sldId id="458" r:id="rId51"/>
    <p:sldId id="421" r:id="rId52"/>
    <p:sldId id="427" r:id="rId53"/>
    <p:sldId id="431" r:id="rId54"/>
    <p:sldId id="428" r:id="rId55"/>
    <p:sldId id="429" r:id="rId56"/>
    <p:sldId id="432" r:id="rId57"/>
    <p:sldId id="430" r:id="rId58"/>
    <p:sldId id="433" r:id="rId59"/>
    <p:sldId id="434" r:id="rId6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268"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0.png"/><Relationship Id="rId3" Type="http://schemas.openxmlformats.org/officeDocument/2006/relationships/image" Target="../media/image115.png"/><Relationship Id="rId21" Type="http://schemas.openxmlformats.org/officeDocument/2006/relationships/image" Target="../media/image127.png"/><Relationship Id="rId34" Type="http://schemas.openxmlformats.org/officeDocument/2006/relationships/image" Target="../media/image1350.png"/><Relationship Id="rId7" Type="http://schemas.openxmlformats.org/officeDocument/2006/relationships/image" Target="../media/slide41original_restore41_image118.png"/><Relationship Id="rId25" Type="http://schemas.openxmlformats.org/officeDocument/2006/relationships/image" Target="../media/image131.png"/><Relationship Id="rId33" Type="http://schemas.openxmlformats.org/officeDocument/2006/relationships/image" Target="../media/image136.png"/><Relationship Id="rId2" Type="http://schemas.openxmlformats.org/officeDocument/2006/relationships/notesSlide" Target="../notesSlides/notesSlide34.xml"/><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image133.png"/><Relationship Id="rId1" Type="http://schemas.openxmlformats.org/officeDocument/2006/relationships/slideLayout" Target="../slideLayouts/slideLayout12.xml"/><Relationship Id="rId6" Type="http://schemas.openxmlformats.org/officeDocument/2006/relationships/image" Target="../media/image118.png"/><Relationship Id="rId24" Type="http://schemas.openxmlformats.org/officeDocument/2006/relationships/image" Target="../media/image129.png"/><Relationship Id="rId32" Type="http://schemas.openxmlformats.org/officeDocument/2006/relationships/image" Target="../media/image1330.png"/><Relationship Id="rId5" Type="http://schemas.openxmlformats.org/officeDocument/2006/relationships/image" Target="../media/image117.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image132.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5.png"/><Relationship Id="rId4" Type="http://schemas.openxmlformats.org/officeDocument/2006/relationships/image" Target="../media/image116.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image128.png"/><Relationship Id="rId27" Type="http://schemas.openxmlformats.org/officeDocument/2006/relationships/image" Target="../media/image1310.png"/><Relationship Id="rId30" Type="http://schemas.openxmlformats.org/officeDocument/2006/relationships/image" Target="../media/image134.png"/></Relationships>
</file>

<file path=ppt/slides/_rels/slide4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35.png"/><Relationship Id="rId5" Type="http://schemas.openxmlformats.org/officeDocument/2006/relationships/image" Target="../media/image139.png"/><Relationship Id="rId4" Type="http://schemas.openxmlformats.org/officeDocument/2006/relationships/image" Target="../media/image138.png"/></Relationships>
</file>

<file path=ppt/slides/_rels/slide43.xml.rels><?xml version="1.0" encoding="utf-8"?><Relationships xmlns="http://schemas.openxmlformats.org/package/2006/relationships"><Relationship Id="rId8" Type="http://schemas.openxmlformats.org/officeDocument/2006/relationships/image" Target="../media/slide43top_slide43full_image144.png"/><Relationship Id="rId13" Type="http://schemas.openxmlformats.org/officeDocument/2006/relationships/image" Target="../media/slide43top_image140.png"/><Relationship Id="rId18" Type="http://schemas.openxmlformats.org/officeDocument/2006/relationships/image" Target="../media/slide43top_slide43full_image155.png"/><Relationship Id="rId26" Type="http://schemas.openxmlformats.org/officeDocument/2006/relationships/image" Target="../media/slide43top_slide43full_image163.png"/><Relationship Id="rId3" Type="http://schemas.openxmlformats.org/officeDocument/2006/relationships/image" Target="../media/slide43top_slide43full_image140.png"/><Relationship Id="rId21" Type="http://schemas.openxmlformats.org/officeDocument/2006/relationships/image" Target="../media/slide43top_slide43full_image158.png"/><Relationship Id="rId7" Type="http://schemas.openxmlformats.org/officeDocument/2006/relationships/image" Target="../media/slide43top_slide43full_image143.png"/><Relationship Id="rId12" Type="http://schemas.openxmlformats.org/officeDocument/2006/relationships/image" Target="../media/slide43top_slide43full_image148.png"/><Relationship Id="rId17" Type="http://schemas.openxmlformats.org/officeDocument/2006/relationships/image" Target="../media/slide43top_slide43full_image154.png"/><Relationship Id="rId25" Type="http://schemas.openxmlformats.org/officeDocument/2006/relationships/image" Target="../media/slide43top_slide43full_image162.png"/><Relationship Id="rId2" Type="http://schemas.openxmlformats.org/officeDocument/2006/relationships/notesSlide" Target="../notesSlides/notesSlide36.xml"/><Relationship Id="rId16" Type="http://schemas.openxmlformats.org/officeDocument/2006/relationships/image" Target="../media/slide43top_slide43full_image153.png"/><Relationship Id="rId20" Type="http://schemas.openxmlformats.org/officeDocument/2006/relationships/image" Target="../media/slide43top_slide43full_image157.png"/><Relationship Id="rId29" Type="http://schemas.openxmlformats.org/officeDocument/2006/relationships/image" Target="../media/slide43top_slide43full_image166.png"/><Relationship Id="rId1" Type="http://schemas.openxmlformats.org/officeDocument/2006/relationships/slideLayout" Target="../slideLayouts/slideLayout12.xml"/><Relationship Id="rId6" Type="http://schemas.openxmlformats.org/officeDocument/2006/relationships/image" Target="../media/slide43top_slide43full_slide43animated_slide43theta_image143.png"/><Relationship Id="rId11" Type="http://schemas.openxmlformats.org/officeDocument/2006/relationships/image" Target="../media/slide43top_slide43full_image147.png"/><Relationship Id="rId24" Type="http://schemas.openxmlformats.org/officeDocument/2006/relationships/image" Target="../media/slide43top_slide43full_image161.png"/><Relationship Id="rId5" Type="http://schemas.openxmlformats.org/officeDocument/2006/relationships/image" Target="../media/slide43top_slide43full_image142.png"/><Relationship Id="rId15" Type="http://schemas.openxmlformats.org/officeDocument/2006/relationships/image" Target="../media/slide43top_slide43full_image152.png"/><Relationship Id="rId23" Type="http://schemas.openxmlformats.org/officeDocument/2006/relationships/image" Target="../media/slide43top_slide43full_image160.png"/><Relationship Id="rId28" Type="http://schemas.openxmlformats.org/officeDocument/2006/relationships/image" Target="../media/slide43top_slide43full_image165.png"/><Relationship Id="rId10" Type="http://schemas.openxmlformats.org/officeDocument/2006/relationships/image" Target="../media/slide43top_slide43full_image146.png"/><Relationship Id="rId19" Type="http://schemas.openxmlformats.org/officeDocument/2006/relationships/image" Target="../media/slide43top_slide43full_image156.png"/><Relationship Id="rId31" Type="http://schemas.openxmlformats.org/officeDocument/2006/relationships/image" Target="../media/slide43top_slide43full_image168.png"/><Relationship Id="rId4" Type="http://schemas.openxmlformats.org/officeDocument/2006/relationships/image" Target="../media/slide43top_slide43full_image141.png"/><Relationship Id="rId9" Type="http://schemas.openxmlformats.org/officeDocument/2006/relationships/image" Target="../media/slide43top_slide43full_image145.png"/><Relationship Id="rId14" Type="http://schemas.openxmlformats.org/officeDocument/2006/relationships/image" Target="../media/slide43top_slide43full_image151.png"/><Relationship Id="rId22" Type="http://schemas.openxmlformats.org/officeDocument/2006/relationships/image" Target="../media/slide43top_slide43full_image159.png"/><Relationship Id="rId27" Type="http://schemas.openxmlformats.org/officeDocument/2006/relationships/image" Target="../media/slide43top_slide43full_image164.png"/><Relationship Id="rId30" Type="http://schemas.openxmlformats.org/officeDocument/2006/relationships/image" Target="../media/slide43top_slide43full_image167.png"/></Relationships>
</file>

<file path=ppt/slides/_rels/slide4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41.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42.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7.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6.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8.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43.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9.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8.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44.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0.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45.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6.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47.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46.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48.png"/></Relationships>
</file>

<file path=ppt/slides/_rels/slide58.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8.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49.png"/></Relationships>
</file>

<file path=ppt/slides/_rels/slide59.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9.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51.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 xmlns:m="http://schemas.openxmlformats.org/officeDocument/2006/math">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 xmlns:m="http://schemas.openxmlformats.org/officeDocument/2006/math">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 xmlns:m="http://schemas.openxmlformats.org/officeDocument/2006/math">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 xmlns:m="http://schemas.openxmlformats.org/officeDocument/2006/math">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 xmlns:m="http://schemas.openxmlformats.org/officeDocument/2006/math">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 xmlns:m="http://schemas.openxmlformats.org/officeDocument/2006/math">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 xmlns:m="http://schemas.openxmlformats.org/officeDocument/2006/math">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 xmlns:m="http://schemas.openxmlformats.org/officeDocument/2006/math">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m="http://schemas.openxmlformats.org/officeDocument/2006/math" xmlns="">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 xmlns:m="http://schemas.openxmlformats.org/officeDocument/2006/math">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 xmlns:m="http://schemas.openxmlformats.org/officeDocument/2006/math">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dirty="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0"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 xmlns:m="http://schemas.openxmlformats.org/officeDocument/2006/math">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825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16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xmlns:a14="http://schemas.microsoft.com/office/drawing/2010/main">
        <mc:Choice Requires="a14">
          <p:sp>
            <p:nvSpPr>
              <p:cNvPr id="11003" name="!!Primal filter matrix"/>
              <p:cNvSpPr/>
              <p:nvPr/>
            </p:nvSpPr>
            <p:spPr>
              <a:xfrm>
                <a:off x="666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i="1" smtClean="0">
                          <a:solidFill>
                            <a:srgbClr val="252529"/>
                          </a:solidFill>
                          <a:latin typeface="Cambria Math" panose="02040503050406030204" pitchFamily="18" charset="0"/>
                        </a:rPr>
                        <m:t>Θ</m:t>
                      </m:r>
                      <m:r>
                        <a:rPr lang="en-US" sz="2300" i="1" smtClean="0">
                          <a:solidFill>
                            <a:srgbClr val="252529"/>
                          </a:solidFill>
                          <a:latin typeface="Cambria Math" panose="02040503050406030204" pitchFamily="18" charset="0"/>
                        </a:rPr>
                        <m:t>=</m:t>
                      </m:r>
                      <m:d>
                        <m:dPr>
                          <m:begChr m:val="["/>
                          <m:endChr m:val="]"/>
                          <m:ctrlPr>
                            <a:rPr lang="en-US" sz="2300" i="1" smtClean="0">
                              <a:solidFill>
                                <a:srgbClr val="252529"/>
                              </a:solidFill>
                              <a:latin typeface="Cambria Math" panose="02040503050406030204" pitchFamily="18" charset="0"/>
                            </a:rPr>
                          </m:ctrlPr>
                        </m:dPr>
                        <m:e>
                          <m:m>
                            <m:mPr>
                              <m:mcs>
                                <m:mc>
                                  <m:mcPr>
                                    <m:count m:val="2"/>
                                    <m:mcJc m:val="center"/>
                                  </m:mcPr>
                                </m:mc>
                              </m:mcs>
                              <m:ctrlPr>
                                <a:rPr lang="en-US" sz="2300" i="1" smtClean="0">
                                  <a:solidFill>
                                    <a:srgbClr val="252529"/>
                                  </a:solidFill>
                                  <a:latin typeface="Cambria Math" panose="02040503050406030204" pitchFamily="18" charset="0"/>
                                </a:rPr>
                              </m:ctrlPr>
                            </m:mPr>
                            <m:mr>
                              <m:e>
                                <m:r>
                                  <m:rPr>
                                    <m:sty m:val="p"/>
                                  </m:rPr>
                                  <a:rPr lang="en-US" sz="2300" i="1" smtClean="0">
                                    <a:solidFill>
                                      <a:srgbClr val="252529"/>
                                    </a:solidFill>
                                    <a:latin typeface="Cambria Math" panose="02040503050406030204" pitchFamily="18" charset="0"/>
                                  </a:rPr>
                                  <m:t>I</m:t>
                                </m:r>
                              </m:e>
                              <m:e>
                                <m:r>
                                  <a:rPr lang="en-US" sz="2300" i="1" smtClean="0">
                                    <a:solidFill>
                                      <a:srgbClr val="252529"/>
                                    </a:solidFill>
                                    <a:latin typeface="Cambria Math" panose="02040503050406030204" pitchFamily="18" charset="0"/>
                                  </a:rPr>
                                  <m:t>0</m:t>
                                </m:r>
                              </m:e>
                            </m:mr>
                            <m:mr>
                              <m:e>
                                <m:r>
                                  <a:rPr lang="en-US" sz="2300" i="1" smtClean="0">
                                    <a:solidFill>
                                      <a:srgbClr val="252529"/>
                                    </a:solidFill>
                                    <a:latin typeface="Cambria Math" panose="02040503050406030204" pitchFamily="18" charset="0"/>
                                  </a:rPr>
                                  <m:t>−</m:t>
                                </m:r>
                                <m:r>
                                  <a:rPr lang="en-US" sz="2300" i="1" smtClean="0">
                                    <a:solidFill>
                                      <a:srgbClr val="252529"/>
                                    </a:solidFill>
                                    <a:latin typeface="Cambria Math" panose="02040503050406030204" pitchFamily="18" charset="0"/>
                                  </a:rPr>
                                  <m:t>𝐾</m:t>
                                </m:r>
                              </m:e>
                              <m:e>
                                <m:r>
                                  <m:rPr>
                                    <m:sty m:val="p"/>
                                  </m:rPr>
                                  <a:rPr lang="en-US" sz="2300" i="1" smtClean="0">
                                    <a:solidFill>
                                      <a:srgbClr val="252529"/>
                                    </a:solidFill>
                                    <a:latin typeface="Cambria Math" panose="02040503050406030204" pitchFamily="18" charset="0"/>
                                  </a:rPr>
                                  <m:t>I</m:t>
                                </m:r>
                              </m:e>
                            </m:mr>
                          </m:m>
                        </m:e>
                      </m:d>
                    </m:oMath>
                  </m:oMathPara>
                </a14:m>
                <a:endParaRPr sz="2300" dirty="0"/>
              </a:p>
            </p:txBody>
          </p:sp>
        </mc:Choice>
        <mc:Fallback xmlns="" xmlns:m="http://schemas.openxmlformats.org/officeDocument/2006/math">
          <p:sp>
            <p:nvSpPr>
              <p:cNvPr id="11003" name="!!Primal filter matrix"/>
              <p:cNvSpPr>
                <a:spLocks noRot="1" noChangeAspect="1" noMove="1" noResize="1" noEditPoints="1" noAdjustHandles="1" noChangeArrowheads="1" noChangeShapeType="1" noTextEdit="1"/>
              </p:cNvSpPr>
              <p:nvPr/>
            </p:nvSpPr>
            <p:spPr>
              <a:xfrm>
                <a:off x="666750" y="1178560"/>
                <a:ext cx="3619500" cy="8178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Dual filter matrix"/>
              <p:cNvSpPr/>
              <p:nvPr/>
            </p:nvSpPr>
            <p:spPr>
              <a:xfrm>
                <a:off x="4857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2300" i="1" smtClean="0">
                              <a:solidFill>
                                <a:srgbClr val="252529"/>
                              </a:solidFill>
                              <a:latin typeface="Cambria Math" panose="02040503050406030204" pitchFamily="18" charset="0"/>
                            </a:rPr>
                          </m:ctrlPr>
                        </m:barPr>
                        <m:e>
                          <m:r>
                            <m:rPr>
                              <m:sty m:val="p"/>
                            </m:rPr>
                            <a:rPr lang="en-US" sz="2300" i="1" smtClean="0">
                              <a:solidFill>
                                <a:srgbClr val="252529"/>
                              </a:solidFill>
                              <a:latin typeface="Cambria Math" panose="02040503050406030204" pitchFamily="18" charset="0"/>
                            </a:rPr>
                            <m:t>Θ</m:t>
                          </m:r>
                        </m:e>
                      </m:bar>
                      <m:r>
                        <a:rPr lang="en-US" sz="2300" i="1" smtClean="0">
                          <a:solidFill>
                            <a:srgbClr val="252529"/>
                          </a:solidFill>
                          <a:latin typeface="Cambria Math" panose="02040503050406030204" pitchFamily="18" charset="0"/>
                        </a:rPr>
                        <m:t>=</m:t>
                      </m:r>
                      <m:d>
                        <m:dPr>
                          <m:begChr m:val="["/>
                          <m:endChr m:val="]"/>
                          <m:ctrlPr>
                            <a:rPr lang="en-US" sz="2300" i="1" smtClean="0">
                              <a:solidFill>
                                <a:srgbClr val="252529"/>
                              </a:solidFill>
                              <a:latin typeface="Cambria Math" panose="02040503050406030204" pitchFamily="18" charset="0"/>
                            </a:rPr>
                          </m:ctrlPr>
                        </m:dPr>
                        <m:e>
                          <m:m>
                            <m:mPr>
                              <m:mcs>
                                <m:mc>
                                  <m:mcPr>
                                    <m:count m:val="2"/>
                                    <m:mcJc m:val="center"/>
                                  </m:mcPr>
                                </m:mc>
                              </m:mcs>
                              <m:ctrlPr>
                                <a:rPr lang="en-US" sz="2300" i="1" smtClean="0">
                                  <a:solidFill>
                                    <a:srgbClr val="252529"/>
                                  </a:solidFill>
                                  <a:latin typeface="Cambria Math" panose="02040503050406030204" pitchFamily="18" charset="0"/>
                                </a:rPr>
                              </m:ctrlPr>
                            </m:mPr>
                            <m:mr>
                              <m:e>
                                <m:r>
                                  <m:rPr>
                                    <m:sty m:val="p"/>
                                  </m:rPr>
                                  <a:rPr lang="en-US" sz="2300" i="1" smtClean="0">
                                    <a:solidFill>
                                      <a:srgbClr val="252529"/>
                                    </a:solidFill>
                                    <a:latin typeface="Cambria Math" panose="02040503050406030204" pitchFamily="18" charset="0"/>
                                  </a:rPr>
                                  <m:t>I</m:t>
                                </m:r>
                              </m:e>
                              <m:e>
                                <m:r>
                                  <a:rPr lang="en-US" sz="2300" i="1" smtClean="0">
                                    <a:solidFill>
                                      <a:srgbClr val="252529"/>
                                    </a:solidFill>
                                    <a:latin typeface="Cambria Math" panose="02040503050406030204" pitchFamily="18" charset="0"/>
                                  </a:rPr>
                                  <m:t>0</m:t>
                                </m:r>
                              </m:e>
                            </m:mr>
                            <m:mr>
                              <m:e>
                                <m:r>
                                  <a:rPr lang="en-US" sz="2300" i="1" smtClean="0">
                                    <a:solidFill>
                                      <a:srgbClr val="252529"/>
                                    </a:solidFill>
                                    <a:latin typeface="Cambria Math" panose="02040503050406030204" pitchFamily="18" charset="0"/>
                                  </a:rPr>
                                  <m:t>−</m:t>
                                </m:r>
                                <m:sSup>
                                  <m:sSupPr>
                                    <m:ctrlPr>
                                      <a:rPr lang="en-US" sz="2300" i="1" smtClean="0">
                                        <a:solidFill>
                                          <a:srgbClr val="252529"/>
                                        </a:solidFill>
                                        <a:latin typeface="Cambria Math" panose="02040503050406030204" pitchFamily="18" charset="0"/>
                                      </a:rPr>
                                    </m:ctrlPr>
                                  </m:sSupPr>
                                  <m:e>
                                    <m:r>
                                      <a:rPr lang="en-US" sz="2300" i="1" smtClean="0">
                                        <a:solidFill>
                                          <a:srgbClr val="252529"/>
                                        </a:solidFill>
                                        <a:latin typeface="Cambria Math" panose="02040503050406030204" pitchFamily="18" charset="0"/>
                                      </a:rPr>
                                      <m:t>𝐾</m:t>
                                    </m:r>
                                  </m:e>
                                  <m:sup>
                                    <m:r>
                                      <a:rPr lang="en-US" sz="2300" b="0" i="1" smtClean="0">
                                        <a:solidFill>
                                          <a:srgbClr val="252529"/>
                                        </a:solidFill>
                                        <a:latin typeface="Cambria Math" panose="02040503050406030204" pitchFamily="18" charset="0"/>
                                      </a:rPr>
                                      <m:t>⊤</m:t>
                                    </m:r>
                                  </m:sup>
                                </m:sSup>
                              </m:e>
                              <m:e>
                                <m:r>
                                  <m:rPr>
                                    <m:sty m:val="p"/>
                                  </m:rPr>
                                  <a:rPr lang="en-US" sz="2300" i="1" smtClean="0">
                                    <a:solidFill>
                                      <a:srgbClr val="252529"/>
                                    </a:solidFill>
                                    <a:latin typeface="Cambria Math" panose="02040503050406030204" pitchFamily="18" charset="0"/>
                                  </a:rPr>
                                  <m:t>I</m:t>
                                </m:r>
                              </m:e>
                            </m:mr>
                          </m:m>
                        </m:e>
                      </m:d>
                    </m:oMath>
                  </m:oMathPara>
                </a14:m>
                <a:endParaRPr sz="2300" dirty="0"/>
              </a:p>
            </p:txBody>
          </p:sp>
        </mc:Choice>
        <mc:Fallback xmlns="" xmlns:m="http://schemas.openxmlformats.org/officeDocument/2006/math">
          <p:sp>
            <p:nvSpPr>
              <p:cNvPr id="11004" name="!!Dual filter matrix"/>
              <p:cNvSpPr>
                <a:spLocks noRot="1" noChangeAspect="1" noMove="1" noResize="1" noEditPoints="1" noAdjustHandles="1" noChangeArrowheads="1" noChangeShapeType="1" noTextEdit="1"/>
              </p:cNvSpPr>
              <p:nvPr/>
            </p:nvSpPr>
            <p:spPr>
              <a:xfrm>
                <a:off x="4857750" y="1178560"/>
                <a:ext cx="3619500" cy="8178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5" name="Transpose comparison"/>
              <p:cNvSpPr/>
              <p:nvPr/>
            </p:nvSpPr>
            <p:spPr>
              <a:xfrm>
                <a:off x="508000" y="2430780"/>
                <a:ext cx="8128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a:rPr sz="2400">
                              <a:solidFill>
                                <a:srgbClr val="252529"/>
                              </a:solidFill>
                              <a:latin typeface="Cambria Math"/>
                            </a:rPr>
                            <m:t>𝛩</m:t>
                          </m:r>
                        </m:e>
                        <m:sup>
                          <m:r>
                            <a:rPr sz="2400">
                              <a:solidFill>
                                <a:srgbClr val="252529"/>
                              </a:solidFill>
                              <a:latin typeface="Cambria Math"/>
                            </a:rPr>
                            <m:t>⊤</m:t>
                          </m:r>
                        </m:sup>
                      </m:sSup>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I</m:t>
                                </m:r>
                              </m:e>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mr>
                            <m:mr>
                              <m:e>
                                <m:r>
                                  <a:rPr sz="2400">
                                    <a:solidFill>
                                      <a:srgbClr val="252529"/>
                                    </a:solidFill>
                                    <a:latin typeface="Cambria Math"/>
                                  </a:rPr>
                                  <m:t>0</m:t>
                                </m:r>
                              </m:e>
                              <m:e>
                                <m:r>
                                  <m:rPr>
                                    <m:sty m:val="p"/>
                                  </m:rPr>
                                  <a:rPr sz="2400">
                                    <a:solidFill>
                                      <a:srgbClr val="252529"/>
                                    </a:solidFill>
                                    <a:latin typeface="Cambria Math"/>
                                  </a:rPr>
                                  <m:t>I</m:t>
                                </m:r>
                              </m:e>
                            </m:mr>
                          </m:m>
                        </m:e>
                      </m:d>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I</m:t>
                                </m:r>
                              </m:e>
                              <m:e>
                                <m:r>
                                  <a:rPr sz="2400">
                                    <a:solidFill>
                                      <a:srgbClr val="252529"/>
                                    </a:solidFill>
                                    <a:latin typeface="Cambria Math"/>
                                  </a:rPr>
                                  <m:t>0</m:t>
                                </m:r>
                              </m:e>
                            </m:mr>
                            <m:mr>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e>
                                <m:r>
                                  <m:rPr>
                                    <m:sty m:val="p"/>
                                  </m:rPr>
                                  <a:rPr sz="2400">
                                    <a:solidFill>
                                      <a:srgbClr val="252529"/>
                                    </a:solidFill>
                                    <a:latin typeface="Cambria Math"/>
                                  </a:rPr>
                                  <m:t>I</m:t>
                                </m:r>
                              </m:e>
                            </m:mr>
                          </m:m>
                        </m:e>
                      </m:d>
                      <m:r>
                        <a:rPr sz="2400">
                          <a:solidFill>
                            <a:srgbClr val="252529"/>
                          </a:solidFill>
                          <a:latin typeface="Cambria Math"/>
                        </a:rPr>
                        <m:t>=</m:t>
                      </m:r>
                      <m:bar>
                        <m:barPr>
                          <m:pos m:val="bot"/>
                          <m:ctrlPr>
                            <a:rPr sz="2400">
                              <a:solidFill>
                                <a:srgbClr val="252529"/>
                              </a:solidFill>
                              <a:latin typeface="Cambria Math"/>
                            </a:rPr>
                          </m:ctrlPr>
                        </m:barPr>
                        <m:e>
                          <m:r>
                            <a:rPr sz="2400">
                              <a:solidFill>
                                <a:srgbClr val="252529"/>
                              </a:solidFill>
                              <a:latin typeface="Cambria Math"/>
                            </a:rPr>
                            <m:t>𝛩</m:t>
                          </m:r>
                        </m:e>
                      </m:bar>
                    </m:oMath>
                  </m:oMathPara>
                </a14:m>
                <a:endParaRPr sz="2400"/>
              </a:p>
            </p:txBody>
          </p:sp>
        </mc:Choice>
        <mc:Fallback xmlns="" xmlns:m="http://schemas.openxmlformats.org/officeDocument/2006/math">
          <p:sp>
            <p:nvSpPr>
              <p:cNvPr id="11005" name="Transpose comparison"/>
              <p:cNvSpPr>
                <a:spLocks noRot="1" noChangeAspect="1" noMove="1" noResize="1" noEditPoints="1" noAdjustHandles="1" noChangeArrowheads="1" noChangeShapeType="1" noTextEdit="1"/>
              </p:cNvSpPr>
              <p:nvPr/>
            </p:nvSpPr>
            <p:spPr>
              <a:xfrm>
                <a:off x="508000" y="2430780"/>
                <a:ext cx="8128000" cy="853440"/>
              </a:xfrm>
              <a:prstGeom prst="rect">
                <a:avLst/>
              </a:prstGeom>
              <a:blipFill>
                <a:blip r:embed="rId6"/>
                <a:stretch>
                  <a:fillRect/>
                </a:stretch>
              </a:blipFill>
              <a:ln>
                <a:noFill/>
              </a:ln>
            </p:spPr>
            <p:txBody>
              <a:bodyPr/>
              <a:lstStyle/>
              <a:p>
                <a:r>
                  <a:rPr lang="en-NL">
                    <a:noFill/>
                  </a:rPr>
                  <a:t> </a:t>
                </a:r>
              </a:p>
            </p:txBody>
          </p:sp>
        </mc:Fallback>
      </mc:AlternateContent>
      <p:sp>
        <p:nvSpPr>
          <p:cNvPr id="11006" name="Transpose explanation"/>
          <p:cNvSpPr/>
          <p:nvPr/>
        </p:nvSpPr>
        <p:spPr>
          <a:xfrm>
            <a:off x="444500" y="3457575"/>
            <a:ext cx="8255000" cy="323850"/>
          </a:xfrm>
          <a:prstGeom prst="rect">
            <a:avLst/>
          </a:prstGeom>
          <a:noFill/>
          <a:ln>
            <a:noFill/>
          </a:ln>
        </p:spPr>
        <p:txBody>
          <a:bodyPr wrap="none" lIns="0" tIns="0" rIns="0" bIns="0" anchor="ctr">
            <a:noAutofit/>
          </a:bodyPr>
          <a:lstStyle/>
          <a:p>
            <a:pPr algn="ctr">
              <a:buNone/>
            </a:pPr>
            <a:r>
              <a:rPr lang="en-GB" sz="1700" b="0" i="0" u="none" baseline="0" dirty="0">
                <a:solidFill>
                  <a:srgbClr val="252529"/>
                </a:solidFill>
                <a:latin typeface="Aptos"/>
                <a:ea typeface="Aptos"/>
                <a:cs typeface="Aptos"/>
              </a:rPr>
              <a:t>Transposing moves the controller block to the wrong position.</a:t>
            </a:r>
            <a:endParaRPr sz="1700" dirty="0"/>
          </a:p>
        </p:txBody>
      </p:sp>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Transpose · exchange the blocks · invert</a:t>
            </a:r>
            <a:endParaRPr sz="1500" dirty="0"/>
          </a:p>
        </p:txBody>
      </p:sp>
      <mc:AlternateContent xmlns:mc="http://schemas.openxmlformats.org/markup-compatibility/2006" xmlns:a14="http://schemas.microsoft.com/office/drawing/2010/main">
        <mc:Choice Requires="a14">
          <p:sp>
            <p:nvSpPr>
              <p:cNvPr id="14001" name="Full D 0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01" name="Full D 0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2" name="Full D 0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2" name="Full D 0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3" name="Full D 0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3" name="Full D 0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4" name="Full D 0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04" name="Full D 0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5" name="Full D 0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m:rPr>
                                    <m:sty m:val="p"/>
                                  </m:rPr>
                                  <a:rPr sz="2300">
                                    <a:solidFill>
                                      <a:srgbClr val="252529"/>
                                    </a:solidFill>
                                    <a:latin typeface="Cambria Math"/>
                                  </a:rPr>
                                  <m:t>I</m:t>
                                </m:r>
                              </m:e>
                            </m:mr>
                            <m:mr>
                              <m:e>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05" name="Full D 0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6" name="Full D 0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06" name="Full D 0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7" name="Full D 0 symbol"/>
              <p:cNvSpPr/>
              <p:nvPr/>
            </p:nvSpPr>
            <p:spPr>
              <a:xfrm>
                <a:off x="4102100" y="2738120"/>
                <a:ext cx="1397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600">
                              <a:solidFill>
                                <a:srgbClr val="252529"/>
                              </a:solidFill>
                              <a:latin typeface="Cambria Math"/>
                            </a:rPr>
                          </m:ctrlPr>
                        </m:sSupPr>
                        <m:e>
                          <m:r>
                            <a:rPr sz="2600">
                              <a:solidFill>
                                <a:srgbClr val="252529"/>
                              </a:solidFill>
                              <a:latin typeface="Cambria Math"/>
                            </a:rPr>
                            <m:t>𝛩</m:t>
                          </m:r>
                        </m:e>
                        <m:sup>
                          <m:r>
                            <m:rPr>
                              <m:sty m:val="p"/>
                            </m:rPr>
                            <a:rPr lang="en-US" sz="2600" b="0" i="1" smtClean="0">
                              <a:solidFill>
                                <a:srgbClr val="252529"/>
                              </a:solidFill>
                              <a:latin typeface="Cambria Math" panose="02040503050406030204" pitchFamily="18" charset="0"/>
                            </a:rPr>
                            <m:t>T</m:t>
                          </m:r>
                        </m:sup>
                      </m:sSup>
                    </m:oMath>
                  </m:oMathPara>
                </a14:m>
                <a:endParaRPr sz="2600" dirty="0"/>
              </a:p>
            </p:txBody>
          </p:sp>
        </mc:Choice>
        <mc:Fallback xmlns="">
          <p:sp>
            <p:nvSpPr>
              <p:cNvPr id="14007" name="Full D 0 symbol"/>
              <p:cNvSpPr>
                <a:spLocks noRot="1" noChangeAspect="1" noMove="1" noResize="1" noEditPoints="1" noAdjustHandles="1" noChangeArrowheads="1" noChangeShapeType="1" noTextEdit="1"/>
              </p:cNvSpPr>
              <p:nvPr/>
            </p:nvSpPr>
            <p:spPr>
              <a:xfrm>
                <a:off x="4102100" y="2738120"/>
                <a:ext cx="1397000" cy="92456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Full D 1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09" name="Full D 1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0" name="Full D 1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0" name="Full D 1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Full D 1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1" name="Full D 1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2" name="Full D 1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12" name="Full D 1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Full D 1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m:rPr>
                                    <m:sty m:val="p"/>
                                  </m:rPr>
                                  <a:rPr sz="2300">
                                    <a:solidFill>
                                      <a:srgbClr val="252529"/>
                                    </a:solidFill>
                                    <a:latin typeface="Cambria Math"/>
                                  </a:rPr>
                                  <m:t>I</m:t>
                                </m:r>
                              </m:e>
                            </m:mr>
                            <m:mr>
                              <m:e>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13" name="Full D 1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4" name="Full D 1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14" name="Full D 1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5" name="Full D 1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15" name="Full D 1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6" name="Full D 1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16" name="Full D 1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7" name="Full D 1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a:rPr sz="2300">
                          <a:solidFill>
                            <a:srgbClr val="C81919"/>
                          </a:solidFill>
                          <a:latin typeface="Cambria Math"/>
                        </a:rPr>
                        <m:t>𝐾</m:t>
                      </m:r>
                    </m:oMath>
                  </m:oMathPara>
                </a14:m>
                <a:endParaRPr sz="2300"/>
              </a:p>
            </p:txBody>
          </p:sp>
        </mc:Choice>
        <mc:Fallback xmlns="">
          <p:sp>
            <p:nvSpPr>
              <p:cNvPr id="14017" name="Full D 1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8" name="Full D 1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18" name="Full D 1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19" name="Full D 1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20" name="Full D 1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21" name="Full D 1 transpose"/>
              <p:cNvSpPr/>
              <p:nvPr/>
            </p:nvSpPr>
            <p:spPr>
              <a:xfrm>
                <a:off x="5448300" y="2496820"/>
                <a:ext cx="279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m:t>
                      </m:r>
                    </m:oMath>
                  </m:oMathPara>
                </a14:m>
                <a:endParaRPr sz="1600"/>
              </a:p>
            </p:txBody>
          </p:sp>
        </mc:Choice>
        <mc:Fallback xmlns="">
          <p:sp>
            <p:nvSpPr>
              <p:cNvPr id="14021" name="Full D 1 transpose"/>
              <p:cNvSpPr>
                <a:spLocks noRot="1" noChangeAspect="1" noMove="1" noResize="1" noEditPoints="1" noAdjustHandles="1" noChangeArrowheads="1" noChangeShapeType="1" noTextEdit="1"/>
              </p:cNvSpPr>
              <p:nvPr/>
            </p:nvSpPr>
            <p:spPr>
              <a:xfrm>
                <a:off x="5448300" y="2496820"/>
                <a:ext cx="279400" cy="56896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3" name="Full D 2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23" name="Full D 2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4" name="Full D 2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4" name="Full D 2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5" name="Full D 2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5" name="Full D 2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6" name="Full D 2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26" name="Full D 2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7" name="Full D 2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m:rPr>
                                    <m:sty m:val="p"/>
                                  </m:rPr>
                                  <a:rPr sz="2300">
                                    <a:solidFill>
                                      <a:srgbClr val="252529"/>
                                    </a:solidFill>
                                    <a:latin typeface="Cambria Math"/>
                                  </a:rPr>
                                  <m:t>I</m:t>
                                </m:r>
                              </m:e>
                            </m:mr>
                            <m:mr>
                              <m:e>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27" name="Full D 2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8" name="Full D 2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28" name="Full D 2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9" name="Full D 2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29" name="Full D 2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0" name="Full D 2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dirty="0"/>
              </a:p>
            </p:txBody>
          </p:sp>
        </mc:Choice>
        <mc:Fallback xmlns="">
          <p:sp>
            <p:nvSpPr>
              <p:cNvPr id="14030" name="Full D 2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1" name="Full D 2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31" name="Full D 2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2" name="Full D 2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32" name="Full D 2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33" name="Full D 2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34" name="Full D 2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36" name="Full D 3 prefix"/>
              <p:cNvSpPr/>
              <p:nvPr/>
            </p:nvSpPr>
            <p:spPr>
              <a:xfrm>
                <a:off x="18732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36" name="Full D 3 prefix"/>
              <p:cNvSpPr>
                <a:spLocks noRot="1" noChangeAspect="1" noMove="1" noResize="1" noEditPoints="1" noAdjustHandles="1" noChangeArrowheads="1" noChangeShapeType="1" noTextEdit="1"/>
              </p:cNvSpPr>
              <p:nvPr/>
            </p:nvSpPr>
            <p:spPr>
              <a:xfrm>
                <a:off x="1873250" y="2791460"/>
                <a:ext cx="1841500" cy="817880"/>
              </a:xfrm>
              <a:prstGeom prst="rect">
                <a:avLst/>
              </a:prstGeom>
              <a:blipFill>
                <a:blip r:embed="rId2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7" name="Full D 3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37" name="Full D 3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8" name="Full D 3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dirty="0"/>
              </a:p>
            </p:txBody>
          </p:sp>
        </mc:Choice>
        <mc:Fallback xmlns="">
          <p:sp>
            <p:nvSpPr>
              <p:cNvPr id="14038" name="Full D 3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9" name="Full D 3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39" name="Full D 3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0" name="Full D 3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dirty="0"/>
              </a:p>
            </p:txBody>
          </p:sp>
        </mc:Choice>
        <mc:Fallback xmlns="">
          <p:sp>
            <p:nvSpPr>
              <p:cNvPr id="14040" name="Full D 3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1" name="Full D 3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dirty="0"/>
              </a:p>
            </p:txBody>
          </p:sp>
        </mc:Choice>
        <mc:Fallback xmlns="">
          <p:sp>
            <p:nvSpPr>
              <p:cNvPr id="14041" name="Full D 3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2" name="Full D 3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m:rPr>
                          <m:sty m:val="p"/>
                        </m:rPr>
                        <a:rPr sz="2300">
                          <a:solidFill>
                            <a:srgbClr val="C81919"/>
                          </a:solidFill>
                          <a:latin typeface="Cambria Math"/>
                        </a:rPr>
                        <m:t>I</m:t>
                      </m:r>
                    </m:oMath>
                  </m:oMathPara>
                </a14:m>
                <a:endParaRPr sz="2300"/>
              </a:p>
            </p:txBody>
          </p:sp>
        </mc:Choice>
        <mc:Fallback xmlns="">
          <p:sp>
            <p:nvSpPr>
              <p:cNvPr id="14042" name="Full D 3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3" name="Full D 3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43" name="Full D 3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4" name="Full D 3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44" name="Full D 3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26"/>
                <a:stretch>
                  <a:fillRect/>
                </a:stretch>
              </a:blipFill>
              <a:ln>
                <a:noFill/>
              </a:ln>
            </p:spPr>
            <p:txBody>
              <a:bodyPr/>
              <a:lstStyle/>
              <a:p>
                <a:r>
                  <a:rPr lang="en-NL">
                    <a:noFill/>
                  </a:rPr>
                  <a:t> </a:t>
                </a:r>
              </a:p>
            </p:txBody>
          </p:sp>
        </mc:Fallback>
      </mc:AlternateContent>
      <p:sp>
        <p:nvSpPr>
          <p:cNvPr id="14045" name="Full D 3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46" name="Full D 3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48" name="Full D 4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48" name="Full D 4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9" name="Full D 4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49" name="Full D 4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0" name="Full D 4 close"/>
              <p:cNvSpPr/>
              <p:nvPr/>
            </p:nvSpPr>
            <p:spPr>
              <a:xfrm>
                <a:off x="54229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dirty="0"/>
              </a:p>
            </p:txBody>
          </p:sp>
        </mc:Choice>
        <mc:Fallback xmlns="">
          <p:sp>
            <p:nvSpPr>
              <p:cNvPr id="14050" name="Full D 4 close"/>
              <p:cNvSpPr>
                <a:spLocks noRot="1" noChangeAspect="1" noMove="1" noResize="1" noEditPoints="1" noAdjustHandles="1" noChangeArrowheads="1" noChangeShapeType="1" noTextEdit="1"/>
              </p:cNvSpPr>
              <p:nvPr/>
            </p:nvSpPr>
            <p:spPr>
              <a:xfrm>
                <a:off x="5422900" y="2021840"/>
                <a:ext cx="381000" cy="2204720"/>
              </a:xfrm>
              <a:prstGeom prst="rect">
                <a:avLst/>
              </a:prstGeom>
              <a:blipFill>
                <a:blip r:embed="rId28"/>
                <a:stretch>
                  <a:fillRect l="-129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1" name="Full D 4 inverse"/>
              <p:cNvSpPr/>
              <p:nvPr/>
            </p:nvSpPr>
            <p:spPr>
              <a:xfrm>
                <a:off x="55753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51" name="Full D 4 inverse"/>
              <p:cNvSpPr>
                <a:spLocks noRot="1" noChangeAspect="1" noMove="1" noResize="1" noEditPoints="1" noAdjustHandles="1" noChangeArrowheads="1" noChangeShapeType="1" noTextEdit="1"/>
              </p:cNvSpPr>
              <p:nvPr/>
            </p:nvSpPr>
            <p:spPr>
              <a:xfrm>
                <a:off x="55753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2" name="Full D 4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52" name="Full D 4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3" name="Full D 4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53" name="Full D 4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4" name="Full D 4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54" name="Full D 4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5" name="Full D 4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55" name="Full D 4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56" name="Full D 4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57" name="Full D 4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59" name="Full D 5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59" name="Full D 5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0" name="Full D 5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60" name="Full D 5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1" name="Full D 5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61" name="Full D 5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2" name="Full D 5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62" name="Full D 5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3" name="Full D 5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dirty="0"/>
              </a:p>
            </p:txBody>
          </p:sp>
        </mc:Choice>
        <mc:Fallback xmlns="">
          <p:sp>
            <p:nvSpPr>
              <p:cNvPr id="14063" name="Full D 5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64" name="Full D 5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65" name="Full D 5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66" name="Full D 5 answer"/>
              <p:cNvSpPr/>
              <p:nvPr/>
            </p:nvSpPr>
            <p:spPr>
              <a:xfrm>
                <a:off x="5626100" y="2755900"/>
                <a:ext cx="1270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m:t>
                      </m:r>
                      <m:bar>
                        <m:barPr>
                          <m:pos m:val="bot"/>
                          <m:ctrlPr>
                            <a:rPr sz="2500">
                              <a:solidFill>
                                <a:srgbClr val="252529"/>
                              </a:solidFill>
                              <a:latin typeface="Cambria Math"/>
                            </a:rPr>
                          </m:ctrlPr>
                        </m:barPr>
                        <m:e>
                          <m:r>
                            <a:rPr sz="2500">
                              <a:solidFill>
                                <a:srgbClr val="252529"/>
                              </a:solidFill>
                              <a:latin typeface="Cambria Math"/>
                            </a:rPr>
                            <m:t>𝛩</m:t>
                          </m:r>
                        </m:e>
                      </m:bar>
                    </m:oMath>
                  </m:oMathPara>
                </a14:m>
                <a:endParaRPr sz="2500" dirty="0"/>
              </a:p>
            </p:txBody>
          </p:sp>
        </mc:Choice>
        <mc:Fallback xmlns="">
          <p:sp>
            <p:nvSpPr>
              <p:cNvPr id="14066" name="Full D 5 answer"/>
              <p:cNvSpPr>
                <a:spLocks noRot="1" noChangeAspect="1" noMove="1" noResize="1" noEditPoints="1" noAdjustHandles="1" noChangeArrowheads="1" noChangeShapeType="1" noTextEdit="1"/>
              </p:cNvSpPr>
              <p:nvPr/>
            </p:nvSpPr>
            <p:spPr>
              <a:xfrm>
                <a:off x="5626100" y="2755900"/>
                <a:ext cx="1270000" cy="889000"/>
              </a:xfrm>
              <a:prstGeom prst="rect">
                <a:avLst/>
              </a:prstGeom>
              <a:blipFill>
                <a:blip r:embed="rId31"/>
                <a:stretch>
                  <a:fillRect/>
                </a:stretch>
              </a:blipFill>
              <a:ln>
                <a:noFill/>
              </a:ln>
            </p:spPr>
            <p:txBody>
              <a:bodyPr/>
              <a:lstStyle/>
              <a:p>
                <a:r>
                  <a:rPr lang="en-NL">
                    <a:noFill/>
                  </a:rPr>
                  <a:t> </a:t>
                </a:r>
              </a:p>
            </p:txBody>
          </p:sp>
        </mc:Fallback>
      </mc:AlternateContent>
      <p:sp>
        <p:nvSpPr>
          <p:cNvPr id="14068" name="Full dual operation box"/>
          <p:cNvSpPr/>
          <p:nvPr/>
        </p:nvSpPr>
        <p:spPr>
          <a:xfrm>
            <a:off x="762000" y="2451100"/>
            <a:ext cx="7620000" cy="1549400"/>
          </a:xfrm>
          <a:prstGeom prst="rect">
            <a:avLst/>
          </a:prstGeom>
          <a:noFill/>
          <a:ln w="22860">
            <a:solidFill>
              <a:srgbClr val="C81919"/>
            </a:solidFill>
          </a:ln>
        </p:spPr>
      </p:sp>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a14="http://schemas.microsoft.com/office/drawing/2010/main" xmlns:m="http://schemas.openxmlformats.org/officeDocument/2006/math">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005"/>
                                        </p:tgtEl>
                                        <p:attrNameLst>
                                          <p:attrName>style.visibility</p:attrName>
                                        </p:attrNameLst>
                                      </p:cBhvr>
                                      <p:to>
                                        <p:strVal val="visible"/>
                                      </p:to>
                                    </p:set>
                                    <p:animEffect transition="in" filter="fade">
                                      <p:cBhvr>
                                        <p:cTn id="7" dur="400"/>
                                        <p:tgtEl>
                                          <p:spTgt spid="11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006"/>
                                        </p:tgtEl>
                                        <p:attrNameLst>
                                          <p:attrName>style.visibility</p:attrName>
                                        </p:attrNameLst>
                                      </p:cBhvr>
                                      <p:to>
                                        <p:strVal val="visible"/>
                                      </p:to>
                                    </p:set>
                                    <p:animEffect transition="in" filter="fade">
                                      <p:cBhvr>
                                        <p:cTn id="10" dur="400"/>
                                        <p:tgtEl>
                                          <p:spTgt spid="11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124"/>
                                        <p:tgtEl>
                                          <p:spTgt spid="11005"/>
                                        </p:tgtEl>
                                      </p:cBhvr>
                                    </p:animEffect>
                                    <p:set>
                                      <p:cBhvr>
                                        <p:cTn id="15" dur="1" fill="hold">
                                          <p:stCondLst>
                                            <p:cond delay="124"/>
                                          </p:stCondLst>
                                        </p:cTn>
                                        <p:tgtEl>
                                          <p:spTgt spid="11005"/>
                                        </p:tgtEl>
                                        <p:attrNameLst>
                                          <p:attrName>style.visibility</p:attrName>
                                        </p:attrNameLst>
                                      </p:cBhvr>
                                      <p:to>
                                        <p:strVal val="hidden"/>
                                      </p:to>
                                    </p:set>
                                  </p:childTnLst>
                                </p:cTn>
                              </p:par>
                              <p:par>
                                <p:cTn id="16" presetID="10" presetClass="exit" presetSubtype="0" fill="hold" grpId="1" nodeType="withEffect">
                                  <p:stCondLst>
                                    <p:cond delay="0"/>
                                  </p:stCondLst>
                                  <p:childTnLst>
                                    <p:animEffect transition="out" filter="fade">
                                      <p:cBhvr>
                                        <p:cTn id="17" dur="124"/>
                                        <p:tgtEl>
                                          <p:spTgt spid="11006"/>
                                        </p:tgtEl>
                                      </p:cBhvr>
                                    </p:animEffect>
                                    <p:set>
                                      <p:cBhvr>
                                        <p:cTn id="18" dur="1" fill="hold">
                                          <p:stCondLst>
                                            <p:cond delay="124"/>
                                          </p:stCondLst>
                                        </p:cTn>
                                        <p:tgtEl>
                                          <p:spTgt spid="11006"/>
                                        </p:tgtEl>
                                        <p:attrNameLst>
                                          <p:attrName>style.visibility</p:attrName>
                                        </p:attrNameLst>
                                      </p:cBhvr>
                                      <p:to>
                                        <p:strVal val="hidden"/>
                                      </p:to>
                                    </p:set>
                                  </p:childTnLst>
                                </p:cTn>
                              </p:par>
                              <p:par>
                                <p:cTn id="19" presetID="10" presetClass="entr" presetSubtype="0" fill="hold" grpId="0" nodeType="withEffect">
                                  <p:stCondLst>
                                    <p:cond delay="124"/>
                                  </p:stCondLst>
                                  <p:childTnLst>
                                    <p:set>
                                      <p:cBhvr>
                                        <p:cTn id="20" dur="1" fill="hold">
                                          <p:stCondLst>
                                            <p:cond delay="0"/>
                                          </p:stCondLst>
                                        </p:cTn>
                                        <p:tgtEl>
                                          <p:spTgt spid="11009"/>
                                        </p:tgtEl>
                                        <p:attrNameLst>
                                          <p:attrName>style.visibility</p:attrName>
                                        </p:attrNameLst>
                                      </p:cBhvr>
                                      <p:to>
                                        <p:strVal val="visible"/>
                                      </p:to>
                                    </p:set>
                                    <p:animEffect transition="in" filter="fade">
                                      <p:cBhvr>
                                        <p:cTn id="21" dur="166"/>
                                        <p:tgtEl>
                                          <p:spTgt spid="11009"/>
                                        </p:tgtEl>
                                      </p:cBhvr>
                                    </p:animEffect>
                                  </p:childTnLst>
                                </p:cTn>
                              </p:par>
                              <p:par>
                                <p:cTn id="22" presetID="10" presetClass="entr" presetSubtype="0" fill="hold" nodeType="withEffect">
                                  <p:stCondLst>
                                    <p:cond delay="124"/>
                                  </p:stCondLst>
                                  <p:childTnLst>
                                    <p:animEffect transition="in" filter="fade">
                                      <p:cBhvr>
                                        <p:cTn id="23" dur="166"/>
                                        <p:tgtEl>
                                          <p:spTgt spid="14001"/>
                                        </p:tgtEl>
                                      </p:cBhvr>
                                    </p:animEffect>
                                    <p:set>
                                      <p:cBhvr>
                                        <p:cTn id="24" dur="1" fill="hold">
                                          <p:stCondLst>
                                            <p:cond delay="0"/>
                                          </p:stCondLst>
                                        </p:cTn>
                                        <p:tgtEl>
                                          <p:spTgt spid="14001"/>
                                        </p:tgtEl>
                                        <p:attrNameLst>
                                          <p:attrName>style.visibility</p:attrName>
                                        </p:attrNameLst>
                                      </p:cBhvr>
                                      <p:to>
                                        <p:strVal val="visible"/>
                                      </p:to>
                                    </p:set>
                                  </p:childTnLst>
                                </p:cTn>
                              </p:par>
                              <p:par>
                                <p:cTn id="25" presetID="10" presetClass="entr" presetSubtype="0" fill="hold" nodeType="withEffect">
                                  <p:stCondLst>
                                    <p:cond delay="124"/>
                                  </p:stCondLst>
                                  <p:childTnLst>
                                    <p:animEffect transition="in" filter="fade">
                                      <p:cBhvr>
                                        <p:cTn id="26" dur="166"/>
                                        <p:tgtEl>
                                          <p:spTgt spid="14002"/>
                                        </p:tgtEl>
                                      </p:cBhvr>
                                    </p:animEffect>
                                    <p:set>
                                      <p:cBhvr>
                                        <p:cTn id="27" dur="1" fill="hold">
                                          <p:stCondLst>
                                            <p:cond delay="0"/>
                                          </p:stCondLst>
                                        </p:cTn>
                                        <p:tgtEl>
                                          <p:spTgt spid="14002"/>
                                        </p:tgtEl>
                                        <p:attrNameLst>
                                          <p:attrName>style.visibility</p:attrName>
                                        </p:attrNameLst>
                                      </p:cBhvr>
                                      <p:to>
                                        <p:strVal val="visible"/>
                                      </p:to>
                                    </p:set>
                                  </p:childTnLst>
                                </p:cTn>
                              </p:par>
                              <p:par>
                                <p:cTn id="28" presetID="10" presetClass="entr" presetSubtype="0" fill="hold" nodeType="withEffect">
                                  <p:stCondLst>
                                    <p:cond delay="124"/>
                                  </p:stCondLst>
                                  <p:childTnLst>
                                    <p:animEffect transition="in" filter="fade">
                                      <p:cBhvr>
                                        <p:cTn id="29" dur="166"/>
                                        <p:tgtEl>
                                          <p:spTgt spid="14003"/>
                                        </p:tgtEl>
                                      </p:cBhvr>
                                    </p:animEffect>
                                    <p:set>
                                      <p:cBhvr>
                                        <p:cTn id="30" dur="1" fill="hold">
                                          <p:stCondLst>
                                            <p:cond delay="0"/>
                                          </p:stCondLst>
                                        </p:cTn>
                                        <p:tgtEl>
                                          <p:spTgt spid="14003"/>
                                        </p:tgtEl>
                                        <p:attrNameLst>
                                          <p:attrName>style.visibility</p:attrName>
                                        </p:attrNameLst>
                                      </p:cBhvr>
                                      <p:to>
                                        <p:strVal val="visible"/>
                                      </p:to>
                                    </p:set>
                                  </p:childTnLst>
                                </p:cTn>
                              </p:par>
                              <p:par>
                                <p:cTn id="31" presetID="10" presetClass="entr" presetSubtype="0" fill="hold" nodeType="withEffect">
                                  <p:stCondLst>
                                    <p:cond delay="124"/>
                                  </p:stCondLst>
                                  <p:childTnLst>
                                    <p:animEffect transition="in" filter="fade">
                                      <p:cBhvr>
                                        <p:cTn id="32" dur="166"/>
                                        <p:tgtEl>
                                          <p:spTgt spid="14004"/>
                                        </p:tgtEl>
                                      </p:cBhvr>
                                    </p:animEffect>
                                    <p:set>
                                      <p:cBhvr>
                                        <p:cTn id="33" dur="1" fill="hold">
                                          <p:stCondLst>
                                            <p:cond delay="0"/>
                                          </p:stCondLst>
                                        </p:cTn>
                                        <p:tgtEl>
                                          <p:spTgt spid="14004"/>
                                        </p:tgtEl>
                                        <p:attrNameLst>
                                          <p:attrName>style.visibility</p:attrName>
                                        </p:attrNameLst>
                                      </p:cBhvr>
                                      <p:to>
                                        <p:strVal val="visible"/>
                                      </p:to>
                                    </p:set>
                                  </p:childTnLst>
                                </p:cTn>
                              </p:par>
                              <p:par>
                                <p:cTn id="34" presetID="10" presetClass="entr" presetSubtype="0" fill="hold" nodeType="withEffect">
                                  <p:stCondLst>
                                    <p:cond delay="124"/>
                                  </p:stCondLst>
                                  <p:childTnLst>
                                    <p:animEffect transition="in" filter="fade">
                                      <p:cBhvr>
                                        <p:cTn id="35" dur="166"/>
                                        <p:tgtEl>
                                          <p:spTgt spid="14005"/>
                                        </p:tgtEl>
                                      </p:cBhvr>
                                    </p:animEffect>
                                    <p:set>
                                      <p:cBhvr>
                                        <p:cTn id="36" dur="1" fill="hold">
                                          <p:stCondLst>
                                            <p:cond delay="0"/>
                                          </p:stCondLst>
                                        </p:cTn>
                                        <p:tgtEl>
                                          <p:spTgt spid="14005"/>
                                        </p:tgtEl>
                                        <p:attrNameLst>
                                          <p:attrName>style.visibility</p:attrName>
                                        </p:attrNameLst>
                                      </p:cBhvr>
                                      <p:to>
                                        <p:strVal val="visible"/>
                                      </p:to>
                                    </p:set>
                                  </p:childTnLst>
                                </p:cTn>
                              </p:par>
                              <p:par>
                                <p:cTn id="37" presetID="10" presetClass="entr" presetSubtype="0" fill="hold" nodeType="withEffect">
                                  <p:stCondLst>
                                    <p:cond delay="124"/>
                                  </p:stCondLst>
                                  <p:childTnLst>
                                    <p:animEffect transition="in" filter="fade">
                                      <p:cBhvr>
                                        <p:cTn id="38" dur="166"/>
                                        <p:tgtEl>
                                          <p:spTgt spid="14006"/>
                                        </p:tgtEl>
                                      </p:cBhvr>
                                    </p:animEffect>
                                    <p:set>
                                      <p:cBhvr>
                                        <p:cTn id="39" dur="1" fill="hold">
                                          <p:stCondLst>
                                            <p:cond delay="0"/>
                                          </p:stCondLst>
                                        </p:cTn>
                                        <p:tgtEl>
                                          <p:spTgt spid="14006"/>
                                        </p:tgtEl>
                                        <p:attrNameLst>
                                          <p:attrName>style.visibility</p:attrName>
                                        </p:attrNameLst>
                                      </p:cBhvr>
                                      <p:to>
                                        <p:strVal val="visible"/>
                                      </p:to>
                                    </p:set>
                                  </p:childTnLst>
                                </p:cTn>
                              </p:par>
                              <p:par>
                                <p:cTn id="40" presetID="10" presetClass="entr" presetSubtype="0" fill="hold" nodeType="withEffect">
                                  <p:stCondLst>
                                    <p:cond delay="124"/>
                                  </p:stCondLst>
                                  <p:childTnLst>
                                    <p:animEffect transition="in" filter="fade">
                                      <p:cBhvr>
                                        <p:cTn id="41" dur="166"/>
                                        <p:tgtEl>
                                          <p:spTgt spid="14007"/>
                                        </p:tgtEl>
                                      </p:cBhvr>
                                    </p:animEffect>
                                    <p:set>
                                      <p:cBhvr>
                                        <p:cTn id="42" dur="1" fill="hold">
                                          <p:stCondLst>
                                            <p:cond delay="0"/>
                                          </p:stCondLst>
                                        </p:cTn>
                                        <p:tgtEl>
                                          <p:spTgt spid="14007"/>
                                        </p:tgtEl>
                                        <p:attrNameLst>
                                          <p:attrName>style.visibility</p:attrName>
                                        </p:attrNameLst>
                                      </p:cBhvr>
                                      <p:to>
                                        <p:strVal val="visible"/>
                                      </p:to>
                                    </p:set>
                                  </p:childTnLst>
                                </p:cTn>
                              </p:par>
                              <p:par>
                                <p:cTn id="43" presetID="10" presetClass="entr" presetSubtype="0" fill="hold" nodeType="withEffect">
                                  <p:stCondLst>
                                    <p:cond delay="124"/>
                                  </p:stCondLst>
                                  <p:childTnLst>
                                    <p:animEffect transition="in" filter="fade">
                                      <p:cBhvr>
                                        <p:cTn id="44" dur="166"/>
                                        <p:tgtEl>
                                          <p:spTgt spid="14068"/>
                                        </p:tgtEl>
                                      </p:cBhvr>
                                    </p:animEffect>
                                    <p:set>
                                      <p:cBhvr>
                                        <p:cTn id="45" dur="1" fill="hold">
                                          <p:stCondLst>
                                            <p:cond delay="0"/>
                                          </p:stCondLst>
                                        </p:cTn>
                                        <p:tgtEl>
                                          <p:spTgt spid="1406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0" presetClass="exit" presetSubtype="0" fill="hold" nodeType="clickEffect">
                                  <p:stCondLst>
                                    <p:cond delay="0"/>
                                  </p:stCondLst>
                                  <p:childTnLst>
                                    <p:animEffect transition="out" filter="fade">
                                      <p:cBhvr>
                                        <p:cTn id="49" dur="104"/>
                                        <p:tgtEl>
                                          <p:spTgt spid="14001"/>
                                        </p:tgtEl>
                                      </p:cBhvr>
                                    </p:animEffect>
                                    <p:set>
                                      <p:cBhvr>
                                        <p:cTn id="50" dur="1" fill="hold">
                                          <p:stCondLst>
                                            <p:cond delay="103"/>
                                          </p:stCondLst>
                                        </p:cTn>
                                        <p:tgtEl>
                                          <p:spTgt spid="14001"/>
                                        </p:tgtEl>
                                        <p:attrNameLst>
                                          <p:attrName>style.visibility</p:attrName>
                                        </p:attrNameLst>
                                      </p:cBhvr>
                                      <p:to>
                                        <p:strVal val="hidden"/>
                                      </p:to>
                                    </p:set>
                                  </p:childTnLst>
                                </p:cTn>
                              </p:par>
                              <p:par>
                                <p:cTn id="51" presetID="10" presetClass="exit" presetSubtype="0" fill="hold" nodeType="withEffect">
                                  <p:stCondLst>
                                    <p:cond delay="850"/>
                                  </p:stCondLst>
                                  <p:childTnLst>
                                    <p:animEffect transition="out" filter="fade">
                                      <p:cBhvr>
                                        <p:cTn id="52" dur="104"/>
                                        <p:tgtEl>
                                          <p:spTgt spid="14002"/>
                                        </p:tgtEl>
                                      </p:cBhvr>
                                    </p:animEffect>
                                    <p:set>
                                      <p:cBhvr>
                                        <p:cTn id="53" dur="1" fill="hold">
                                          <p:stCondLst>
                                            <p:cond delay="103"/>
                                          </p:stCondLst>
                                        </p:cTn>
                                        <p:tgtEl>
                                          <p:spTgt spid="14002"/>
                                        </p:tgtEl>
                                        <p:attrNameLst>
                                          <p:attrName>style.visibility</p:attrName>
                                        </p:attrNameLst>
                                      </p:cBhvr>
                                      <p:to>
                                        <p:strVal val="hidden"/>
                                      </p:to>
                                    </p:set>
                                  </p:childTnLst>
                                </p:cTn>
                              </p:par>
                              <p:par>
                                <p:cTn id="54" presetID="10" presetClass="exit" presetSubtype="0" fill="hold" nodeType="withEffect">
                                  <p:stCondLst>
                                    <p:cond delay="850"/>
                                  </p:stCondLst>
                                  <p:childTnLst>
                                    <p:animEffect transition="out" filter="fade">
                                      <p:cBhvr>
                                        <p:cTn id="55" dur="104"/>
                                        <p:tgtEl>
                                          <p:spTgt spid="14003"/>
                                        </p:tgtEl>
                                      </p:cBhvr>
                                    </p:animEffect>
                                    <p:set>
                                      <p:cBhvr>
                                        <p:cTn id="56" dur="1" fill="hold">
                                          <p:stCondLst>
                                            <p:cond delay="103"/>
                                          </p:stCondLst>
                                        </p:cTn>
                                        <p:tgtEl>
                                          <p:spTgt spid="14003"/>
                                        </p:tgtEl>
                                        <p:attrNameLst>
                                          <p:attrName>style.visibility</p:attrName>
                                        </p:attrNameLst>
                                      </p:cBhvr>
                                      <p:to>
                                        <p:strVal val="hidden"/>
                                      </p:to>
                                    </p:set>
                                  </p:childTnLst>
                                </p:cTn>
                              </p:par>
                              <p:par>
                                <p:cTn id="57" presetID="10" presetClass="exit" presetSubtype="0" fill="hold" nodeType="withEffect">
                                  <p:stCondLst>
                                    <p:cond delay="850"/>
                                  </p:stCondLst>
                                  <p:childTnLst>
                                    <p:animEffect transition="out" filter="fade">
                                      <p:cBhvr>
                                        <p:cTn id="58" dur="104"/>
                                        <p:tgtEl>
                                          <p:spTgt spid="14004"/>
                                        </p:tgtEl>
                                      </p:cBhvr>
                                    </p:animEffect>
                                    <p:set>
                                      <p:cBhvr>
                                        <p:cTn id="59" dur="1" fill="hold">
                                          <p:stCondLst>
                                            <p:cond delay="103"/>
                                          </p:stCondLst>
                                        </p:cTn>
                                        <p:tgtEl>
                                          <p:spTgt spid="14004"/>
                                        </p:tgtEl>
                                        <p:attrNameLst>
                                          <p:attrName>style.visibility</p:attrName>
                                        </p:attrNameLst>
                                      </p:cBhvr>
                                      <p:to>
                                        <p:strVal val="hidden"/>
                                      </p:to>
                                    </p:set>
                                  </p:childTnLst>
                                </p:cTn>
                              </p:par>
                              <p:par>
                                <p:cTn id="60" presetID="10" presetClass="exit" presetSubtype="0" fill="hold" nodeType="withEffect">
                                  <p:stCondLst>
                                    <p:cond delay="850"/>
                                  </p:stCondLst>
                                  <p:childTnLst>
                                    <p:animEffect transition="out" filter="fade">
                                      <p:cBhvr>
                                        <p:cTn id="61" dur="104"/>
                                        <p:tgtEl>
                                          <p:spTgt spid="14005"/>
                                        </p:tgtEl>
                                      </p:cBhvr>
                                    </p:animEffect>
                                    <p:set>
                                      <p:cBhvr>
                                        <p:cTn id="62" dur="1" fill="hold">
                                          <p:stCondLst>
                                            <p:cond delay="103"/>
                                          </p:stCondLst>
                                        </p:cTn>
                                        <p:tgtEl>
                                          <p:spTgt spid="14005"/>
                                        </p:tgtEl>
                                        <p:attrNameLst>
                                          <p:attrName>style.visibility</p:attrName>
                                        </p:attrNameLst>
                                      </p:cBhvr>
                                      <p:to>
                                        <p:strVal val="hidden"/>
                                      </p:to>
                                    </p:set>
                                  </p:childTnLst>
                                </p:cTn>
                              </p:par>
                              <p:par>
                                <p:cTn id="63" presetID="10" presetClass="exit" presetSubtype="0" fill="hold" nodeType="withEffect">
                                  <p:stCondLst>
                                    <p:cond delay="850"/>
                                  </p:stCondLst>
                                  <p:childTnLst>
                                    <p:animEffect transition="out" filter="fade">
                                      <p:cBhvr>
                                        <p:cTn id="64" dur="104"/>
                                        <p:tgtEl>
                                          <p:spTgt spid="14006"/>
                                        </p:tgtEl>
                                      </p:cBhvr>
                                    </p:animEffect>
                                    <p:set>
                                      <p:cBhvr>
                                        <p:cTn id="65" dur="1" fill="hold">
                                          <p:stCondLst>
                                            <p:cond delay="103"/>
                                          </p:stCondLst>
                                        </p:cTn>
                                        <p:tgtEl>
                                          <p:spTgt spid="14006"/>
                                        </p:tgtEl>
                                        <p:attrNameLst>
                                          <p:attrName>style.visibility</p:attrName>
                                        </p:attrNameLst>
                                      </p:cBhvr>
                                      <p:to>
                                        <p:strVal val="hidden"/>
                                      </p:to>
                                    </p:set>
                                  </p:childTnLst>
                                </p:cTn>
                              </p:par>
                              <p:par>
                                <p:cTn id="66" presetID="10" presetClass="exit" presetSubtype="0" fill="hold" nodeType="withEffect">
                                  <p:stCondLst>
                                    <p:cond delay="663"/>
                                  </p:stCondLst>
                                  <p:childTnLst>
                                    <p:animEffect transition="out" filter="fade">
                                      <p:cBhvr>
                                        <p:cTn id="67" dur="104"/>
                                        <p:tgtEl>
                                          <p:spTgt spid="14007"/>
                                        </p:tgtEl>
                                      </p:cBhvr>
                                    </p:animEffect>
                                    <p:set>
                                      <p:cBhvr>
                                        <p:cTn id="68" dur="1" fill="hold">
                                          <p:stCondLst>
                                            <p:cond delay="103"/>
                                          </p:stCondLst>
                                        </p:cTn>
                                        <p:tgtEl>
                                          <p:spTgt spid="14007"/>
                                        </p:tgtEl>
                                        <p:attrNameLst>
                                          <p:attrName>style.visibility</p:attrName>
                                        </p:attrNameLst>
                                      </p:cBhvr>
                                      <p:to>
                                        <p:strVal val="hidden"/>
                                      </p:to>
                                    </p:set>
                                  </p:childTnLst>
                                </p:cTn>
                              </p:par>
                              <p:par>
                                <p:cTn id="69" presetID="10" presetClass="entr" presetSubtype="0" fill="hold" nodeType="withEffect">
                                  <p:stCondLst>
                                    <p:cond delay="850"/>
                                  </p:stCondLst>
                                  <p:childTnLst>
                                    <p:animEffect transition="in" filter="fade">
                                      <p:cBhvr>
                                        <p:cTn id="70" dur="124"/>
                                        <p:tgtEl>
                                          <p:spTgt spid="14009"/>
                                        </p:tgtEl>
                                      </p:cBhvr>
                                    </p:animEffect>
                                    <p:set>
                                      <p:cBhvr>
                                        <p:cTn id="71" dur="1" fill="hold">
                                          <p:stCondLst>
                                            <p:cond delay="0"/>
                                          </p:stCondLst>
                                        </p:cTn>
                                        <p:tgtEl>
                                          <p:spTgt spid="14009"/>
                                        </p:tgtEl>
                                        <p:attrNameLst>
                                          <p:attrName>style.visibility</p:attrName>
                                        </p:attrNameLst>
                                      </p:cBhvr>
                                      <p:to>
                                        <p:strVal val="visible"/>
                                      </p:to>
                                    </p:set>
                                  </p:childTnLst>
                                </p:cTn>
                              </p:par>
                              <p:par>
                                <p:cTn id="72" presetID="10" presetClass="entr" presetSubtype="0" fill="hold" nodeType="withEffect">
                                  <p:stCondLst>
                                    <p:cond delay="850"/>
                                  </p:stCondLst>
                                  <p:childTnLst>
                                    <p:animEffect transition="in" filter="fade">
                                      <p:cBhvr>
                                        <p:cTn id="73" dur="124"/>
                                        <p:tgtEl>
                                          <p:spTgt spid="14010"/>
                                        </p:tgtEl>
                                      </p:cBhvr>
                                    </p:animEffect>
                                    <p:set>
                                      <p:cBhvr>
                                        <p:cTn id="74" dur="1" fill="hold">
                                          <p:stCondLst>
                                            <p:cond delay="0"/>
                                          </p:stCondLst>
                                        </p:cTn>
                                        <p:tgtEl>
                                          <p:spTgt spid="14010"/>
                                        </p:tgtEl>
                                        <p:attrNameLst>
                                          <p:attrName>style.visibility</p:attrName>
                                        </p:attrNameLst>
                                      </p:cBhvr>
                                      <p:to>
                                        <p:strVal val="visible"/>
                                      </p:to>
                                    </p:set>
                                  </p:childTnLst>
                                </p:cTn>
                              </p:par>
                              <p:par>
                                <p:cTn id="75" presetID="10" presetClass="entr" presetSubtype="0" fill="hold" nodeType="withEffect">
                                  <p:stCondLst>
                                    <p:cond delay="850"/>
                                  </p:stCondLst>
                                  <p:childTnLst>
                                    <p:animEffect transition="in" filter="fade">
                                      <p:cBhvr>
                                        <p:cTn id="76" dur="124"/>
                                        <p:tgtEl>
                                          <p:spTgt spid="14011"/>
                                        </p:tgtEl>
                                      </p:cBhvr>
                                    </p:animEffect>
                                    <p:set>
                                      <p:cBhvr>
                                        <p:cTn id="77" dur="1" fill="hold">
                                          <p:stCondLst>
                                            <p:cond delay="0"/>
                                          </p:stCondLst>
                                        </p:cTn>
                                        <p:tgtEl>
                                          <p:spTgt spid="14011"/>
                                        </p:tgtEl>
                                        <p:attrNameLst>
                                          <p:attrName>style.visibility</p:attrName>
                                        </p:attrNameLst>
                                      </p:cBhvr>
                                      <p:to>
                                        <p:strVal val="visible"/>
                                      </p:to>
                                    </p:set>
                                  </p:childTnLst>
                                </p:cTn>
                              </p:par>
                              <p:par>
                                <p:cTn id="78" presetID="10" presetClass="entr" presetSubtype="0" fill="hold" nodeType="withEffect">
                                  <p:stCondLst>
                                    <p:cond delay="850"/>
                                  </p:stCondLst>
                                  <p:childTnLst>
                                    <p:animEffect transition="in" filter="fade">
                                      <p:cBhvr>
                                        <p:cTn id="79" dur="124"/>
                                        <p:tgtEl>
                                          <p:spTgt spid="14012"/>
                                        </p:tgtEl>
                                      </p:cBhvr>
                                    </p:animEffect>
                                    <p:set>
                                      <p:cBhvr>
                                        <p:cTn id="80" dur="1" fill="hold">
                                          <p:stCondLst>
                                            <p:cond delay="0"/>
                                          </p:stCondLst>
                                        </p:cTn>
                                        <p:tgtEl>
                                          <p:spTgt spid="14012"/>
                                        </p:tgtEl>
                                        <p:attrNameLst>
                                          <p:attrName>style.visibility</p:attrName>
                                        </p:attrNameLst>
                                      </p:cBhvr>
                                      <p:to>
                                        <p:strVal val="visible"/>
                                      </p:to>
                                    </p:set>
                                  </p:childTnLst>
                                </p:cTn>
                              </p:par>
                              <p:par>
                                <p:cTn id="81" presetID="10" presetClass="entr" presetSubtype="0" fill="hold" nodeType="withEffect">
                                  <p:stCondLst>
                                    <p:cond delay="850"/>
                                  </p:stCondLst>
                                  <p:childTnLst>
                                    <p:animEffect transition="in" filter="fade">
                                      <p:cBhvr>
                                        <p:cTn id="82" dur="124"/>
                                        <p:tgtEl>
                                          <p:spTgt spid="14013"/>
                                        </p:tgtEl>
                                      </p:cBhvr>
                                    </p:animEffect>
                                    <p:set>
                                      <p:cBhvr>
                                        <p:cTn id="83" dur="1" fill="hold">
                                          <p:stCondLst>
                                            <p:cond delay="0"/>
                                          </p:stCondLst>
                                        </p:cTn>
                                        <p:tgtEl>
                                          <p:spTgt spid="14013"/>
                                        </p:tgtEl>
                                        <p:attrNameLst>
                                          <p:attrName>style.visibility</p:attrName>
                                        </p:attrNameLst>
                                      </p:cBhvr>
                                      <p:to>
                                        <p:strVal val="visible"/>
                                      </p:to>
                                    </p:set>
                                  </p:childTnLst>
                                </p:cTn>
                              </p:par>
                              <p:par>
                                <p:cTn id="84" presetID="10" presetClass="entr" presetSubtype="0" fill="hold" nodeType="withEffect">
                                  <p:stCondLst>
                                    <p:cond delay="850"/>
                                  </p:stCondLst>
                                  <p:childTnLst>
                                    <p:animEffect transition="in" filter="fade">
                                      <p:cBhvr>
                                        <p:cTn id="85" dur="124"/>
                                        <p:tgtEl>
                                          <p:spTgt spid="14014"/>
                                        </p:tgtEl>
                                      </p:cBhvr>
                                    </p:animEffect>
                                    <p:set>
                                      <p:cBhvr>
                                        <p:cTn id="86" dur="1" fill="hold">
                                          <p:stCondLst>
                                            <p:cond delay="0"/>
                                          </p:stCondLst>
                                        </p:cTn>
                                        <p:tgtEl>
                                          <p:spTgt spid="14014"/>
                                        </p:tgtEl>
                                        <p:attrNameLst>
                                          <p:attrName>style.visibility</p:attrName>
                                        </p:attrNameLst>
                                      </p:cBhvr>
                                      <p:to>
                                        <p:strVal val="visible"/>
                                      </p:to>
                                    </p:set>
                                  </p:childTnLst>
                                </p:cTn>
                              </p:par>
                              <p:par>
                                <p:cTn id="87" presetID="10" presetClass="entr" presetSubtype="0" fill="hold" nodeType="withEffect">
                                  <p:stCondLst>
                                    <p:cond delay="850"/>
                                  </p:stCondLst>
                                  <p:childTnLst>
                                    <p:animEffect transition="in" filter="fade">
                                      <p:cBhvr>
                                        <p:cTn id="88" dur="124"/>
                                        <p:tgtEl>
                                          <p:spTgt spid="14015"/>
                                        </p:tgtEl>
                                      </p:cBhvr>
                                    </p:animEffect>
                                    <p:set>
                                      <p:cBhvr>
                                        <p:cTn id="89" dur="1" fill="hold">
                                          <p:stCondLst>
                                            <p:cond delay="0"/>
                                          </p:stCondLst>
                                        </p:cTn>
                                        <p:tgtEl>
                                          <p:spTgt spid="14015"/>
                                        </p:tgtEl>
                                        <p:attrNameLst>
                                          <p:attrName>style.visibility</p:attrName>
                                        </p:attrNameLst>
                                      </p:cBhvr>
                                      <p:to>
                                        <p:strVal val="visible"/>
                                      </p:to>
                                    </p:set>
                                  </p:childTnLst>
                                </p:cTn>
                              </p:par>
                              <p:par>
                                <p:cTn id="90" presetID="10" presetClass="entr" presetSubtype="0" fill="hold" nodeType="withEffect">
                                  <p:stCondLst>
                                    <p:cond delay="850"/>
                                  </p:stCondLst>
                                  <p:childTnLst>
                                    <p:animEffect transition="in" filter="fade">
                                      <p:cBhvr>
                                        <p:cTn id="91" dur="124"/>
                                        <p:tgtEl>
                                          <p:spTgt spid="14016"/>
                                        </p:tgtEl>
                                      </p:cBhvr>
                                    </p:animEffect>
                                    <p:set>
                                      <p:cBhvr>
                                        <p:cTn id="92" dur="1" fill="hold">
                                          <p:stCondLst>
                                            <p:cond delay="0"/>
                                          </p:stCondLst>
                                        </p:cTn>
                                        <p:tgtEl>
                                          <p:spTgt spid="14016"/>
                                        </p:tgtEl>
                                        <p:attrNameLst>
                                          <p:attrName>style.visibility</p:attrName>
                                        </p:attrNameLst>
                                      </p:cBhvr>
                                      <p:to>
                                        <p:strVal val="visible"/>
                                      </p:to>
                                    </p:set>
                                  </p:childTnLst>
                                </p:cTn>
                              </p:par>
                              <p:par>
                                <p:cTn id="93" presetID="10" presetClass="entr" presetSubtype="0" fill="hold" nodeType="withEffect">
                                  <p:stCondLst>
                                    <p:cond delay="850"/>
                                  </p:stCondLst>
                                  <p:childTnLst>
                                    <p:animEffect transition="in" filter="fade">
                                      <p:cBhvr>
                                        <p:cTn id="94" dur="124"/>
                                        <p:tgtEl>
                                          <p:spTgt spid="14017"/>
                                        </p:tgtEl>
                                      </p:cBhvr>
                                    </p:animEffect>
                                    <p:set>
                                      <p:cBhvr>
                                        <p:cTn id="95" dur="1" fill="hold">
                                          <p:stCondLst>
                                            <p:cond delay="0"/>
                                          </p:stCondLst>
                                        </p:cTn>
                                        <p:tgtEl>
                                          <p:spTgt spid="14017"/>
                                        </p:tgtEl>
                                        <p:attrNameLst>
                                          <p:attrName>style.visibility</p:attrName>
                                        </p:attrNameLst>
                                      </p:cBhvr>
                                      <p:to>
                                        <p:strVal val="visible"/>
                                      </p:to>
                                    </p:set>
                                  </p:childTnLst>
                                </p:cTn>
                              </p:par>
                              <p:par>
                                <p:cTn id="96" presetID="10" presetClass="entr" presetSubtype="0" fill="hold" nodeType="withEffect">
                                  <p:stCondLst>
                                    <p:cond delay="850"/>
                                  </p:stCondLst>
                                  <p:childTnLst>
                                    <p:animEffect transition="in" filter="fade">
                                      <p:cBhvr>
                                        <p:cTn id="97" dur="124"/>
                                        <p:tgtEl>
                                          <p:spTgt spid="14018"/>
                                        </p:tgtEl>
                                      </p:cBhvr>
                                    </p:animEffect>
                                    <p:set>
                                      <p:cBhvr>
                                        <p:cTn id="98" dur="1" fill="hold">
                                          <p:stCondLst>
                                            <p:cond delay="0"/>
                                          </p:stCondLst>
                                        </p:cTn>
                                        <p:tgtEl>
                                          <p:spTgt spid="14018"/>
                                        </p:tgtEl>
                                        <p:attrNameLst>
                                          <p:attrName>style.visibility</p:attrName>
                                        </p:attrNameLst>
                                      </p:cBhvr>
                                      <p:to>
                                        <p:strVal val="visible"/>
                                      </p:to>
                                    </p:set>
                                  </p:childTnLst>
                                </p:cTn>
                              </p:par>
                              <p:par>
                                <p:cTn id="99" presetID="10" presetClass="entr" presetSubtype="0" fill="hold" nodeType="withEffect">
                                  <p:stCondLst>
                                    <p:cond delay="850"/>
                                  </p:stCondLst>
                                  <p:childTnLst>
                                    <p:animEffect transition="in" filter="fade">
                                      <p:cBhvr>
                                        <p:cTn id="100" dur="124"/>
                                        <p:tgtEl>
                                          <p:spTgt spid="14019"/>
                                        </p:tgtEl>
                                      </p:cBhvr>
                                    </p:animEffect>
                                    <p:set>
                                      <p:cBhvr>
                                        <p:cTn id="101" dur="1" fill="hold">
                                          <p:stCondLst>
                                            <p:cond delay="0"/>
                                          </p:stCondLst>
                                        </p:cTn>
                                        <p:tgtEl>
                                          <p:spTgt spid="14019"/>
                                        </p:tgtEl>
                                        <p:attrNameLst>
                                          <p:attrName>style.visibility</p:attrName>
                                        </p:attrNameLst>
                                      </p:cBhvr>
                                      <p:to>
                                        <p:strVal val="visible"/>
                                      </p:to>
                                    </p:set>
                                  </p:childTnLst>
                                </p:cTn>
                              </p:par>
                              <p:par>
                                <p:cTn id="102" presetID="10" presetClass="entr" presetSubtype="0" fill="hold" nodeType="withEffect">
                                  <p:stCondLst>
                                    <p:cond delay="850"/>
                                  </p:stCondLst>
                                  <p:childTnLst>
                                    <p:animEffect transition="in" filter="fade">
                                      <p:cBhvr>
                                        <p:cTn id="103" dur="124"/>
                                        <p:tgtEl>
                                          <p:spTgt spid="14020"/>
                                        </p:tgtEl>
                                      </p:cBhvr>
                                    </p:animEffect>
                                    <p:set>
                                      <p:cBhvr>
                                        <p:cTn id="104" dur="1" fill="hold">
                                          <p:stCondLst>
                                            <p:cond delay="0"/>
                                          </p:stCondLst>
                                        </p:cTn>
                                        <p:tgtEl>
                                          <p:spTgt spid="14020"/>
                                        </p:tgtEl>
                                        <p:attrNameLst>
                                          <p:attrName>style.visibility</p:attrName>
                                        </p:attrNameLst>
                                      </p:cBhvr>
                                      <p:to>
                                        <p:strVal val="visible"/>
                                      </p:to>
                                    </p:set>
                                  </p:childTnLst>
                                </p:cTn>
                              </p:par>
                              <p:par>
                                <p:cTn id="105" presetID="10" presetClass="entr" presetSubtype="0" fill="hold" nodeType="withEffect">
                                  <p:stCondLst>
                                    <p:cond delay="850"/>
                                  </p:stCondLst>
                                  <p:childTnLst>
                                    <p:animEffect transition="in" filter="fade">
                                      <p:cBhvr>
                                        <p:cTn id="106" dur="124"/>
                                        <p:tgtEl>
                                          <p:spTgt spid="14021"/>
                                        </p:tgtEl>
                                      </p:cBhvr>
                                    </p:animEffect>
                                    <p:set>
                                      <p:cBhvr>
                                        <p:cTn id="107" dur="1" fill="hold">
                                          <p:stCondLst>
                                            <p:cond delay="0"/>
                                          </p:stCondLst>
                                        </p:cTn>
                                        <p:tgtEl>
                                          <p:spTgt spid="14021"/>
                                        </p:tgtEl>
                                        <p:attrNameLst>
                                          <p:attrName>style.visibility</p:attrName>
                                        </p:attrNameLst>
                                      </p:cBhvr>
                                      <p:to>
                                        <p:strVal val="visible"/>
                                      </p:to>
                                    </p:set>
                                  </p:childTnLst>
                                </p:cTn>
                              </p:par>
                              <p:par>
                                <p:cTn id="108" presetID="10" presetClass="exit" presetSubtype="0" fill="hold" nodeType="withEffect">
                                  <p:stCondLst>
                                    <p:cond delay="1720"/>
                                  </p:stCondLst>
                                  <p:childTnLst>
                                    <p:animEffect transition="out" filter="fade">
                                      <p:cBhvr>
                                        <p:cTn id="109" dur="104"/>
                                        <p:tgtEl>
                                          <p:spTgt spid="14009"/>
                                        </p:tgtEl>
                                      </p:cBhvr>
                                    </p:animEffect>
                                    <p:set>
                                      <p:cBhvr>
                                        <p:cTn id="110" dur="1" fill="hold">
                                          <p:stCondLst>
                                            <p:cond delay="103"/>
                                          </p:stCondLst>
                                        </p:cTn>
                                        <p:tgtEl>
                                          <p:spTgt spid="14009"/>
                                        </p:tgtEl>
                                        <p:attrNameLst>
                                          <p:attrName>style.visibility</p:attrName>
                                        </p:attrNameLst>
                                      </p:cBhvr>
                                      <p:to>
                                        <p:strVal val="hidden"/>
                                      </p:to>
                                    </p:set>
                                  </p:childTnLst>
                                </p:cTn>
                              </p:par>
                              <p:par>
                                <p:cTn id="111" presetID="10" presetClass="exit" presetSubtype="0" fill="hold" nodeType="withEffect">
                                  <p:stCondLst>
                                    <p:cond delay="1720"/>
                                  </p:stCondLst>
                                  <p:childTnLst>
                                    <p:animEffect transition="out" filter="fade">
                                      <p:cBhvr>
                                        <p:cTn id="112" dur="104"/>
                                        <p:tgtEl>
                                          <p:spTgt spid="14010"/>
                                        </p:tgtEl>
                                      </p:cBhvr>
                                    </p:animEffect>
                                    <p:set>
                                      <p:cBhvr>
                                        <p:cTn id="113" dur="1" fill="hold">
                                          <p:stCondLst>
                                            <p:cond delay="103"/>
                                          </p:stCondLst>
                                        </p:cTn>
                                        <p:tgtEl>
                                          <p:spTgt spid="14010"/>
                                        </p:tgtEl>
                                        <p:attrNameLst>
                                          <p:attrName>style.visibility</p:attrName>
                                        </p:attrNameLst>
                                      </p:cBhvr>
                                      <p:to>
                                        <p:strVal val="hidden"/>
                                      </p:to>
                                    </p:set>
                                  </p:childTnLst>
                                </p:cTn>
                              </p:par>
                              <p:par>
                                <p:cTn id="114" presetID="10" presetClass="exit" presetSubtype="0" fill="hold" nodeType="withEffect">
                                  <p:stCondLst>
                                    <p:cond delay="1720"/>
                                  </p:stCondLst>
                                  <p:childTnLst>
                                    <p:animEffect transition="out" filter="fade">
                                      <p:cBhvr>
                                        <p:cTn id="115" dur="104"/>
                                        <p:tgtEl>
                                          <p:spTgt spid="14011"/>
                                        </p:tgtEl>
                                      </p:cBhvr>
                                    </p:animEffect>
                                    <p:set>
                                      <p:cBhvr>
                                        <p:cTn id="116" dur="1" fill="hold">
                                          <p:stCondLst>
                                            <p:cond delay="103"/>
                                          </p:stCondLst>
                                        </p:cTn>
                                        <p:tgtEl>
                                          <p:spTgt spid="14011"/>
                                        </p:tgtEl>
                                        <p:attrNameLst>
                                          <p:attrName>style.visibility</p:attrName>
                                        </p:attrNameLst>
                                      </p:cBhvr>
                                      <p:to>
                                        <p:strVal val="hidden"/>
                                      </p:to>
                                    </p:set>
                                  </p:childTnLst>
                                </p:cTn>
                              </p:par>
                              <p:par>
                                <p:cTn id="117" presetID="10" presetClass="exit" presetSubtype="0" fill="hold" nodeType="withEffect">
                                  <p:stCondLst>
                                    <p:cond delay="1720"/>
                                  </p:stCondLst>
                                  <p:childTnLst>
                                    <p:animEffect transition="out" filter="fade">
                                      <p:cBhvr>
                                        <p:cTn id="118" dur="104"/>
                                        <p:tgtEl>
                                          <p:spTgt spid="14012"/>
                                        </p:tgtEl>
                                      </p:cBhvr>
                                    </p:animEffect>
                                    <p:set>
                                      <p:cBhvr>
                                        <p:cTn id="119" dur="1" fill="hold">
                                          <p:stCondLst>
                                            <p:cond delay="103"/>
                                          </p:stCondLst>
                                        </p:cTn>
                                        <p:tgtEl>
                                          <p:spTgt spid="14012"/>
                                        </p:tgtEl>
                                        <p:attrNameLst>
                                          <p:attrName>style.visibility</p:attrName>
                                        </p:attrNameLst>
                                      </p:cBhvr>
                                      <p:to>
                                        <p:strVal val="hidden"/>
                                      </p:to>
                                    </p:set>
                                  </p:childTnLst>
                                </p:cTn>
                              </p:par>
                              <p:par>
                                <p:cTn id="120" presetID="10" presetClass="exit" presetSubtype="0" fill="hold" nodeType="withEffect">
                                  <p:stCondLst>
                                    <p:cond delay="1720"/>
                                  </p:stCondLst>
                                  <p:childTnLst>
                                    <p:animEffect transition="out" filter="fade">
                                      <p:cBhvr>
                                        <p:cTn id="121" dur="104"/>
                                        <p:tgtEl>
                                          <p:spTgt spid="14013"/>
                                        </p:tgtEl>
                                      </p:cBhvr>
                                    </p:animEffect>
                                    <p:set>
                                      <p:cBhvr>
                                        <p:cTn id="122" dur="1" fill="hold">
                                          <p:stCondLst>
                                            <p:cond delay="103"/>
                                          </p:stCondLst>
                                        </p:cTn>
                                        <p:tgtEl>
                                          <p:spTgt spid="14013"/>
                                        </p:tgtEl>
                                        <p:attrNameLst>
                                          <p:attrName>style.visibility</p:attrName>
                                        </p:attrNameLst>
                                      </p:cBhvr>
                                      <p:to>
                                        <p:strVal val="hidden"/>
                                      </p:to>
                                    </p:set>
                                  </p:childTnLst>
                                </p:cTn>
                              </p:par>
                              <p:par>
                                <p:cTn id="123" presetID="10" presetClass="exit" presetSubtype="0" fill="hold" nodeType="withEffect">
                                  <p:stCondLst>
                                    <p:cond delay="1720"/>
                                  </p:stCondLst>
                                  <p:childTnLst>
                                    <p:animEffect transition="out" filter="fade">
                                      <p:cBhvr>
                                        <p:cTn id="124" dur="104"/>
                                        <p:tgtEl>
                                          <p:spTgt spid="14014"/>
                                        </p:tgtEl>
                                      </p:cBhvr>
                                    </p:animEffect>
                                    <p:set>
                                      <p:cBhvr>
                                        <p:cTn id="125" dur="1" fill="hold">
                                          <p:stCondLst>
                                            <p:cond delay="103"/>
                                          </p:stCondLst>
                                        </p:cTn>
                                        <p:tgtEl>
                                          <p:spTgt spid="14014"/>
                                        </p:tgtEl>
                                        <p:attrNameLst>
                                          <p:attrName>style.visibility</p:attrName>
                                        </p:attrNameLst>
                                      </p:cBhvr>
                                      <p:to>
                                        <p:strVal val="hidden"/>
                                      </p:to>
                                    </p:set>
                                  </p:childTnLst>
                                </p:cTn>
                              </p:par>
                              <p:par>
                                <p:cTn id="126" presetID="10" presetClass="exit" presetSubtype="0" fill="hold" nodeType="withEffect">
                                  <p:stCondLst>
                                    <p:cond delay="1720"/>
                                  </p:stCondLst>
                                  <p:childTnLst>
                                    <p:animEffect transition="out" filter="fade">
                                      <p:cBhvr>
                                        <p:cTn id="127" dur="104"/>
                                        <p:tgtEl>
                                          <p:spTgt spid="14015"/>
                                        </p:tgtEl>
                                      </p:cBhvr>
                                    </p:animEffect>
                                    <p:set>
                                      <p:cBhvr>
                                        <p:cTn id="128" dur="1" fill="hold">
                                          <p:stCondLst>
                                            <p:cond delay="103"/>
                                          </p:stCondLst>
                                        </p:cTn>
                                        <p:tgtEl>
                                          <p:spTgt spid="14015"/>
                                        </p:tgtEl>
                                        <p:attrNameLst>
                                          <p:attrName>style.visibility</p:attrName>
                                        </p:attrNameLst>
                                      </p:cBhvr>
                                      <p:to>
                                        <p:strVal val="hidden"/>
                                      </p:to>
                                    </p:set>
                                  </p:childTnLst>
                                </p:cTn>
                              </p:par>
                              <p:par>
                                <p:cTn id="129" presetID="0" presetClass="path" presetSubtype="0" fill="hold" nodeType="withEffect">
                                  <p:stCondLst>
                                    <p:cond delay="1326"/>
                                  </p:stCondLst>
                                  <p:childTnLst>
                                    <p:animMotion origin="layout" path="M 0 0 L -0.072222222 0.064197531 E" pathEditMode="relative" rAng="0">
                                      <p:cBhvr>
                                        <p:cTn id="130" dur="497" accel="20000" decel="20000" fill="hold"/>
                                        <p:tgtEl>
                                          <p:spTgt spid="14016"/>
                                        </p:tgtEl>
                                        <p:attrNameLst>
                                          <p:attrName>ppt_x</p:attrName>
                                          <p:attrName>ppt_y</p:attrName>
                                        </p:attrNameLst>
                                      </p:cBhvr>
                                      <p:rCtr x="0" y="0"/>
                                    </p:animMotion>
                                  </p:childTnLst>
                                </p:cTn>
                              </p:par>
                              <p:par>
                                <p:cTn id="131" presetID="10" presetClass="exit" presetSubtype="0" fill="hold" nodeType="withEffect">
                                  <p:stCondLst>
                                    <p:cond delay="1720"/>
                                  </p:stCondLst>
                                  <p:childTnLst>
                                    <p:animEffect transition="out" filter="fade">
                                      <p:cBhvr>
                                        <p:cTn id="132" dur="104"/>
                                        <p:tgtEl>
                                          <p:spTgt spid="14016"/>
                                        </p:tgtEl>
                                      </p:cBhvr>
                                    </p:animEffect>
                                    <p:set>
                                      <p:cBhvr>
                                        <p:cTn id="133" dur="1" fill="hold">
                                          <p:stCondLst>
                                            <p:cond delay="103"/>
                                          </p:stCondLst>
                                        </p:cTn>
                                        <p:tgtEl>
                                          <p:spTgt spid="14016"/>
                                        </p:tgtEl>
                                        <p:attrNameLst>
                                          <p:attrName>style.visibility</p:attrName>
                                        </p:attrNameLst>
                                      </p:cBhvr>
                                      <p:to>
                                        <p:strVal val="hidden"/>
                                      </p:to>
                                    </p:set>
                                  </p:childTnLst>
                                </p:cTn>
                              </p:par>
                              <p:par>
                                <p:cTn id="134" presetID="0" presetClass="path" presetSubtype="0" fill="hold" nodeType="withEffect">
                                  <p:stCondLst>
                                    <p:cond delay="1326"/>
                                  </p:stCondLst>
                                  <p:childTnLst>
                                    <p:animMotion origin="layout" path="M 0 0 L 0.072222222 -0.064197531 E" pathEditMode="relative" rAng="0">
                                      <p:cBhvr>
                                        <p:cTn id="135" dur="497" accel="20000" decel="20000" fill="hold"/>
                                        <p:tgtEl>
                                          <p:spTgt spid="14017"/>
                                        </p:tgtEl>
                                        <p:attrNameLst>
                                          <p:attrName>ppt_x</p:attrName>
                                          <p:attrName>ppt_y</p:attrName>
                                        </p:attrNameLst>
                                      </p:cBhvr>
                                      <p:rCtr x="0" y="0"/>
                                    </p:animMotion>
                                  </p:childTnLst>
                                </p:cTn>
                              </p:par>
                              <p:par>
                                <p:cTn id="136" presetID="10" presetClass="exit" presetSubtype="0" fill="hold" nodeType="withEffect">
                                  <p:stCondLst>
                                    <p:cond delay="1720"/>
                                  </p:stCondLst>
                                  <p:childTnLst>
                                    <p:animEffect transition="out" filter="fade">
                                      <p:cBhvr>
                                        <p:cTn id="137" dur="104"/>
                                        <p:tgtEl>
                                          <p:spTgt spid="14017"/>
                                        </p:tgtEl>
                                      </p:cBhvr>
                                    </p:animEffect>
                                    <p:set>
                                      <p:cBhvr>
                                        <p:cTn id="138" dur="1" fill="hold">
                                          <p:stCondLst>
                                            <p:cond delay="103"/>
                                          </p:stCondLst>
                                        </p:cTn>
                                        <p:tgtEl>
                                          <p:spTgt spid="14017"/>
                                        </p:tgtEl>
                                        <p:attrNameLst>
                                          <p:attrName>style.visibility</p:attrName>
                                        </p:attrNameLst>
                                      </p:cBhvr>
                                      <p:to>
                                        <p:strVal val="hidden"/>
                                      </p:to>
                                    </p:set>
                                  </p:childTnLst>
                                </p:cTn>
                              </p:par>
                              <p:par>
                                <p:cTn id="139" presetID="10" presetClass="exit" presetSubtype="0" fill="hold" nodeType="withEffect">
                                  <p:stCondLst>
                                    <p:cond delay="1720"/>
                                  </p:stCondLst>
                                  <p:childTnLst>
                                    <p:animEffect transition="out" filter="fade">
                                      <p:cBhvr>
                                        <p:cTn id="140" dur="104"/>
                                        <p:tgtEl>
                                          <p:spTgt spid="14018"/>
                                        </p:tgtEl>
                                      </p:cBhvr>
                                    </p:animEffect>
                                    <p:set>
                                      <p:cBhvr>
                                        <p:cTn id="141" dur="1" fill="hold">
                                          <p:stCondLst>
                                            <p:cond delay="103"/>
                                          </p:stCondLst>
                                        </p:cTn>
                                        <p:tgtEl>
                                          <p:spTgt spid="14018"/>
                                        </p:tgtEl>
                                        <p:attrNameLst>
                                          <p:attrName>style.visibility</p:attrName>
                                        </p:attrNameLst>
                                      </p:cBhvr>
                                      <p:to>
                                        <p:strVal val="hidden"/>
                                      </p:to>
                                    </p:set>
                                  </p:childTnLst>
                                </p:cTn>
                              </p:par>
                              <p:par>
                                <p:cTn id="142" presetID="10" presetClass="exit" presetSubtype="0" fill="hold" nodeType="withEffect">
                                  <p:stCondLst>
                                    <p:cond delay="1720"/>
                                  </p:stCondLst>
                                  <p:childTnLst>
                                    <p:animEffect transition="out" filter="fade">
                                      <p:cBhvr>
                                        <p:cTn id="143" dur="104"/>
                                        <p:tgtEl>
                                          <p:spTgt spid="14019"/>
                                        </p:tgtEl>
                                      </p:cBhvr>
                                    </p:animEffect>
                                    <p:set>
                                      <p:cBhvr>
                                        <p:cTn id="144" dur="1" fill="hold">
                                          <p:stCondLst>
                                            <p:cond delay="103"/>
                                          </p:stCondLst>
                                        </p:cTn>
                                        <p:tgtEl>
                                          <p:spTgt spid="14019"/>
                                        </p:tgtEl>
                                        <p:attrNameLst>
                                          <p:attrName>style.visibility</p:attrName>
                                        </p:attrNameLst>
                                      </p:cBhvr>
                                      <p:to>
                                        <p:strVal val="hidden"/>
                                      </p:to>
                                    </p:set>
                                  </p:childTnLst>
                                </p:cTn>
                              </p:par>
                              <p:par>
                                <p:cTn id="145" presetID="10" presetClass="exit" presetSubtype="0" fill="hold" nodeType="withEffect">
                                  <p:stCondLst>
                                    <p:cond delay="1720"/>
                                  </p:stCondLst>
                                  <p:childTnLst>
                                    <p:animEffect transition="out" filter="fade">
                                      <p:cBhvr>
                                        <p:cTn id="146" dur="104"/>
                                        <p:tgtEl>
                                          <p:spTgt spid="14020"/>
                                        </p:tgtEl>
                                      </p:cBhvr>
                                    </p:animEffect>
                                    <p:set>
                                      <p:cBhvr>
                                        <p:cTn id="147" dur="1" fill="hold">
                                          <p:stCondLst>
                                            <p:cond delay="103"/>
                                          </p:stCondLst>
                                        </p:cTn>
                                        <p:tgtEl>
                                          <p:spTgt spid="14020"/>
                                        </p:tgtEl>
                                        <p:attrNameLst>
                                          <p:attrName>style.visibility</p:attrName>
                                        </p:attrNameLst>
                                      </p:cBhvr>
                                      <p:to>
                                        <p:strVal val="hidden"/>
                                      </p:to>
                                    </p:set>
                                  </p:childTnLst>
                                </p:cTn>
                              </p:par>
                              <p:par>
                                <p:cTn id="148" presetID="10" presetClass="exit" presetSubtype="0" fill="hold" nodeType="withEffect">
                                  <p:stCondLst>
                                    <p:cond delay="1326"/>
                                  </p:stCondLst>
                                  <p:childTnLst>
                                    <p:animEffect transition="out" filter="fade">
                                      <p:cBhvr>
                                        <p:cTn id="149" dur="104"/>
                                        <p:tgtEl>
                                          <p:spTgt spid="14021"/>
                                        </p:tgtEl>
                                      </p:cBhvr>
                                    </p:animEffect>
                                    <p:set>
                                      <p:cBhvr>
                                        <p:cTn id="150" dur="1" fill="hold">
                                          <p:stCondLst>
                                            <p:cond delay="103"/>
                                          </p:stCondLst>
                                        </p:cTn>
                                        <p:tgtEl>
                                          <p:spTgt spid="14021"/>
                                        </p:tgtEl>
                                        <p:attrNameLst>
                                          <p:attrName>style.visibility</p:attrName>
                                        </p:attrNameLst>
                                      </p:cBhvr>
                                      <p:to>
                                        <p:strVal val="hidden"/>
                                      </p:to>
                                    </p:set>
                                  </p:childTnLst>
                                </p:cTn>
                              </p:par>
                              <p:par>
                                <p:cTn id="151" presetID="10" presetClass="entr" presetSubtype="0" fill="hold" nodeType="withEffect">
                                  <p:stCondLst>
                                    <p:cond delay="1720"/>
                                  </p:stCondLst>
                                  <p:childTnLst>
                                    <p:animEffect transition="in" filter="fade">
                                      <p:cBhvr>
                                        <p:cTn id="152" dur="124"/>
                                        <p:tgtEl>
                                          <p:spTgt spid="14023"/>
                                        </p:tgtEl>
                                      </p:cBhvr>
                                    </p:animEffect>
                                    <p:set>
                                      <p:cBhvr>
                                        <p:cTn id="153" dur="1" fill="hold">
                                          <p:stCondLst>
                                            <p:cond delay="0"/>
                                          </p:stCondLst>
                                        </p:cTn>
                                        <p:tgtEl>
                                          <p:spTgt spid="14023"/>
                                        </p:tgtEl>
                                        <p:attrNameLst>
                                          <p:attrName>style.visibility</p:attrName>
                                        </p:attrNameLst>
                                      </p:cBhvr>
                                      <p:to>
                                        <p:strVal val="visible"/>
                                      </p:to>
                                    </p:set>
                                  </p:childTnLst>
                                </p:cTn>
                              </p:par>
                              <p:par>
                                <p:cTn id="154" presetID="10" presetClass="entr" presetSubtype="0" fill="hold" nodeType="withEffect">
                                  <p:stCondLst>
                                    <p:cond delay="1720"/>
                                  </p:stCondLst>
                                  <p:childTnLst>
                                    <p:animEffect transition="in" filter="fade">
                                      <p:cBhvr>
                                        <p:cTn id="155" dur="124"/>
                                        <p:tgtEl>
                                          <p:spTgt spid="14024"/>
                                        </p:tgtEl>
                                      </p:cBhvr>
                                    </p:animEffect>
                                    <p:set>
                                      <p:cBhvr>
                                        <p:cTn id="156" dur="1" fill="hold">
                                          <p:stCondLst>
                                            <p:cond delay="0"/>
                                          </p:stCondLst>
                                        </p:cTn>
                                        <p:tgtEl>
                                          <p:spTgt spid="14024"/>
                                        </p:tgtEl>
                                        <p:attrNameLst>
                                          <p:attrName>style.visibility</p:attrName>
                                        </p:attrNameLst>
                                      </p:cBhvr>
                                      <p:to>
                                        <p:strVal val="visible"/>
                                      </p:to>
                                    </p:set>
                                  </p:childTnLst>
                                </p:cTn>
                              </p:par>
                              <p:par>
                                <p:cTn id="157" presetID="10" presetClass="entr" presetSubtype="0" fill="hold" nodeType="withEffect">
                                  <p:stCondLst>
                                    <p:cond delay="1720"/>
                                  </p:stCondLst>
                                  <p:childTnLst>
                                    <p:animEffect transition="in" filter="fade">
                                      <p:cBhvr>
                                        <p:cTn id="158" dur="124"/>
                                        <p:tgtEl>
                                          <p:spTgt spid="14025"/>
                                        </p:tgtEl>
                                      </p:cBhvr>
                                    </p:animEffect>
                                    <p:set>
                                      <p:cBhvr>
                                        <p:cTn id="159" dur="1" fill="hold">
                                          <p:stCondLst>
                                            <p:cond delay="0"/>
                                          </p:stCondLst>
                                        </p:cTn>
                                        <p:tgtEl>
                                          <p:spTgt spid="14025"/>
                                        </p:tgtEl>
                                        <p:attrNameLst>
                                          <p:attrName>style.visibility</p:attrName>
                                        </p:attrNameLst>
                                      </p:cBhvr>
                                      <p:to>
                                        <p:strVal val="visible"/>
                                      </p:to>
                                    </p:set>
                                  </p:childTnLst>
                                </p:cTn>
                              </p:par>
                              <p:par>
                                <p:cTn id="160" presetID="10" presetClass="entr" presetSubtype="0" fill="hold" nodeType="withEffect">
                                  <p:stCondLst>
                                    <p:cond delay="1720"/>
                                  </p:stCondLst>
                                  <p:childTnLst>
                                    <p:animEffect transition="in" filter="fade">
                                      <p:cBhvr>
                                        <p:cTn id="161" dur="124"/>
                                        <p:tgtEl>
                                          <p:spTgt spid="14026"/>
                                        </p:tgtEl>
                                      </p:cBhvr>
                                    </p:animEffect>
                                    <p:set>
                                      <p:cBhvr>
                                        <p:cTn id="162" dur="1" fill="hold">
                                          <p:stCondLst>
                                            <p:cond delay="0"/>
                                          </p:stCondLst>
                                        </p:cTn>
                                        <p:tgtEl>
                                          <p:spTgt spid="14026"/>
                                        </p:tgtEl>
                                        <p:attrNameLst>
                                          <p:attrName>style.visibility</p:attrName>
                                        </p:attrNameLst>
                                      </p:cBhvr>
                                      <p:to>
                                        <p:strVal val="visible"/>
                                      </p:to>
                                    </p:set>
                                  </p:childTnLst>
                                </p:cTn>
                              </p:par>
                              <p:par>
                                <p:cTn id="163" presetID="10" presetClass="entr" presetSubtype="0" fill="hold" nodeType="withEffect">
                                  <p:stCondLst>
                                    <p:cond delay="1720"/>
                                  </p:stCondLst>
                                  <p:childTnLst>
                                    <p:animEffect transition="in" filter="fade">
                                      <p:cBhvr>
                                        <p:cTn id="164" dur="124"/>
                                        <p:tgtEl>
                                          <p:spTgt spid="14027"/>
                                        </p:tgtEl>
                                      </p:cBhvr>
                                    </p:animEffect>
                                    <p:set>
                                      <p:cBhvr>
                                        <p:cTn id="165" dur="1" fill="hold">
                                          <p:stCondLst>
                                            <p:cond delay="0"/>
                                          </p:stCondLst>
                                        </p:cTn>
                                        <p:tgtEl>
                                          <p:spTgt spid="14027"/>
                                        </p:tgtEl>
                                        <p:attrNameLst>
                                          <p:attrName>style.visibility</p:attrName>
                                        </p:attrNameLst>
                                      </p:cBhvr>
                                      <p:to>
                                        <p:strVal val="visible"/>
                                      </p:to>
                                    </p:set>
                                  </p:childTnLst>
                                </p:cTn>
                              </p:par>
                              <p:par>
                                <p:cTn id="166" presetID="10" presetClass="entr" presetSubtype="0" fill="hold" nodeType="withEffect">
                                  <p:stCondLst>
                                    <p:cond delay="1720"/>
                                  </p:stCondLst>
                                  <p:childTnLst>
                                    <p:animEffect transition="in" filter="fade">
                                      <p:cBhvr>
                                        <p:cTn id="167" dur="124"/>
                                        <p:tgtEl>
                                          <p:spTgt spid="14028"/>
                                        </p:tgtEl>
                                      </p:cBhvr>
                                    </p:animEffect>
                                    <p:set>
                                      <p:cBhvr>
                                        <p:cTn id="168" dur="1" fill="hold">
                                          <p:stCondLst>
                                            <p:cond delay="0"/>
                                          </p:stCondLst>
                                        </p:cTn>
                                        <p:tgtEl>
                                          <p:spTgt spid="14028"/>
                                        </p:tgtEl>
                                        <p:attrNameLst>
                                          <p:attrName>style.visibility</p:attrName>
                                        </p:attrNameLst>
                                      </p:cBhvr>
                                      <p:to>
                                        <p:strVal val="visible"/>
                                      </p:to>
                                    </p:set>
                                  </p:childTnLst>
                                </p:cTn>
                              </p:par>
                              <p:par>
                                <p:cTn id="169" presetID="10" presetClass="entr" presetSubtype="0" fill="hold" nodeType="withEffect">
                                  <p:stCondLst>
                                    <p:cond delay="1720"/>
                                  </p:stCondLst>
                                  <p:childTnLst>
                                    <p:animEffect transition="in" filter="fade">
                                      <p:cBhvr>
                                        <p:cTn id="170" dur="124"/>
                                        <p:tgtEl>
                                          <p:spTgt spid="14029"/>
                                        </p:tgtEl>
                                      </p:cBhvr>
                                    </p:animEffect>
                                    <p:set>
                                      <p:cBhvr>
                                        <p:cTn id="171" dur="1" fill="hold">
                                          <p:stCondLst>
                                            <p:cond delay="0"/>
                                          </p:stCondLst>
                                        </p:cTn>
                                        <p:tgtEl>
                                          <p:spTgt spid="14029"/>
                                        </p:tgtEl>
                                        <p:attrNameLst>
                                          <p:attrName>style.visibility</p:attrName>
                                        </p:attrNameLst>
                                      </p:cBhvr>
                                      <p:to>
                                        <p:strVal val="visible"/>
                                      </p:to>
                                    </p:set>
                                  </p:childTnLst>
                                </p:cTn>
                              </p:par>
                              <p:par>
                                <p:cTn id="172" presetID="10" presetClass="entr" presetSubtype="0" fill="hold" nodeType="withEffect">
                                  <p:stCondLst>
                                    <p:cond delay="1720"/>
                                  </p:stCondLst>
                                  <p:childTnLst>
                                    <p:animEffect transition="in" filter="fade">
                                      <p:cBhvr>
                                        <p:cTn id="173" dur="124"/>
                                        <p:tgtEl>
                                          <p:spTgt spid="14030"/>
                                        </p:tgtEl>
                                      </p:cBhvr>
                                    </p:animEffect>
                                    <p:set>
                                      <p:cBhvr>
                                        <p:cTn id="174" dur="1" fill="hold">
                                          <p:stCondLst>
                                            <p:cond delay="0"/>
                                          </p:stCondLst>
                                        </p:cTn>
                                        <p:tgtEl>
                                          <p:spTgt spid="14030"/>
                                        </p:tgtEl>
                                        <p:attrNameLst>
                                          <p:attrName>style.visibility</p:attrName>
                                        </p:attrNameLst>
                                      </p:cBhvr>
                                      <p:to>
                                        <p:strVal val="visible"/>
                                      </p:to>
                                    </p:set>
                                  </p:childTnLst>
                                </p:cTn>
                              </p:par>
                              <p:par>
                                <p:cTn id="175" presetID="10" presetClass="entr" presetSubtype="0" fill="hold" nodeType="withEffect">
                                  <p:stCondLst>
                                    <p:cond delay="1720"/>
                                  </p:stCondLst>
                                  <p:childTnLst>
                                    <p:animEffect transition="in" filter="fade">
                                      <p:cBhvr>
                                        <p:cTn id="176" dur="124"/>
                                        <p:tgtEl>
                                          <p:spTgt spid="14031"/>
                                        </p:tgtEl>
                                      </p:cBhvr>
                                    </p:animEffect>
                                    <p:set>
                                      <p:cBhvr>
                                        <p:cTn id="177" dur="1" fill="hold">
                                          <p:stCondLst>
                                            <p:cond delay="0"/>
                                          </p:stCondLst>
                                        </p:cTn>
                                        <p:tgtEl>
                                          <p:spTgt spid="14031"/>
                                        </p:tgtEl>
                                        <p:attrNameLst>
                                          <p:attrName>style.visibility</p:attrName>
                                        </p:attrNameLst>
                                      </p:cBhvr>
                                      <p:to>
                                        <p:strVal val="visible"/>
                                      </p:to>
                                    </p:set>
                                  </p:childTnLst>
                                </p:cTn>
                              </p:par>
                              <p:par>
                                <p:cTn id="178" presetID="10" presetClass="entr" presetSubtype="0" fill="hold" nodeType="withEffect">
                                  <p:stCondLst>
                                    <p:cond delay="1720"/>
                                  </p:stCondLst>
                                  <p:childTnLst>
                                    <p:animEffect transition="in" filter="fade">
                                      <p:cBhvr>
                                        <p:cTn id="179" dur="124"/>
                                        <p:tgtEl>
                                          <p:spTgt spid="14032"/>
                                        </p:tgtEl>
                                      </p:cBhvr>
                                    </p:animEffect>
                                    <p:set>
                                      <p:cBhvr>
                                        <p:cTn id="180" dur="1" fill="hold">
                                          <p:stCondLst>
                                            <p:cond delay="0"/>
                                          </p:stCondLst>
                                        </p:cTn>
                                        <p:tgtEl>
                                          <p:spTgt spid="14032"/>
                                        </p:tgtEl>
                                        <p:attrNameLst>
                                          <p:attrName>style.visibility</p:attrName>
                                        </p:attrNameLst>
                                      </p:cBhvr>
                                      <p:to>
                                        <p:strVal val="visible"/>
                                      </p:to>
                                    </p:set>
                                  </p:childTnLst>
                                </p:cTn>
                              </p:par>
                              <p:par>
                                <p:cTn id="181" presetID="10" presetClass="entr" presetSubtype="0" fill="hold" nodeType="withEffect">
                                  <p:stCondLst>
                                    <p:cond delay="1720"/>
                                  </p:stCondLst>
                                  <p:childTnLst>
                                    <p:animEffect transition="in" filter="fade">
                                      <p:cBhvr>
                                        <p:cTn id="182" dur="124"/>
                                        <p:tgtEl>
                                          <p:spTgt spid="14033"/>
                                        </p:tgtEl>
                                      </p:cBhvr>
                                    </p:animEffect>
                                    <p:set>
                                      <p:cBhvr>
                                        <p:cTn id="183" dur="1" fill="hold">
                                          <p:stCondLst>
                                            <p:cond delay="0"/>
                                          </p:stCondLst>
                                        </p:cTn>
                                        <p:tgtEl>
                                          <p:spTgt spid="14033"/>
                                        </p:tgtEl>
                                        <p:attrNameLst>
                                          <p:attrName>style.visibility</p:attrName>
                                        </p:attrNameLst>
                                      </p:cBhvr>
                                      <p:to>
                                        <p:strVal val="visible"/>
                                      </p:to>
                                    </p:set>
                                  </p:childTnLst>
                                </p:cTn>
                              </p:par>
                              <p:par>
                                <p:cTn id="184" presetID="10" presetClass="entr" presetSubtype="0" fill="hold" nodeType="withEffect">
                                  <p:stCondLst>
                                    <p:cond delay="1720"/>
                                  </p:stCondLst>
                                  <p:childTnLst>
                                    <p:animEffect transition="in" filter="fade">
                                      <p:cBhvr>
                                        <p:cTn id="185" dur="124"/>
                                        <p:tgtEl>
                                          <p:spTgt spid="14034"/>
                                        </p:tgtEl>
                                      </p:cBhvr>
                                    </p:animEffect>
                                    <p:set>
                                      <p:cBhvr>
                                        <p:cTn id="186" dur="1" fill="hold">
                                          <p:stCondLst>
                                            <p:cond delay="0"/>
                                          </p:stCondLst>
                                        </p:cTn>
                                        <p:tgtEl>
                                          <p:spTgt spid="14034"/>
                                        </p:tgtEl>
                                        <p:attrNameLst>
                                          <p:attrName>style.visibility</p:attrName>
                                        </p:attrNameLst>
                                      </p:cBhvr>
                                      <p:to>
                                        <p:strVal val="visible"/>
                                      </p:to>
                                    </p:set>
                                  </p:childTnLst>
                                </p:cTn>
                              </p:par>
                              <p:par>
                                <p:cTn id="187" presetID="0" presetClass="path" presetSubtype="0" fill="hold" nodeType="withEffect">
                                  <p:stCondLst>
                                    <p:cond delay="2114"/>
                                  </p:stCondLst>
                                  <p:childTnLst>
                                    <p:animMotion origin="layout" path="M 0 0 L 0.118055556 0.000000000 E" pathEditMode="relative" rAng="0">
                                      <p:cBhvr>
                                        <p:cTn id="188" dur="497" accel="20000" decel="20000" fill="hold"/>
                                        <p:tgtEl>
                                          <p:spTgt spid="14023"/>
                                        </p:tgtEl>
                                        <p:attrNameLst>
                                          <p:attrName>ppt_x</p:attrName>
                                          <p:attrName>ppt_y</p:attrName>
                                        </p:attrNameLst>
                                      </p:cBhvr>
                                      <p:rCtr x="0" y="0"/>
                                    </p:animMotion>
                                  </p:childTnLst>
                                </p:cTn>
                              </p:par>
                              <p:par>
                                <p:cTn id="189" presetID="10" presetClass="exit" presetSubtype="0" fill="hold" nodeType="withEffect">
                                  <p:stCondLst>
                                    <p:cond delay="2508"/>
                                  </p:stCondLst>
                                  <p:childTnLst>
                                    <p:animEffect transition="out" filter="fade">
                                      <p:cBhvr>
                                        <p:cTn id="190" dur="104"/>
                                        <p:tgtEl>
                                          <p:spTgt spid="14023"/>
                                        </p:tgtEl>
                                      </p:cBhvr>
                                    </p:animEffect>
                                    <p:set>
                                      <p:cBhvr>
                                        <p:cTn id="191" dur="1" fill="hold">
                                          <p:stCondLst>
                                            <p:cond delay="103"/>
                                          </p:stCondLst>
                                        </p:cTn>
                                        <p:tgtEl>
                                          <p:spTgt spid="14023"/>
                                        </p:tgtEl>
                                        <p:attrNameLst>
                                          <p:attrName>style.visibility</p:attrName>
                                        </p:attrNameLst>
                                      </p:cBhvr>
                                      <p:to>
                                        <p:strVal val="hidden"/>
                                      </p:to>
                                    </p:set>
                                  </p:childTnLst>
                                </p:cTn>
                              </p:par>
                              <p:par>
                                <p:cTn id="192" presetID="0" presetClass="path" presetSubtype="0" fill="hold" nodeType="withEffect">
                                  <p:stCondLst>
                                    <p:cond delay="2114"/>
                                  </p:stCondLst>
                                  <p:childTnLst>
                                    <p:animMotion origin="layout" path="M 0 0 L 0.137500000 0.000000000 E" pathEditMode="relative" rAng="0">
                                      <p:cBhvr>
                                        <p:cTn id="193" dur="497" accel="20000" decel="20000" fill="hold"/>
                                        <p:tgtEl>
                                          <p:spTgt spid="14024"/>
                                        </p:tgtEl>
                                        <p:attrNameLst>
                                          <p:attrName>ppt_x</p:attrName>
                                          <p:attrName>ppt_y</p:attrName>
                                        </p:attrNameLst>
                                      </p:cBhvr>
                                      <p:rCtr x="0" y="0"/>
                                    </p:animMotion>
                                  </p:childTnLst>
                                </p:cTn>
                              </p:par>
                              <p:par>
                                <p:cTn id="194" presetID="10" presetClass="exit" presetSubtype="0" fill="hold" nodeType="withEffect">
                                  <p:stCondLst>
                                    <p:cond delay="2508"/>
                                  </p:stCondLst>
                                  <p:childTnLst>
                                    <p:animEffect transition="out" filter="fade">
                                      <p:cBhvr>
                                        <p:cTn id="195" dur="104"/>
                                        <p:tgtEl>
                                          <p:spTgt spid="14024"/>
                                        </p:tgtEl>
                                      </p:cBhvr>
                                    </p:animEffect>
                                    <p:set>
                                      <p:cBhvr>
                                        <p:cTn id="196" dur="1" fill="hold">
                                          <p:stCondLst>
                                            <p:cond delay="103"/>
                                          </p:stCondLst>
                                        </p:cTn>
                                        <p:tgtEl>
                                          <p:spTgt spid="14024"/>
                                        </p:tgtEl>
                                        <p:attrNameLst>
                                          <p:attrName>style.visibility</p:attrName>
                                        </p:attrNameLst>
                                      </p:cBhvr>
                                      <p:to>
                                        <p:strVal val="hidden"/>
                                      </p:to>
                                    </p:set>
                                  </p:childTnLst>
                                </p:cTn>
                              </p:par>
                              <p:par>
                                <p:cTn id="197" presetID="10" presetClass="exit" presetSubtype="0" fill="hold" nodeType="withEffect">
                                  <p:stCondLst>
                                    <p:cond delay="2508"/>
                                  </p:stCondLst>
                                  <p:childTnLst>
                                    <p:animEffect transition="out" filter="fade">
                                      <p:cBhvr>
                                        <p:cTn id="198" dur="104"/>
                                        <p:tgtEl>
                                          <p:spTgt spid="14025"/>
                                        </p:tgtEl>
                                      </p:cBhvr>
                                    </p:animEffect>
                                    <p:set>
                                      <p:cBhvr>
                                        <p:cTn id="199" dur="1" fill="hold">
                                          <p:stCondLst>
                                            <p:cond delay="103"/>
                                          </p:stCondLst>
                                        </p:cTn>
                                        <p:tgtEl>
                                          <p:spTgt spid="14025"/>
                                        </p:tgtEl>
                                        <p:attrNameLst>
                                          <p:attrName>style.visibility</p:attrName>
                                        </p:attrNameLst>
                                      </p:cBhvr>
                                      <p:to>
                                        <p:strVal val="hidden"/>
                                      </p:to>
                                    </p:set>
                                  </p:childTnLst>
                                </p:cTn>
                              </p:par>
                              <p:par>
                                <p:cTn id="200" presetID="10" presetClass="exit" presetSubtype="0" fill="hold" nodeType="withEffect">
                                  <p:stCondLst>
                                    <p:cond delay="2508"/>
                                  </p:stCondLst>
                                  <p:childTnLst>
                                    <p:animEffect transition="out" filter="fade">
                                      <p:cBhvr>
                                        <p:cTn id="201" dur="104"/>
                                        <p:tgtEl>
                                          <p:spTgt spid="14026"/>
                                        </p:tgtEl>
                                      </p:cBhvr>
                                    </p:animEffect>
                                    <p:set>
                                      <p:cBhvr>
                                        <p:cTn id="202" dur="1" fill="hold">
                                          <p:stCondLst>
                                            <p:cond delay="103"/>
                                          </p:stCondLst>
                                        </p:cTn>
                                        <p:tgtEl>
                                          <p:spTgt spid="14026"/>
                                        </p:tgtEl>
                                        <p:attrNameLst>
                                          <p:attrName>style.visibility</p:attrName>
                                        </p:attrNameLst>
                                      </p:cBhvr>
                                      <p:to>
                                        <p:strVal val="hidden"/>
                                      </p:to>
                                    </p:set>
                                  </p:childTnLst>
                                </p:cTn>
                              </p:par>
                              <p:par>
                                <p:cTn id="203" presetID="10" presetClass="exit" presetSubtype="0" fill="hold" nodeType="withEffect">
                                  <p:stCondLst>
                                    <p:cond delay="2114"/>
                                  </p:stCondLst>
                                  <p:childTnLst>
                                    <p:animEffect transition="out" filter="fade">
                                      <p:cBhvr>
                                        <p:cTn id="204" dur="104"/>
                                        <p:tgtEl>
                                          <p:spTgt spid="14027"/>
                                        </p:tgtEl>
                                      </p:cBhvr>
                                    </p:animEffect>
                                    <p:set>
                                      <p:cBhvr>
                                        <p:cTn id="205" dur="1" fill="hold">
                                          <p:stCondLst>
                                            <p:cond delay="103"/>
                                          </p:stCondLst>
                                        </p:cTn>
                                        <p:tgtEl>
                                          <p:spTgt spid="14027"/>
                                        </p:tgtEl>
                                        <p:attrNameLst>
                                          <p:attrName>style.visibility</p:attrName>
                                        </p:attrNameLst>
                                      </p:cBhvr>
                                      <p:to>
                                        <p:strVal val="hidden"/>
                                      </p:to>
                                    </p:set>
                                  </p:childTnLst>
                                </p:cTn>
                              </p:par>
                              <p:par>
                                <p:cTn id="206" presetID="10" presetClass="exit" presetSubtype="0" fill="hold" nodeType="withEffect">
                                  <p:stCondLst>
                                    <p:cond delay="2508"/>
                                  </p:stCondLst>
                                  <p:childTnLst>
                                    <p:animEffect transition="out" filter="fade">
                                      <p:cBhvr>
                                        <p:cTn id="207" dur="104"/>
                                        <p:tgtEl>
                                          <p:spTgt spid="14028"/>
                                        </p:tgtEl>
                                      </p:cBhvr>
                                    </p:animEffect>
                                    <p:set>
                                      <p:cBhvr>
                                        <p:cTn id="208" dur="1" fill="hold">
                                          <p:stCondLst>
                                            <p:cond delay="103"/>
                                          </p:stCondLst>
                                        </p:cTn>
                                        <p:tgtEl>
                                          <p:spTgt spid="14028"/>
                                        </p:tgtEl>
                                        <p:attrNameLst>
                                          <p:attrName>style.visibility</p:attrName>
                                        </p:attrNameLst>
                                      </p:cBhvr>
                                      <p:to>
                                        <p:strVal val="hidden"/>
                                      </p:to>
                                    </p:set>
                                  </p:childTnLst>
                                </p:cTn>
                              </p:par>
                              <p:par>
                                <p:cTn id="209"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0" dur="497" accel="20000" decel="20000" fill="hold"/>
                                        <p:tgtEl>
                                          <p:spTgt spid="14029"/>
                                        </p:tgtEl>
                                        <p:attrNameLst>
                                          <p:attrName>ppt_x</p:attrName>
                                          <p:attrName>ppt_y</p:attrName>
                                        </p:attrNameLst>
                                      </p:cBhvr>
                                      <p:rCtr x="0" y="0"/>
                                    </p:animMotion>
                                  </p:childTnLst>
                                </p:cTn>
                              </p:par>
                              <p:par>
                                <p:cTn id="211" presetID="10" presetClass="exit" presetSubtype="0" fill="hold" nodeType="withEffect">
                                  <p:stCondLst>
                                    <p:cond delay="2508"/>
                                  </p:stCondLst>
                                  <p:childTnLst>
                                    <p:animEffect transition="out" filter="fade">
                                      <p:cBhvr>
                                        <p:cTn id="212" dur="104"/>
                                        <p:tgtEl>
                                          <p:spTgt spid="14029"/>
                                        </p:tgtEl>
                                      </p:cBhvr>
                                    </p:animEffect>
                                    <p:set>
                                      <p:cBhvr>
                                        <p:cTn id="213" dur="1" fill="hold">
                                          <p:stCondLst>
                                            <p:cond delay="103"/>
                                          </p:stCondLst>
                                        </p:cTn>
                                        <p:tgtEl>
                                          <p:spTgt spid="14029"/>
                                        </p:tgtEl>
                                        <p:attrNameLst>
                                          <p:attrName>style.visibility</p:attrName>
                                        </p:attrNameLst>
                                      </p:cBhvr>
                                      <p:to>
                                        <p:strVal val="hidden"/>
                                      </p:to>
                                    </p:set>
                                  </p:childTnLst>
                                </p:cTn>
                              </p:par>
                              <p:par>
                                <p:cTn id="214"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5" dur="497" accel="20000" decel="20000" fill="hold"/>
                                        <p:tgtEl>
                                          <p:spTgt spid="14030"/>
                                        </p:tgtEl>
                                        <p:attrNameLst>
                                          <p:attrName>ppt_x</p:attrName>
                                          <p:attrName>ppt_y</p:attrName>
                                        </p:attrNameLst>
                                      </p:cBhvr>
                                      <p:rCtr x="0" y="0"/>
                                    </p:animMotion>
                                  </p:childTnLst>
                                </p:cTn>
                              </p:par>
                              <p:par>
                                <p:cTn id="216" presetID="10" presetClass="exit" presetSubtype="0" fill="hold" nodeType="withEffect">
                                  <p:stCondLst>
                                    <p:cond delay="2508"/>
                                  </p:stCondLst>
                                  <p:childTnLst>
                                    <p:animEffect transition="out" filter="fade">
                                      <p:cBhvr>
                                        <p:cTn id="217" dur="104"/>
                                        <p:tgtEl>
                                          <p:spTgt spid="14030"/>
                                        </p:tgtEl>
                                      </p:cBhvr>
                                    </p:animEffect>
                                    <p:set>
                                      <p:cBhvr>
                                        <p:cTn id="218" dur="1" fill="hold">
                                          <p:stCondLst>
                                            <p:cond delay="103"/>
                                          </p:stCondLst>
                                        </p:cTn>
                                        <p:tgtEl>
                                          <p:spTgt spid="14030"/>
                                        </p:tgtEl>
                                        <p:attrNameLst>
                                          <p:attrName>style.visibility</p:attrName>
                                        </p:attrNameLst>
                                      </p:cBhvr>
                                      <p:to>
                                        <p:strVal val="hidden"/>
                                      </p:to>
                                    </p:set>
                                  </p:childTnLst>
                                </p:cTn>
                              </p:par>
                              <p:par>
                                <p:cTn id="219"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0" dur="497" accel="20000" decel="20000" fill="hold"/>
                                        <p:tgtEl>
                                          <p:spTgt spid="14031"/>
                                        </p:tgtEl>
                                        <p:attrNameLst>
                                          <p:attrName>ppt_x</p:attrName>
                                          <p:attrName>ppt_y</p:attrName>
                                        </p:attrNameLst>
                                      </p:cBhvr>
                                      <p:rCtr x="0" y="0"/>
                                    </p:animMotion>
                                  </p:childTnLst>
                                </p:cTn>
                              </p:par>
                              <p:par>
                                <p:cTn id="221" presetID="10" presetClass="exit" presetSubtype="0" fill="hold" nodeType="withEffect">
                                  <p:stCondLst>
                                    <p:cond delay="2508"/>
                                  </p:stCondLst>
                                  <p:childTnLst>
                                    <p:animEffect transition="out" filter="fade">
                                      <p:cBhvr>
                                        <p:cTn id="222" dur="104"/>
                                        <p:tgtEl>
                                          <p:spTgt spid="14031"/>
                                        </p:tgtEl>
                                      </p:cBhvr>
                                    </p:animEffect>
                                    <p:set>
                                      <p:cBhvr>
                                        <p:cTn id="223" dur="1" fill="hold">
                                          <p:stCondLst>
                                            <p:cond delay="103"/>
                                          </p:stCondLst>
                                        </p:cTn>
                                        <p:tgtEl>
                                          <p:spTgt spid="14031"/>
                                        </p:tgtEl>
                                        <p:attrNameLst>
                                          <p:attrName>style.visibility</p:attrName>
                                        </p:attrNameLst>
                                      </p:cBhvr>
                                      <p:to>
                                        <p:strVal val="hidden"/>
                                      </p:to>
                                    </p:set>
                                  </p:childTnLst>
                                </p:cTn>
                              </p:par>
                              <p:par>
                                <p:cTn id="224"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5" dur="497" accel="20000" decel="20000" fill="hold"/>
                                        <p:tgtEl>
                                          <p:spTgt spid="14032"/>
                                        </p:tgtEl>
                                        <p:attrNameLst>
                                          <p:attrName>ppt_x</p:attrName>
                                          <p:attrName>ppt_y</p:attrName>
                                        </p:attrNameLst>
                                      </p:cBhvr>
                                      <p:rCtr x="0" y="0"/>
                                    </p:animMotion>
                                  </p:childTnLst>
                                </p:cTn>
                              </p:par>
                              <p:par>
                                <p:cTn id="226" presetID="10" presetClass="exit" presetSubtype="0" fill="hold" nodeType="withEffect">
                                  <p:stCondLst>
                                    <p:cond delay="2508"/>
                                  </p:stCondLst>
                                  <p:childTnLst>
                                    <p:animEffect transition="out" filter="fade">
                                      <p:cBhvr>
                                        <p:cTn id="227" dur="104"/>
                                        <p:tgtEl>
                                          <p:spTgt spid="14032"/>
                                        </p:tgtEl>
                                      </p:cBhvr>
                                    </p:animEffect>
                                    <p:set>
                                      <p:cBhvr>
                                        <p:cTn id="228" dur="1" fill="hold">
                                          <p:stCondLst>
                                            <p:cond delay="103"/>
                                          </p:stCondLst>
                                        </p:cTn>
                                        <p:tgtEl>
                                          <p:spTgt spid="14032"/>
                                        </p:tgtEl>
                                        <p:attrNameLst>
                                          <p:attrName>style.visibility</p:attrName>
                                        </p:attrNameLst>
                                      </p:cBhvr>
                                      <p:to>
                                        <p:strVal val="hidden"/>
                                      </p:to>
                                    </p:set>
                                  </p:childTnLst>
                                </p:cTn>
                              </p:par>
                              <p:par>
                                <p:cTn id="229" presetID="10" presetClass="exit" presetSubtype="0" fill="hold" nodeType="withEffect">
                                  <p:stCondLst>
                                    <p:cond delay="2508"/>
                                  </p:stCondLst>
                                  <p:childTnLst>
                                    <p:animEffect transition="out" filter="fade">
                                      <p:cBhvr>
                                        <p:cTn id="230" dur="104"/>
                                        <p:tgtEl>
                                          <p:spTgt spid="14033"/>
                                        </p:tgtEl>
                                      </p:cBhvr>
                                    </p:animEffect>
                                    <p:set>
                                      <p:cBhvr>
                                        <p:cTn id="231" dur="1" fill="hold">
                                          <p:stCondLst>
                                            <p:cond delay="103"/>
                                          </p:stCondLst>
                                        </p:cTn>
                                        <p:tgtEl>
                                          <p:spTgt spid="14033"/>
                                        </p:tgtEl>
                                        <p:attrNameLst>
                                          <p:attrName>style.visibility</p:attrName>
                                        </p:attrNameLst>
                                      </p:cBhvr>
                                      <p:to>
                                        <p:strVal val="hidden"/>
                                      </p:to>
                                    </p:set>
                                  </p:childTnLst>
                                </p:cTn>
                              </p:par>
                              <p:par>
                                <p:cTn id="232" presetID="10" presetClass="exit" presetSubtype="0" fill="hold" nodeType="withEffect">
                                  <p:stCondLst>
                                    <p:cond delay="2508"/>
                                  </p:stCondLst>
                                  <p:childTnLst>
                                    <p:animEffect transition="out" filter="fade">
                                      <p:cBhvr>
                                        <p:cTn id="233" dur="104"/>
                                        <p:tgtEl>
                                          <p:spTgt spid="14034"/>
                                        </p:tgtEl>
                                      </p:cBhvr>
                                    </p:animEffect>
                                    <p:set>
                                      <p:cBhvr>
                                        <p:cTn id="234" dur="1" fill="hold">
                                          <p:stCondLst>
                                            <p:cond delay="103"/>
                                          </p:stCondLst>
                                        </p:cTn>
                                        <p:tgtEl>
                                          <p:spTgt spid="14034"/>
                                        </p:tgtEl>
                                        <p:attrNameLst>
                                          <p:attrName>style.visibility</p:attrName>
                                        </p:attrNameLst>
                                      </p:cBhvr>
                                      <p:to>
                                        <p:strVal val="hidden"/>
                                      </p:to>
                                    </p:set>
                                  </p:childTnLst>
                                </p:cTn>
                              </p:par>
                              <p:par>
                                <p:cTn id="235" presetID="10" presetClass="entr" presetSubtype="0" fill="hold" nodeType="withEffect">
                                  <p:stCondLst>
                                    <p:cond delay="2508"/>
                                  </p:stCondLst>
                                  <p:childTnLst>
                                    <p:animEffect transition="in" filter="fade">
                                      <p:cBhvr>
                                        <p:cTn id="236" dur="124"/>
                                        <p:tgtEl>
                                          <p:spTgt spid="14036"/>
                                        </p:tgtEl>
                                      </p:cBhvr>
                                    </p:animEffect>
                                    <p:set>
                                      <p:cBhvr>
                                        <p:cTn id="237" dur="1" fill="hold">
                                          <p:stCondLst>
                                            <p:cond delay="0"/>
                                          </p:stCondLst>
                                        </p:cTn>
                                        <p:tgtEl>
                                          <p:spTgt spid="14036"/>
                                        </p:tgtEl>
                                        <p:attrNameLst>
                                          <p:attrName>style.visibility</p:attrName>
                                        </p:attrNameLst>
                                      </p:cBhvr>
                                      <p:to>
                                        <p:strVal val="visible"/>
                                      </p:to>
                                    </p:set>
                                  </p:childTnLst>
                                </p:cTn>
                              </p:par>
                              <p:par>
                                <p:cTn id="238" presetID="10" presetClass="entr" presetSubtype="0" fill="hold" nodeType="withEffect">
                                  <p:stCondLst>
                                    <p:cond delay="2508"/>
                                  </p:stCondLst>
                                  <p:childTnLst>
                                    <p:animEffect transition="in" filter="fade">
                                      <p:cBhvr>
                                        <p:cTn id="239" dur="124"/>
                                        <p:tgtEl>
                                          <p:spTgt spid="14037"/>
                                        </p:tgtEl>
                                      </p:cBhvr>
                                    </p:animEffect>
                                    <p:set>
                                      <p:cBhvr>
                                        <p:cTn id="240" dur="1" fill="hold">
                                          <p:stCondLst>
                                            <p:cond delay="0"/>
                                          </p:stCondLst>
                                        </p:cTn>
                                        <p:tgtEl>
                                          <p:spTgt spid="14037"/>
                                        </p:tgtEl>
                                        <p:attrNameLst>
                                          <p:attrName>style.visibility</p:attrName>
                                        </p:attrNameLst>
                                      </p:cBhvr>
                                      <p:to>
                                        <p:strVal val="visible"/>
                                      </p:to>
                                    </p:set>
                                  </p:childTnLst>
                                </p:cTn>
                              </p:par>
                              <p:par>
                                <p:cTn id="241" presetID="10" presetClass="entr" presetSubtype="0" fill="hold" nodeType="withEffect">
                                  <p:stCondLst>
                                    <p:cond delay="2508"/>
                                  </p:stCondLst>
                                  <p:childTnLst>
                                    <p:animEffect transition="in" filter="fade">
                                      <p:cBhvr>
                                        <p:cTn id="242" dur="124"/>
                                        <p:tgtEl>
                                          <p:spTgt spid="14038"/>
                                        </p:tgtEl>
                                      </p:cBhvr>
                                    </p:animEffect>
                                    <p:set>
                                      <p:cBhvr>
                                        <p:cTn id="243" dur="1" fill="hold">
                                          <p:stCondLst>
                                            <p:cond delay="0"/>
                                          </p:stCondLst>
                                        </p:cTn>
                                        <p:tgtEl>
                                          <p:spTgt spid="14038"/>
                                        </p:tgtEl>
                                        <p:attrNameLst>
                                          <p:attrName>style.visibility</p:attrName>
                                        </p:attrNameLst>
                                      </p:cBhvr>
                                      <p:to>
                                        <p:strVal val="visible"/>
                                      </p:to>
                                    </p:set>
                                  </p:childTnLst>
                                </p:cTn>
                              </p:par>
                              <p:par>
                                <p:cTn id="244" presetID="10" presetClass="entr" presetSubtype="0" fill="hold" nodeType="withEffect">
                                  <p:stCondLst>
                                    <p:cond delay="2508"/>
                                  </p:stCondLst>
                                  <p:childTnLst>
                                    <p:animEffect transition="in" filter="fade">
                                      <p:cBhvr>
                                        <p:cTn id="245" dur="124"/>
                                        <p:tgtEl>
                                          <p:spTgt spid="14039"/>
                                        </p:tgtEl>
                                      </p:cBhvr>
                                    </p:animEffect>
                                    <p:set>
                                      <p:cBhvr>
                                        <p:cTn id="246" dur="1" fill="hold">
                                          <p:stCondLst>
                                            <p:cond delay="0"/>
                                          </p:stCondLst>
                                        </p:cTn>
                                        <p:tgtEl>
                                          <p:spTgt spid="14039"/>
                                        </p:tgtEl>
                                        <p:attrNameLst>
                                          <p:attrName>style.visibility</p:attrName>
                                        </p:attrNameLst>
                                      </p:cBhvr>
                                      <p:to>
                                        <p:strVal val="visible"/>
                                      </p:to>
                                    </p:set>
                                  </p:childTnLst>
                                </p:cTn>
                              </p:par>
                              <p:par>
                                <p:cTn id="247" presetID="10" presetClass="entr" presetSubtype="0" fill="hold" nodeType="withEffect">
                                  <p:stCondLst>
                                    <p:cond delay="2508"/>
                                  </p:stCondLst>
                                  <p:childTnLst>
                                    <p:animEffect transition="in" filter="fade">
                                      <p:cBhvr>
                                        <p:cTn id="248" dur="124"/>
                                        <p:tgtEl>
                                          <p:spTgt spid="14040"/>
                                        </p:tgtEl>
                                      </p:cBhvr>
                                    </p:animEffect>
                                    <p:set>
                                      <p:cBhvr>
                                        <p:cTn id="249" dur="1" fill="hold">
                                          <p:stCondLst>
                                            <p:cond delay="0"/>
                                          </p:stCondLst>
                                        </p:cTn>
                                        <p:tgtEl>
                                          <p:spTgt spid="14040"/>
                                        </p:tgtEl>
                                        <p:attrNameLst>
                                          <p:attrName>style.visibility</p:attrName>
                                        </p:attrNameLst>
                                      </p:cBhvr>
                                      <p:to>
                                        <p:strVal val="visible"/>
                                      </p:to>
                                    </p:set>
                                  </p:childTnLst>
                                </p:cTn>
                              </p:par>
                              <p:par>
                                <p:cTn id="250" presetID="10" presetClass="entr" presetSubtype="0" fill="hold" nodeType="withEffect">
                                  <p:stCondLst>
                                    <p:cond delay="2508"/>
                                  </p:stCondLst>
                                  <p:childTnLst>
                                    <p:animEffect transition="in" filter="fade">
                                      <p:cBhvr>
                                        <p:cTn id="251" dur="124"/>
                                        <p:tgtEl>
                                          <p:spTgt spid="14041"/>
                                        </p:tgtEl>
                                      </p:cBhvr>
                                    </p:animEffect>
                                    <p:set>
                                      <p:cBhvr>
                                        <p:cTn id="252" dur="1" fill="hold">
                                          <p:stCondLst>
                                            <p:cond delay="0"/>
                                          </p:stCondLst>
                                        </p:cTn>
                                        <p:tgtEl>
                                          <p:spTgt spid="14041"/>
                                        </p:tgtEl>
                                        <p:attrNameLst>
                                          <p:attrName>style.visibility</p:attrName>
                                        </p:attrNameLst>
                                      </p:cBhvr>
                                      <p:to>
                                        <p:strVal val="visible"/>
                                      </p:to>
                                    </p:set>
                                  </p:childTnLst>
                                </p:cTn>
                              </p:par>
                              <p:par>
                                <p:cTn id="253" presetID="10" presetClass="entr" presetSubtype="0" fill="hold" nodeType="withEffect">
                                  <p:stCondLst>
                                    <p:cond delay="2508"/>
                                  </p:stCondLst>
                                  <p:childTnLst>
                                    <p:animEffect transition="in" filter="fade">
                                      <p:cBhvr>
                                        <p:cTn id="254" dur="124"/>
                                        <p:tgtEl>
                                          <p:spTgt spid="14042"/>
                                        </p:tgtEl>
                                      </p:cBhvr>
                                    </p:animEffect>
                                    <p:set>
                                      <p:cBhvr>
                                        <p:cTn id="255" dur="1" fill="hold">
                                          <p:stCondLst>
                                            <p:cond delay="0"/>
                                          </p:stCondLst>
                                        </p:cTn>
                                        <p:tgtEl>
                                          <p:spTgt spid="14042"/>
                                        </p:tgtEl>
                                        <p:attrNameLst>
                                          <p:attrName>style.visibility</p:attrName>
                                        </p:attrNameLst>
                                      </p:cBhvr>
                                      <p:to>
                                        <p:strVal val="visible"/>
                                      </p:to>
                                    </p:set>
                                  </p:childTnLst>
                                </p:cTn>
                              </p:par>
                              <p:par>
                                <p:cTn id="256" presetID="10" presetClass="entr" presetSubtype="0" fill="hold" nodeType="withEffect">
                                  <p:stCondLst>
                                    <p:cond delay="2508"/>
                                  </p:stCondLst>
                                  <p:childTnLst>
                                    <p:animEffect transition="in" filter="fade">
                                      <p:cBhvr>
                                        <p:cTn id="257" dur="124"/>
                                        <p:tgtEl>
                                          <p:spTgt spid="14043"/>
                                        </p:tgtEl>
                                      </p:cBhvr>
                                    </p:animEffect>
                                    <p:set>
                                      <p:cBhvr>
                                        <p:cTn id="258" dur="1" fill="hold">
                                          <p:stCondLst>
                                            <p:cond delay="0"/>
                                          </p:stCondLst>
                                        </p:cTn>
                                        <p:tgtEl>
                                          <p:spTgt spid="14043"/>
                                        </p:tgtEl>
                                        <p:attrNameLst>
                                          <p:attrName>style.visibility</p:attrName>
                                        </p:attrNameLst>
                                      </p:cBhvr>
                                      <p:to>
                                        <p:strVal val="visible"/>
                                      </p:to>
                                    </p:set>
                                  </p:childTnLst>
                                </p:cTn>
                              </p:par>
                              <p:par>
                                <p:cTn id="259" presetID="10" presetClass="entr" presetSubtype="0" fill="hold" nodeType="withEffect">
                                  <p:stCondLst>
                                    <p:cond delay="2508"/>
                                  </p:stCondLst>
                                  <p:childTnLst>
                                    <p:animEffect transition="in" filter="fade">
                                      <p:cBhvr>
                                        <p:cTn id="260" dur="124"/>
                                        <p:tgtEl>
                                          <p:spTgt spid="14044"/>
                                        </p:tgtEl>
                                      </p:cBhvr>
                                    </p:animEffect>
                                    <p:set>
                                      <p:cBhvr>
                                        <p:cTn id="261" dur="1" fill="hold">
                                          <p:stCondLst>
                                            <p:cond delay="0"/>
                                          </p:stCondLst>
                                        </p:cTn>
                                        <p:tgtEl>
                                          <p:spTgt spid="14044"/>
                                        </p:tgtEl>
                                        <p:attrNameLst>
                                          <p:attrName>style.visibility</p:attrName>
                                        </p:attrNameLst>
                                      </p:cBhvr>
                                      <p:to>
                                        <p:strVal val="visible"/>
                                      </p:to>
                                    </p:set>
                                  </p:childTnLst>
                                </p:cTn>
                              </p:par>
                              <p:par>
                                <p:cTn id="262" presetID="10" presetClass="entr" presetSubtype="0" fill="hold" nodeType="withEffect">
                                  <p:stCondLst>
                                    <p:cond delay="2508"/>
                                  </p:stCondLst>
                                  <p:childTnLst>
                                    <p:animEffect transition="in" filter="fade">
                                      <p:cBhvr>
                                        <p:cTn id="263" dur="124"/>
                                        <p:tgtEl>
                                          <p:spTgt spid="14045"/>
                                        </p:tgtEl>
                                      </p:cBhvr>
                                    </p:animEffect>
                                    <p:set>
                                      <p:cBhvr>
                                        <p:cTn id="264" dur="1" fill="hold">
                                          <p:stCondLst>
                                            <p:cond delay="0"/>
                                          </p:stCondLst>
                                        </p:cTn>
                                        <p:tgtEl>
                                          <p:spTgt spid="14045"/>
                                        </p:tgtEl>
                                        <p:attrNameLst>
                                          <p:attrName>style.visibility</p:attrName>
                                        </p:attrNameLst>
                                      </p:cBhvr>
                                      <p:to>
                                        <p:strVal val="visible"/>
                                      </p:to>
                                    </p:set>
                                  </p:childTnLst>
                                </p:cTn>
                              </p:par>
                              <p:par>
                                <p:cTn id="265" presetID="10" presetClass="entr" presetSubtype="0" fill="hold" nodeType="withEffect">
                                  <p:stCondLst>
                                    <p:cond delay="2508"/>
                                  </p:stCondLst>
                                  <p:childTnLst>
                                    <p:animEffect transition="in" filter="fade">
                                      <p:cBhvr>
                                        <p:cTn id="266" dur="124"/>
                                        <p:tgtEl>
                                          <p:spTgt spid="14046"/>
                                        </p:tgtEl>
                                      </p:cBhvr>
                                    </p:animEffect>
                                    <p:set>
                                      <p:cBhvr>
                                        <p:cTn id="267" dur="1" fill="hold">
                                          <p:stCondLst>
                                            <p:cond delay="0"/>
                                          </p:stCondLst>
                                        </p:cTn>
                                        <p:tgtEl>
                                          <p:spTgt spid="14046"/>
                                        </p:tgtEl>
                                        <p:attrNameLst>
                                          <p:attrName>style.visibility</p:attrName>
                                        </p:attrNameLst>
                                      </p:cBhvr>
                                      <p:to>
                                        <p:strVal val="visible"/>
                                      </p:to>
                                    </p:set>
                                  </p:childTnLst>
                                </p:cTn>
                              </p:par>
                              <p:par>
                                <p:cTn id="268" presetID="0" presetClass="path" presetSubtype="0" fill="hold" nodeType="withEffect">
                                  <p:stCondLst>
                                    <p:cond delay="2902"/>
                                  </p:stCondLst>
                                  <p:childTnLst>
                                    <p:animMotion origin="layout" path="M 0 0 L 0.058333333 0.000000000 E" pathEditMode="relative" rAng="0">
                                      <p:cBhvr>
                                        <p:cTn id="269" dur="497" accel="20000" decel="20000" fill="hold"/>
                                        <p:tgtEl>
                                          <p:spTgt spid="14036"/>
                                        </p:tgtEl>
                                        <p:attrNameLst>
                                          <p:attrName>ppt_x</p:attrName>
                                          <p:attrName>ppt_y</p:attrName>
                                        </p:attrNameLst>
                                      </p:cBhvr>
                                      <p:rCtr x="0" y="0"/>
                                    </p:animMotion>
                                  </p:childTnLst>
                                </p:cTn>
                              </p:par>
                              <p:par>
                                <p:cTn id="270" presetID="10" presetClass="exit" presetSubtype="0" fill="hold" nodeType="withEffect">
                                  <p:stCondLst>
                                    <p:cond delay="3295"/>
                                  </p:stCondLst>
                                  <p:childTnLst>
                                    <p:animEffect transition="out" filter="fade">
                                      <p:cBhvr>
                                        <p:cTn id="271" dur="104"/>
                                        <p:tgtEl>
                                          <p:spTgt spid="14036"/>
                                        </p:tgtEl>
                                      </p:cBhvr>
                                    </p:animEffect>
                                    <p:set>
                                      <p:cBhvr>
                                        <p:cTn id="272" dur="1" fill="hold">
                                          <p:stCondLst>
                                            <p:cond delay="103"/>
                                          </p:stCondLst>
                                        </p:cTn>
                                        <p:tgtEl>
                                          <p:spTgt spid="14036"/>
                                        </p:tgtEl>
                                        <p:attrNameLst>
                                          <p:attrName>style.visibility</p:attrName>
                                        </p:attrNameLst>
                                      </p:cBhvr>
                                      <p:to>
                                        <p:strVal val="hidden"/>
                                      </p:to>
                                    </p:set>
                                  </p:childTnLst>
                                </p:cTn>
                              </p:par>
                              <p:par>
                                <p:cTn id="273" presetID="10" presetClass="exit" presetSubtype="0" fill="hold" nodeType="withEffect">
                                  <p:stCondLst>
                                    <p:cond delay="3295"/>
                                  </p:stCondLst>
                                  <p:childTnLst>
                                    <p:animEffect transition="out" filter="fade">
                                      <p:cBhvr>
                                        <p:cTn id="274" dur="104"/>
                                        <p:tgtEl>
                                          <p:spTgt spid="14037"/>
                                        </p:tgtEl>
                                      </p:cBhvr>
                                    </p:animEffect>
                                    <p:set>
                                      <p:cBhvr>
                                        <p:cTn id="275" dur="1" fill="hold">
                                          <p:stCondLst>
                                            <p:cond delay="103"/>
                                          </p:stCondLst>
                                        </p:cTn>
                                        <p:tgtEl>
                                          <p:spTgt spid="14037"/>
                                        </p:tgtEl>
                                        <p:attrNameLst>
                                          <p:attrName>style.visibility</p:attrName>
                                        </p:attrNameLst>
                                      </p:cBhvr>
                                      <p:to>
                                        <p:strVal val="hidden"/>
                                      </p:to>
                                    </p:set>
                                  </p:childTnLst>
                                </p:cTn>
                              </p:par>
                              <p:par>
                                <p:cTn id="276" presetID="0" presetClass="path" presetSubtype="0" fill="hold" nodeType="withEffect">
                                  <p:stCondLst>
                                    <p:cond delay="2902"/>
                                  </p:stCondLst>
                                  <p:childTnLst>
                                    <p:animMotion origin="layout" path="M 0 0 L -0.147222222 0.000000000 E" pathEditMode="relative" rAng="0">
                                      <p:cBhvr>
                                        <p:cTn id="277" dur="497" accel="20000" decel="20000" fill="hold"/>
                                        <p:tgtEl>
                                          <p:spTgt spid="14038"/>
                                        </p:tgtEl>
                                        <p:attrNameLst>
                                          <p:attrName>ppt_x</p:attrName>
                                          <p:attrName>ppt_y</p:attrName>
                                        </p:attrNameLst>
                                      </p:cBhvr>
                                      <p:rCtr x="0" y="0"/>
                                    </p:animMotion>
                                  </p:childTnLst>
                                </p:cTn>
                              </p:par>
                              <p:par>
                                <p:cTn id="278" presetID="10" presetClass="exit" presetSubtype="0" fill="hold" nodeType="withEffect">
                                  <p:stCondLst>
                                    <p:cond delay="3295"/>
                                  </p:stCondLst>
                                  <p:childTnLst>
                                    <p:animEffect transition="out" filter="fade">
                                      <p:cBhvr>
                                        <p:cTn id="279" dur="104"/>
                                        <p:tgtEl>
                                          <p:spTgt spid="14038"/>
                                        </p:tgtEl>
                                      </p:cBhvr>
                                    </p:animEffect>
                                    <p:set>
                                      <p:cBhvr>
                                        <p:cTn id="280" dur="1" fill="hold">
                                          <p:stCondLst>
                                            <p:cond delay="103"/>
                                          </p:stCondLst>
                                        </p:cTn>
                                        <p:tgtEl>
                                          <p:spTgt spid="14038"/>
                                        </p:tgtEl>
                                        <p:attrNameLst>
                                          <p:attrName>style.visibility</p:attrName>
                                        </p:attrNameLst>
                                      </p:cBhvr>
                                      <p:to>
                                        <p:strVal val="hidden"/>
                                      </p:to>
                                    </p:set>
                                  </p:childTnLst>
                                </p:cTn>
                              </p:par>
                              <p:par>
                                <p:cTn id="281" presetID="0" presetClass="path" presetSubtype="0" fill="hold" nodeType="withEffect">
                                  <p:stCondLst>
                                    <p:cond delay="2902"/>
                                  </p:stCondLst>
                                  <p:childTnLst>
                                    <p:animMotion origin="layout" path="M 0 0 L -0.150000000 0.000000000 E" pathEditMode="relative" rAng="0">
                                      <p:cBhvr>
                                        <p:cTn id="282" dur="497" accel="20000" decel="20000" fill="hold"/>
                                        <p:tgtEl>
                                          <p:spTgt spid="14039"/>
                                        </p:tgtEl>
                                        <p:attrNameLst>
                                          <p:attrName>ppt_x</p:attrName>
                                          <p:attrName>ppt_y</p:attrName>
                                        </p:attrNameLst>
                                      </p:cBhvr>
                                      <p:rCtr x="0" y="0"/>
                                    </p:animMotion>
                                  </p:childTnLst>
                                </p:cTn>
                              </p:par>
                              <p:par>
                                <p:cTn id="283" presetID="10" presetClass="exit" presetSubtype="0" fill="hold" nodeType="withEffect">
                                  <p:stCondLst>
                                    <p:cond delay="3295"/>
                                  </p:stCondLst>
                                  <p:childTnLst>
                                    <p:animEffect transition="out" filter="fade">
                                      <p:cBhvr>
                                        <p:cTn id="284" dur="104"/>
                                        <p:tgtEl>
                                          <p:spTgt spid="14039"/>
                                        </p:tgtEl>
                                      </p:cBhvr>
                                    </p:animEffect>
                                    <p:set>
                                      <p:cBhvr>
                                        <p:cTn id="285" dur="1" fill="hold">
                                          <p:stCondLst>
                                            <p:cond delay="103"/>
                                          </p:stCondLst>
                                        </p:cTn>
                                        <p:tgtEl>
                                          <p:spTgt spid="14039"/>
                                        </p:tgtEl>
                                        <p:attrNameLst>
                                          <p:attrName>style.visibility</p:attrName>
                                        </p:attrNameLst>
                                      </p:cBhvr>
                                      <p:to>
                                        <p:strVal val="hidden"/>
                                      </p:to>
                                    </p:set>
                                  </p:childTnLst>
                                </p:cTn>
                              </p:par>
                              <p:par>
                                <p:cTn id="286" presetID="10" presetClass="exit" presetSubtype="0" fill="hold" nodeType="withEffect">
                                  <p:stCondLst>
                                    <p:cond delay="2902"/>
                                  </p:stCondLst>
                                  <p:childTnLst>
                                    <p:animEffect transition="out" filter="fade">
                                      <p:cBhvr>
                                        <p:cTn id="287" dur="104"/>
                                        <p:tgtEl>
                                          <p:spTgt spid="14040"/>
                                        </p:tgtEl>
                                      </p:cBhvr>
                                    </p:animEffect>
                                    <p:set>
                                      <p:cBhvr>
                                        <p:cTn id="288" dur="1" fill="hold">
                                          <p:stCondLst>
                                            <p:cond delay="103"/>
                                          </p:stCondLst>
                                        </p:cTn>
                                        <p:tgtEl>
                                          <p:spTgt spid="14040"/>
                                        </p:tgtEl>
                                        <p:attrNameLst>
                                          <p:attrName>style.visibility</p:attrName>
                                        </p:attrNameLst>
                                      </p:cBhvr>
                                      <p:to>
                                        <p:strVal val="hidden"/>
                                      </p:to>
                                    </p:set>
                                  </p:childTnLst>
                                </p:cTn>
                              </p:par>
                              <p:par>
                                <p:cTn id="289"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0" dur="497" accel="20000" decel="20000" fill="hold"/>
                                        <p:tgtEl>
                                          <p:spTgt spid="14041"/>
                                        </p:tgtEl>
                                        <p:attrNameLst>
                                          <p:attrName>ppt_x</p:attrName>
                                          <p:attrName>ppt_y</p:attrName>
                                        </p:attrNameLst>
                                      </p:cBhvr>
                                      <p:rCtr x="0" y="0"/>
                                    </p:animMotion>
                                  </p:childTnLst>
                                </p:cTn>
                              </p:par>
                              <p:par>
                                <p:cTn id="291" presetID="10" presetClass="exit" presetSubtype="0" fill="hold" nodeType="withEffect">
                                  <p:stCondLst>
                                    <p:cond delay="3295"/>
                                  </p:stCondLst>
                                  <p:childTnLst>
                                    <p:animEffect transition="out" filter="fade">
                                      <p:cBhvr>
                                        <p:cTn id="292" dur="104"/>
                                        <p:tgtEl>
                                          <p:spTgt spid="14041"/>
                                        </p:tgtEl>
                                      </p:cBhvr>
                                    </p:animEffect>
                                    <p:set>
                                      <p:cBhvr>
                                        <p:cTn id="293" dur="1" fill="hold">
                                          <p:stCondLst>
                                            <p:cond delay="103"/>
                                          </p:stCondLst>
                                        </p:cTn>
                                        <p:tgtEl>
                                          <p:spTgt spid="14041"/>
                                        </p:tgtEl>
                                        <p:attrNameLst>
                                          <p:attrName>style.visibility</p:attrName>
                                        </p:attrNameLst>
                                      </p:cBhvr>
                                      <p:to>
                                        <p:strVal val="hidden"/>
                                      </p:to>
                                    </p:set>
                                  </p:childTnLst>
                                </p:cTn>
                              </p:par>
                              <p:par>
                                <p:cTn id="294"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5" dur="497" accel="20000" decel="20000" fill="hold"/>
                                        <p:tgtEl>
                                          <p:spTgt spid="14042"/>
                                        </p:tgtEl>
                                        <p:attrNameLst>
                                          <p:attrName>ppt_x</p:attrName>
                                          <p:attrName>ppt_y</p:attrName>
                                        </p:attrNameLst>
                                      </p:cBhvr>
                                      <p:rCtr x="0" y="0"/>
                                    </p:animMotion>
                                  </p:childTnLst>
                                </p:cTn>
                              </p:par>
                              <p:par>
                                <p:cTn id="296" presetID="10" presetClass="exit" presetSubtype="0" fill="hold" nodeType="withEffect">
                                  <p:stCondLst>
                                    <p:cond delay="3295"/>
                                  </p:stCondLst>
                                  <p:childTnLst>
                                    <p:animEffect transition="out" filter="fade">
                                      <p:cBhvr>
                                        <p:cTn id="297" dur="104"/>
                                        <p:tgtEl>
                                          <p:spTgt spid="14042"/>
                                        </p:tgtEl>
                                      </p:cBhvr>
                                    </p:animEffect>
                                    <p:set>
                                      <p:cBhvr>
                                        <p:cTn id="298" dur="1" fill="hold">
                                          <p:stCondLst>
                                            <p:cond delay="103"/>
                                          </p:stCondLst>
                                        </p:cTn>
                                        <p:tgtEl>
                                          <p:spTgt spid="14042"/>
                                        </p:tgtEl>
                                        <p:attrNameLst>
                                          <p:attrName>style.visibility</p:attrName>
                                        </p:attrNameLst>
                                      </p:cBhvr>
                                      <p:to>
                                        <p:strVal val="hidden"/>
                                      </p:to>
                                    </p:set>
                                  </p:childTnLst>
                                </p:cTn>
                              </p:par>
                              <p:par>
                                <p:cTn id="299"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0" dur="497" accel="20000" decel="20000" fill="hold"/>
                                        <p:tgtEl>
                                          <p:spTgt spid="14043"/>
                                        </p:tgtEl>
                                        <p:attrNameLst>
                                          <p:attrName>ppt_x</p:attrName>
                                          <p:attrName>ppt_y</p:attrName>
                                        </p:attrNameLst>
                                      </p:cBhvr>
                                      <p:rCtr x="0" y="0"/>
                                    </p:animMotion>
                                  </p:childTnLst>
                                </p:cTn>
                              </p:par>
                              <p:par>
                                <p:cTn id="301" presetID="10" presetClass="exit" presetSubtype="0" fill="hold" nodeType="withEffect">
                                  <p:stCondLst>
                                    <p:cond delay="3295"/>
                                  </p:stCondLst>
                                  <p:childTnLst>
                                    <p:animEffect transition="out" filter="fade">
                                      <p:cBhvr>
                                        <p:cTn id="302" dur="104"/>
                                        <p:tgtEl>
                                          <p:spTgt spid="14043"/>
                                        </p:tgtEl>
                                      </p:cBhvr>
                                    </p:animEffect>
                                    <p:set>
                                      <p:cBhvr>
                                        <p:cTn id="303" dur="1" fill="hold">
                                          <p:stCondLst>
                                            <p:cond delay="103"/>
                                          </p:stCondLst>
                                        </p:cTn>
                                        <p:tgtEl>
                                          <p:spTgt spid="14043"/>
                                        </p:tgtEl>
                                        <p:attrNameLst>
                                          <p:attrName>style.visibility</p:attrName>
                                        </p:attrNameLst>
                                      </p:cBhvr>
                                      <p:to>
                                        <p:strVal val="hidden"/>
                                      </p:to>
                                    </p:set>
                                  </p:childTnLst>
                                </p:cTn>
                              </p:par>
                              <p:par>
                                <p:cTn id="304"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5" dur="497" accel="20000" decel="20000" fill="hold"/>
                                        <p:tgtEl>
                                          <p:spTgt spid="14044"/>
                                        </p:tgtEl>
                                        <p:attrNameLst>
                                          <p:attrName>ppt_x</p:attrName>
                                          <p:attrName>ppt_y</p:attrName>
                                        </p:attrNameLst>
                                      </p:cBhvr>
                                      <p:rCtr x="0" y="0"/>
                                    </p:animMotion>
                                  </p:childTnLst>
                                </p:cTn>
                              </p:par>
                              <p:par>
                                <p:cTn id="306" presetID="10" presetClass="exit" presetSubtype="0" fill="hold" nodeType="withEffect">
                                  <p:stCondLst>
                                    <p:cond delay="3295"/>
                                  </p:stCondLst>
                                  <p:childTnLst>
                                    <p:animEffect transition="out" filter="fade">
                                      <p:cBhvr>
                                        <p:cTn id="307" dur="104"/>
                                        <p:tgtEl>
                                          <p:spTgt spid="14044"/>
                                        </p:tgtEl>
                                      </p:cBhvr>
                                    </p:animEffect>
                                    <p:set>
                                      <p:cBhvr>
                                        <p:cTn id="308" dur="1" fill="hold">
                                          <p:stCondLst>
                                            <p:cond delay="103"/>
                                          </p:stCondLst>
                                        </p:cTn>
                                        <p:tgtEl>
                                          <p:spTgt spid="14044"/>
                                        </p:tgtEl>
                                        <p:attrNameLst>
                                          <p:attrName>style.visibility</p:attrName>
                                        </p:attrNameLst>
                                      </p:cBhvr>
                                      <p:to>
                                        <p:strVal val="hidden"/>
                                      </p:to>
                                    </p:set>
                                  </p:childTnLst>
                                </p:cTn>
                              </p:par>
                              <p:par>
                                <p:cTn id="309" presetID="10" presetClass="exit" presetSubtype="0" fill="hold" nodeType="withEffect">
                                  <p:stCondLst>
                                    <p:cond delay="3295"/>
                                  </p:stCondLst>
                                  <p:childTnLst>
                                    <p:animEffect transition="out" filter="fade">
                                      <p:cBhvr>
                                        <p:cTn id="310" dur="104"/>
                                        <p:tgtEl>
                                          <p:spTgt spid="14045"/>
                                        </p:tgtEl>
                                      </p:cBhvr>
                                    </p:animEffect>
                                    <p:set>
                                      <p:cBhvr>
                                        <p:cTn id="311" dur="1" fill="hold">
                                          <p:stCondLst>
                                            <p:cond delay="103"/>
                                          </p:stCondLst>
                                        </p:cTn>
                                        <p:tgtEl>
                                          <p:spTgt spid="14045"/>
                                        </p:tgtEl>
                                        <p:attrNameLst>
                                          <p:attrName>style.visibility</p:attrName>
                                        </p:attrNameLst>
                                      </p:cBhvr>
                                      <p:to>
                                        <p:strVal val="hidden"/>
                                      </p:to>
                                    </p:set>
                                  </p:childTnLst>
                                </p:cTn>
                              </p:par>
                              <p:par>
                                <p:cTn id="312" presetID="10" presetClass="exit" presetSubtype="0" fill="hold" nodeType="withEffect">
                                  <p:stCondLst>
                                    <p:cond delay="3295"/>
                                  </p:stCondLst>
                                  <p:childTnLst>
                                    <p:animEffect transition="out" filter="fade">
                                      <p:cBhvr>
                                        <p:cTn id="313" dur="104"/>
                                        <p:tgtEl>
                                          <p:spTgt spid="14046"/>
                                        </p:tgtEl>
                                      </p:cBhvr>
                                    </p:animEffect>
                                    <p:set>
                                      <p:cBhvr>
                                        <p:cTn id="314" dur="1" fill="hold">
                                          <p:stCondLst>
                                            <p:cond delay="103"/>
                                          </p:stCondLst>
                                        </p:cTn>
                                        <p:tgtEl>
                                          <p:spTgt spid="14046"/>
                                        </p:tgtEl>
                                        <p:attrNameLst>
                                          <p:attrName>style.visibility</p:attrName>
                                        </p:attrNameLst>
                                      </p:cBhvr>
                                      <p:to>
                                        <p:strVal val="hidden"/>
                                      </p:to>
                                    </p:set>
                                  </p:childTnLst>
                                </p:cTn>
                              </p:par>
                              <p:par>
                                <p:cTn id="315" presetID="10" presetClass="entr" presetSubtype="0" fill="hold" nodeType="withEffect">
                                  <p:stCondLst>
                                    <p:cond delay="3295"/>
                                  </p:stCondLst>
                                  <p:childTnLst>
                                    <p:animEffect transition="in" filter="fade">
                                      <p:cBhvr>
                                        <p:cTn id="316" dur="124"/>
                                        <p:tgtEl>
                                          <p:spTgt spid="14048"/>
                                        </p:tgtEl>
                                      </p:cBhvr>
                                    </p:animEffect>
                                    <p:set>
                                      <p:cBhvr>
                                        <p:cTn id="317" dur="1" fill="hold">
                                          <p:stCondLst>
                                            <p:cond delay="0"/>
                                          </p:stCondLst>
                                        </p:cTn>
                                        <p:tgtEl>
                                          <p:spTgt spid="14048"/>
                                        </p:tgtEl>
                                        <p:attrNameLst>
                                          <p:attrName>style.visibility</p:attrName>
                                        </p:attrNameLst>
                                      </p:cBhvr>
                                      <p:to>
                                        <p:strVal val="visible"/>
                                      </p:to>
                                    </p:set>
                                  </p:childTnLst>
                                </p:cTn>
                              </p:par>
                              <p:par>
                                <p:cTn id="318" presetID="10" presetClass="entr" presetSubtype="0" fill="hold" nodeType="withEffect">
                                  <p:stCondLst>
                                    <p:cond delay="3295"/>
                                  </p:stCondLst>
                                  <p:childTnLst>
                                    <p:animEffect transition="in" filter="fade">
                                      <p:cBhvr>
                                        <p:cTn id="319" dur="124"/>
                                        <p:tgtEl>
                                          <p:spTgt spid="14049"/>
                                        </p:tgtEl>
                                      </p:cBhvr>
                                    </p:animEffect>
                                    <p:set>
                                      <p:cBhvr>
                                        <p:cTn id="320" dur="1" fill="hold">
                                          <p:stCondLst>
                                            <p:cond delay="0"/>
                                          </p:stCondLst>
                                        </p:cTn>
                                        <p:tgtEl>
                                          <p:spTgt spid="14049"/>
                                        </p:tgtEl>
                                        <p:attrNameLst>
                                          <p:attrName>style.visibility</p:attrName>
                                        </p:attrNameLst>
                                      </p:cBhvr>
                                      <p:to>
                                        <p:strVal val="visible"/>
                                      </p:to>
                                    </p:set>
                                  </p:childTnLst>
                                </p:cTn>
                              </p:par>
                              <p:par>
                                <p:cTn id="321" presetID="10" presetClass="entr" presetSubtype="0" fill="hold" nodeType="withEffect">
                                  <p:stCondLst>
                                    <p:cond delay="3295"/>
                                  </p:stCondLst>
                                  <p:childTnLst>
                                    <p:animEffect transition="in" filter="fade">
                                      <p:cBhvr>
                                        <p:cTn id="322" dur="124"/>
                                        <p:tgtEl>
                                          <p:spTgt spid="14050"/>
                                        </p:tgtEl>
                                      </p:cBhvr>
                                    </p:animEffect>
                                    <p:set>
                                      <p:cBhvr>
                                        <p:cTn id="323" dur="1" fill="hold">
                                          <p:stCondLst>
                                            <p:cond delay="0"/>
                                          </p:stCondLst>
                                        </p:cTn>
                                        <p:tgtEl>
                                          <p:spTgt spid="14050"/>
                                        </p:tgtEl>
                                        <p:attrNameLst>
                                          <p:attrName>style.visibility</p:attrName>
                                        </p:attrNameLst>
                                      </p:cBhvr>
                                      <p:to>
                                        <p:strVal val="visible"/>
                                      </p:to>
                                    </p:set>
                                  </p:childTnLst>
                                </p:cTn>
                              </p:par>
                              <p:par>
                                <p:cTn id="324" presetID="10" presetClass="entr" presetSubtype="0" fill="hold" nodeType="withEffect">
                                  <p:stCondLst>
                                    <p:cond delay="3295"/>
                                  </p:stCondLst>
                                  <p:childTnLst>
                                    <p:animEffect transition="in" filter="fade">
                                      <p:cBhvr>
                                        <p:cTn id="325" dur="124"/>
                                        <p:tgtEl>
                                          <p:spTgt spid="14051"/>
                                        </p:tgtEl>
                                      </p:cBhvr>
                                    </p:animEffect>
                                    <p:set>
                                      <p:cBhvr>
                                        <p:cTn id="326" dur="1" fill="hold">
                                          <p:stCondLst>
                                            <p:cond delay="0"/>
                                          </p:stCondLst>
                                        </p:cTn>
                                        <p:tgtEl>
                                          <p:spTgt spid="14051"/>
                                        </p:tgtEl>
                                        <p:attrNameLst>
                                          <p:attrName>style.visibility</p:attrName>
                                        </p:attrNameLst>
                                      </p:cBhvr>
                                      <p:to>
                                        <p:strVal val="visible"/>
                                      </p:to>
                                    </p:set>
                                  </p:childTnLst>
                                </p:cTn>
                              </p:par>
                              <p:par>
                                <p:cTn id="327" presetID="10" presetClass="entr" presetSubtype="0" fill="hold" nodeType="withEffect">
                                  <p:stCondLst>
                                    <p:cond delay="3295"/>
                                  </p:stCondLst>
                                  <p:childTnLst>
                                    <p:animEffect transition="in" filter="fade">
                                      <p:cBhvr>
                                        <p:cTn id="328" dur="124"/>
                                        <p:tgtEl>
                                          <p:spTgt spid="14052"/>
                                        </p:tgtEl>
                                      </p:cBhvr>
                                    </p:animEffect>
                                    <p:set>
                                      <p:cBhvr>
                                        <p:cTn id="329" dur="1" fill="hold">
                                          <p:stCondLst>
                                            <p:cond delay="0"/>
                                          </p:stCondLst>
                                        </p:cTn>
                                        <p:tgtEl>
                                          <p:spTgt spid="14052"/>
                                        </p:tgtEl>
                                        <p:attrNameLst>
                                          <p:attrName>style.visibility</p:attrName>
                                        </p:attrNameLst>
                                      </p:cBhvr>
                                      <p:to>
                                        <p:strVal val="visible"/>
                                      </p:to>
                                    </p:set>
                                  </p:childTnLst>
                                </p:cTn>
                              </p:par>
                              <p:par>
                                <p:cTn id="330" presetID="10" presetClass="entr" presetSubtype="0" fill="hold" nodeType="withEffect">
                                  <p:stCondLst>
                                    <p:cond delay="3295"/>
                                  </p:stCondLst>
                                  <p:childTnLst>
                                    <p:animEffect transition="in" filter="fade">
                                      <p:cBhvr>
                                        <p:cTn id="331" dur="124"/>
                                        <p:tgtEl>
                                          <p:spTgt spid="14053"/>
                                        </p:tgtEl>
                                      </p:cBhvr>
                                    </p:animEffect>
                                    <p:set>
                                      <p:cBhvr>
                                        <p:cTn id="332" dur="1" fill="hold">
                                          <p:stCondLst>
                                            <p:cond delay="0"/>
                                          </p:stCondLst>
                                        </p:cTn>
                                        <p:tgtEl>
                                          <p:spTgt spid="14053"/>
                                        </p:tgtEl>
                                        <p:attrNameLst>
                                          <p:attrName>style.visibility</p:attrName>
                                        </p:attrNameLst>
                                      </p:cBhvr>
                                      <p:to>
                                        <p:strVal val="visible"/>
                                      </p:to>
                                    </p:set>
                                  </p:childTnLst>
                                </p:cTn>
                              </p:par>
                              <p:par>
                                <p:cTn id="333" presetID="10" presetClass="entr" presetSubtype="0" fill="hold" nodeType="withEffect">
                                  <p:stCondLst>
                                    <p:cond delay="3295"/>
                                  </p:stCondLst>
                                  <p:childTnLst>
                                    <p:animEffect transition="in" filter="fade">
                                      <p:cBhvr>
                                        <p:cTn id="334" dur="124"/>
                                        <p:tgtEl>
                                          <p:spTgt spid="14054"/>
                                        </p:tgtEl>
                                      </p:cBhvr>
                                    </p:animEffect>
                                    <p:set>
                                      <p:cBhvr>
                                        <p:cTn id="335" dur="1" fill="hold">
                                          <p:stCondLst>
                                            <p:cond delay="0"/>
                                          </p:stCondLst>
                                        </p:cTn>
                                        <p:tgtEl>
                                          <p:spTgt spid="14054"/>
                                        </p:tgtEl>
                                        <p:attrNameLst>
                                          <p:attrName>style.visibility</p:attrName>
                                        </p:attrNameLst>
                                      </p:cBhvr>
                                      <p:to>
                                        <p:strVal val="visible"/>
                                      </p:to>
                                    </p:set>
                                  </p:childTnLst>
                                </p:cTn>
                              </p:par>
                              <p:par>
                                <p:cTn id="336" presetID="10" presetClass="entr" presetSubtype="0" fill="hold" nodeType="withEffect">
                                  <p:stCondLst>
                                    <p:cond delay="3295"/>
                                  </p:stCondLst>
                                  <p:childTnLst>
                                    <p:animEffect transition="in" filter="fade">
                                      <p:cBhvr>
                                        <p:cTn id="337" dur="124"/>
                                        <p:tgtEl>
                                          <p:spTgt spid="14055"/>
                                        </p:tgtEl>
                                      </p:cBhvr>
                                    </p:animEffect>
                                    <p:set>
                                      <p:cBhvr>
                                        <p:cTn id="338" dur="1" fill="hold">
                                          <p:stCondLst>
                                            <p:cond delay="0"/>
                                          </p:stCondLst>
                                        </p:cTn>
                                        <p:tgtEl>
                                          <p:spTgt spid="14055"/>
                                        </p:tgtEl>
                                        <p:attrNameLst>
                                          <p:attrName>style.visibility</p:attrName>
                                        </p:attrNameLst>
                                      </p:cBhvr>
                                      <p:to>
                                        <p:strVal val="visible"/>
                                      </p:to>
                                    </p:set>
                                  </p:childTnLst>
                                </p:cTn>
                              </p:par>
                              <p:par>
                                <p:cTn id="339" presetID="10" presetClass="entr" presetSubtype="0" fill="hold" nodeType="withEffect">
                                  <p:stCondLst>
                                    <p:cond delay="3295"/>
                                  </p:stCondLst>
                                  <p:childTnLst>
                                    <p:animEffect transition="in" filter="fade">
                                      <p:cBhvr>
                                        <p:cTn id="340" dur="124"/>
                                        <p:tgtEl>
                                          <p:spTgt spid="14056"/>
                                        </p:tgtEl>
                                      </p:cBhvr>
                                    </p:animEffect>
                                    <p:set>
                                      <p:cBhvr>
                                        <p:cTn id="341" dur="1" fill="hold">
                                          <p:stCondLst>
                                            <p:cond delay="0"/>
                                          </p:stCondLst>
                                        </p:cTn>
                                        <p:tgtEl>
                                          <p:spTgt spid="14056"/>
                                        </p:tgtEl>
                                        <p:attrNameLst>
                                          <p:attrName>style.visibility</p:attrName>
                                        </p:attrNameLst>
                                      </p:cBhvr>
                                      <p:to>
                                        <p:strVal val="visible"/>
                                      </p:to>
                                    </p:set>
                                  </p:childTnLst>
                                </p:cTn>
                              </p:par>
                              <p:par>
                                <p:cTn id="342" presetID="10" presetClass="entr" presetSubtype="0" fill="hold" nodeType="withEffect">
                                  <p:stCondLst>
                                    <p:cond delay="3295"/>
                                  </p:stCondLst>
                                  <p:childTnLst>
                                    <p:animEffect transition="in" filter="fade">
                                      <p:cBhvr>
                                        <p:cTn id="343" dur="124"/>
                                        <p:tgtEl>
                                          <p:spTgt spid="14057"/>
                                        </p:tgtEl>
                                      </p:cBhvr>
                                    </p:animEffect>
                                    <p:set>
                                      <p:cBhvr>
                                        <p:cTn id="344" dur="1" fill="hold">
                                          <p:stCondLst>
                                            <p:cond delay="0"/>
                                          </p:stCondLst>
                                        </p:cTn>
                                        <p:tgtEl>
                                          <p:spTgt spid="14057"/>
                                        </p:tgtEl>
                                        <p:attrNameLst>
                                          <p:attrName>style.visibility</p:attrName>
                                        </p:attrNameLst>
                                      </p:cBhvr>
                                      <p:to>
                                        <p:strVal val="visible"/>
                                      </p:to>
                                    </p:set>
                                  </p:childTnLst>
                                </p:cTn>
                              </p:par>
                              <p:par>
                                <p:cTn id="345" presetID="10" presetClass="exit" presetSubtype="0" fill="hold" nodeType="withEffect">
                                  <p:stCondLst>
                                    <p:cond delay="3876"/>
                                  </p:stCondLst>
                                  <p:childTnLst>
                                    <p:animEffect transition="out" filter="fade">
                                      <p:cBhvr>
                                        <p:cTn id="346" dur="104"/>
                                        <p:tgtEl>
                                          <p:spTgt spid="14048"/>
                                        </p:tgtEl>
                                      </p:cBhvr>
                                    </p:animEffect>
                                    <p:set>
                                      <p:cBhvr>
                                        <p:cTn id="347" dur="1" fill="hold">
                                          <p:stCondLst>
                                            <p:cond delay="103"/>
                                          </p:stCondLst>
                                        </p:cTn>
                                        <p:tgtEl>
                                          <p:spTgt spid="14048"/>
                                        </p:tgtEl>
                                        <p:attrNameLst>
                                          <p:attrName>style.visibility</p:attrName>
                                        </p:attrNameLst>
                                      </p:cBhvr>
                                      <p:to>
                                        <p:strVal val="hidden"/>
                                      </p:to>
                                    </p:set>
                                  </p:childTnLst>
                                </p:cTn>
                              </p:par>
                              <p:par>
                                <p:cTn id="348" presetID="10" presetClass="exit" presetSubtype="0" fill="hold" nodeType="withEffect">
                                  <p:stCondLst>
                                    <p:cond delay="3689"/>
                                  </p:stCondLst>
                                  <p:childTnLst>
                                    <p:animEffect transition="out" filter="fade">
                                      <p:cBhvr>
                                        <p:cTn id="349" dur="104"/>
                                        <p:tgtEl>
                                          <p:spTgt spid="14049"/>
                                        </p:tgtEl>
                                      </p:cBhvr>
                                    </p:animEffect>
                                    <p:set>
                                      <p:cBhvr>
                                        <p:cTn id="350" dur="1" fill="hold">
                                          <p:stCondLst>
                                            <p:cond delay="103"/>
                                          </p:stCondLst>
                                        </p:cTn>
                                        <p:tgtEl>
                                          <p:spTgt spid="14049"/>
                                        </p:tgtEl>
                                        <p:attrNameLst>
                                          <p:attrName>style.visibility</p:attrName>
                                        </p:attrNameLst>
                                      </p:cBhvr>
                                      <p:to>
                                        <p:strVal val="hidden"/>
                                      </p:to>
                                    </p:set>
                                  </p:childTnLst>
                                </p:cTn>
                              </p:par>
                              <p:par>
                                <p:cTn id="351" presetID="10" presetClass="exit" presetSubtype="0" fill="hold" nodeType="withEffect">
                                  <p:stCondLst>
                                    <p:cond delay="3689"/>
                                  </p:stCondLst>
                                  <p:childTnLst>
                                    <p:animEffect transition="out" filter="fade">
                                      <p:cBhvr>
                                        <p:cTn id="352" dur="104"/>
                                        <p:tgtEl>
                                          <p:spTgt spid="14050"/>
                                        </p:tgtEl>
                                      </p:cBhvr>
                                    </p:animEffect>
                                    <p:set>
                                      <p:cBhvr>
                                        <p:cTn id="353" dur="1" fill="hold">
                                          <p:stCondLst>
                                            <p:cond delay="103"/>
                                          </p:stCondLst>
                                        </p:cTn>
                                        <p:tgtEl>
                                          <p:spTgt spid="14050"/>
                                        </p:tgtEl>
                                        <p:attrNameLst>
                                          <p:attrName>style.visibility</p:attrName>
                                        </p:attrNameLst>
                                      </p:cBhvr>
                                      <p:to>
                                        <p:strVal val="hidden"/>
                                      </p:to>
                                    </p:set>
                                  </p:childTnLst>
                                </p:cTn>
                              </p:par>
                              <p:par>
                                <p:cTn id="354" presetID="10" presetClass="exit" presetSubtype="0" fill="hold" nodeType="withEffect">
                                  <p:stCondLst>
                                    <p:cond delay="3689"/>
                                  </p:stCondLst>
                                  <p:childTnLst>
                                    <p:animEffect transition="out" filter="fade">
                                      <p:cBhvr>
                                        <p:cTn id="355" dur="104"/>
                                        <p:tgtEl>
                                          <p:spTgt spid="14051"/>
                                        </p:tgtEl>
                                      </p:cBhvr>
                                    </p:animEffect>
                                    <p:set>
                                      <p:cBhvr>
                                        <p:cTn id="356" dur="1" fill="hold">
                                          <p:stCondLst>
                                            <p:cond delay="103"/>
                                          </p:stCondLst>
                                        </p:cTn>
                                        <p:tgtEl>
                                          <p:spTgt spid="14051"/>
                                        </p:tgtEl>
                                        <p:attrNameLst>
                                          <p:attrName>style.visibility</p:attrName>
                                        </p:attrNameLst>
                                      </p:cBhvr>
                                      <p:to>
                                        <p:strVal val="hidden"/>
                                      </p:to>
                                    </p:set>
                                  </p:childTnLst>
                                </p:cTn>
                              </p:par>
                              <p:par>
                                <p:cTn id="357" presetID="10" presetClass="exit" presetSubtype="0" fill="hold" nodeType="withEffect">
                                  <p:stCondLst>
                                    <p:cond delay="3876"/>
                                  </p:stCondLst>
                                  <p:childTnLst>
                                    <p:animEffect transition="out" filter="fade">
                                      <p:cBhvr>
                                        <p:cTn id="358" dur="104"/>
                                        <p:tgtEl>
                                          <p:spTgt spid="14052"/>
                                        </p:tgtEl>
                                      </p:cBhvr>
                                    </p:animEffect>
                                    <p:set>
                                      <p:cBhvr>
                                        <p:cTn id="359" dur="1" fill="hold">
                                          <p:stCondLst>
                                            <p:cond delay="103"/>
                                          </p:stCondLst>
                                        </p:cTn>
                                        <p:tgtEl>
                                          <p:spTgt spid="14052"/>
                                        </p:tgtEl>
                                        <p:attrNameLst>
                                          <p:attrName>style.visibility</p:attrName>
                                        </p:attrNameLst>
                                      </p:cBhvr>
                                      <p:to>
                                        <p:strVal val="hidden"/>
                                      </p:to>
                                    </p:set>
                                  </p:childTnLst>
                                </p:cTn>
                              </p:par>
                              <p:par>
                                <p:cTn id="360" presetID="10" presetClass="exit" presetSubtype="0" fill="hold" nodeType="withEffect">
                                  <p:stCondLst>
                                    <p:cond delay="3876"/>
                                  </p:stCondLst>
                                  <p:childTnLst>
                                    <p:animEffect transition="out" filter="fade">
                                      <p:cBhvr>
                                        <p:cTn id="361" dur="104"/>
                                        <p:tgtEl>
                                          <p:spTgt spid="14053"/>
                                        </p:tgtEl>
                                      </p:cBhvr>
                                    </p:animEffect>
                                    <p:set>
                                      <p:cBhvr>
                                        <p:cTn id="362" dur="1" fill="hold">
                                          <p:stCondLst>
                                            <p:cond delay="103"/>
                                          </p:stCondLst>
                                        </p:cTn>
                                        <p:tgtEl>
                                          <p:spTgt spid="14053"/>
                                        </p:tgtEl>
                                        <p:attrNameLst>
                                          <p:attrName>style.visibility</p:attrName>
                                        </p:attrNameLst>
                                      </p:cBhvr>
                                      <p:to>
                                        <p:strVal val="hidden"/>
                                      </p:to>
                                    </p:set>
                                  </p:childTnLst>
                                </p:cTn>
                              </p:par>
                              <p:par>
                                <p:cTn id="363" presetID="10" presetClass="exit" presetSubtype="0" fill="hold" nodeType="withEffect">
                                  <p:stCondLst>
                                    <p:cond delay="3876"/>
                                  </p:stCondLst>
                                  <p:childTnLst>
                                    <p:animEffect transition="out" filter="fade">
                                      <p:cBhvr>
                                        <p:cTn id="364" dur="104"/>
                                        <p:tgtEl>
                                          <p:spTgt spid="14054"/>
                                        </p:tgtEl>
                                      </p:cBhvr>
                                    </p:animEffect>
                                    <p:set>
                                      <p:cBhvr>
                                        <p:cTn id="365" dur="1" fill="hold">
                                          <p:stCondLst>
                                            <p:cond delay="103"/>
                                          </p:stCondLst>
                                        </p:cTn>
                                        <p:tgtEl>
                                          <p:spTgt spid="14054"/>
                                        </p:tgtEl>
                                        <p:attrNameLst>
                                          <p:attrName>style.visibility</p:attrName>
                                        </p:attrNameLst>
                                      </p:cBhvr>
                                      <p:to>
                                        <p:strVal val="hidden"/>
                                      </p:to>
                                    </p:set>
                                  </p:childTnLst>
                                </p:cTn>
                              </p:par>
                              <p:par>
                                <p:cTn id="366" presetID="10" presetClass="exit" presetSubtype="0" fill="hold" nodeType="withEffect">
                                  <p:stCondLst>
                                    <p:cond delay="3876"/>
                                  </p:stCondLst>
                                  <p:childTnLst>
                                    <p:animEffect transition="out" filter="fade">
                                      <p:cBhvr>
                                        <p:cTn id="367" dur="104"/>
                                        <p:tgtEl>
                                          <p:spTgt spid="14055"/>
                                        </p:tgtEl>
                                      </p:cBhvr>
                                    </p:animEffect>
                                    <p:set>
                                      <p:cBhvr>
                                        <p:cTn id="368" dur="1" fill="hold">
                                          <p:stCondLst>
                                            <p:cond delay="103"/>
                                          </p:stCondLst>
                                        </p:cTn>
                                        <p:tgtEl>
                                          <p:spTgt spid="14055"/>
                                        </p:tgtEl>
                                        <p:attrNameLst>
                                          <p:attrName>style.visibility</p:attrName>
                                        </p:attrNameLst>
                                      </p:cBhvr>
                                      <p:to>
                                        <p:strVal val="hidden"/>
                                      </p:to>
                                    </p:set>
                                  </p:childTnLst>
                                </p:cTn>
                              </p:par>
                              <p:par>
                                <p:cTn id="369" presetID="10" presetClass="exit" presetSubtype="0" fill="hold" nodeType="withEffect">
                                  <p:stCondLst>
                                    <p:cond delay="3876"/>
                                  </p:stCondLst>
                                  <p:childTnLst>
                                    <p:animEffect transition="out" filter="fade">
                                      <p:cBhvr>
                                        <p:cTn id="370" dur="104"/>
                                        <p:tgtEl>
                                          <p:spTgt spid="14056"/>
                                        </p:tgtEl>
                                      </p:cBhvr>
                                    </p:animEffect>
                                    <p:set>
                                      <p:cBhvr>
                                        <p:cTn id="371" dur="1" fill="hold">
                                          <p:stCondLst>
                                            <p:cond delay="103"/>
                                          </p:stCondLst>
                                        </p:cTn>
                                        <p:tgtEl>
                                          <p:spTgt spid="14056"/>
                                        </p:tgtEl>
                                        <p:attrNameLst>
                                          <p:attrName>style.visibility</p:attrName>
                                        </p:attrNameLst>
                                      </p:cBhvr>
                                      <p:to>
                                        <p:strVal val="hidden"/>
                                      </p:to>
                                    </p:set>
                                  </p:childTnLst>
                                </p:cTn>
                              </p:par>
                              <p:par>
                                <p:cTn id="372" presetID="10" presetClass="exit" presetSubtype="0" fill="hold" nodeType="withEffect">
                                  <p:stCondLst>
                                    <p:cond delay="3876"/>
                                  </p:stCondLst>
                                  <p:childTnLst>
                                    <p:animEffect transition="out" filter="fade">
                                      <p:cBhvr>
                                        <p:cTn id="373" dur="104"/>
                                        <p:tgtEl>
                                          <p:spTgt spid="14057"/>
                                        </p:tgtEl>
                                      </p:cBhvr>
                                    </p:animEffect>
                                    <p:set>
                                      <p:cBhvr>
                                        <p:cTn id="374" dur="1" fill="hold">
                                          <p:stCondLst>
                                            <p:cond delay="103"/>
                                          </p:stCondLst>
                                        </p:cTn>
                                        <p:tgtEl>
                                          <p:spTgt spid="14057"/>
                                        </p:tgtEl>
                                        <p:attrNameLst>
                                          <p:attrName>style.visibility</p:attrName>
                                        </p:attrNameLst>
                                      </p:cBhvr>
                                      <p:to>
                                        <p:strVal val="hidden"/>
                                      </p:to>
                                    </p:set>
                                  </p:childTnLst>
                                </p:cTn>
                              </p:par>
                              <p:par>
                                <p:cTn id="375" presetID="10" presetClass="entr" presetSubtype="0" fill="hold" nodeType="withEffect">
                                  <p:stCondLst>
                                    <p:cond delay="3876"/>
                                  </p:stCondLst>
                                  <p:childTnLst>
                                    <p:animEffect transition="in" filter="fade">
                                      <p:cBhvr>
                                        <p:cTn id="376" dur="124"/>
                                        <p:tgtEl>
                                          <p:spTgt spid="14059"/>
                                        </p:tgtEl>
                                      </p:cBhvr>
                                    </p:animEffect>
                                    <p:set>
                                      <p:cBhvr>
                                        <p:cTn id="377" dur="1" fill="hold">
                                          <p:stCondLst>
                                            <p:cond delay="0"/>
                                          </p:stCondLst>
                                        </p:cTn>
                                        <p:tgtEl>
                                          <p:spTgt spid="14059"/>
                                        </p:tgtEl>
                                        <p:attrNameLst>
                                          <p:attrName>style.visibility</p:attrName>
                                        </p:attrNameLst>
                                      </p:cBhvr>
                                      <p:to>
                                        <p:strVal val="visible"/>
                                      </p:to>
                                    </p:set>
                                  </p:childTnLst>
                                </p:cTn>
                              </p:par>
                              <p:par>
                                <p:cTn id="378" presetID="10" presetClass="entr" presetSubtype="0" fill="hold" nodeType="withEffect">
                                  <p:stCondLst>
                                    <p:cond delay="3876"/>
                                  </p:stCondLst>
                                  <p:childTnLst>
                                    <p:animEffect transition="in" filter="fade">
                                      <p:cBhvr>
                                        <p:cTn id="379" dur="124"/>
                                        <p:tgtEl>
                                          <p:spTgt spid="14060"/>
                                        </p:tgtEl>
                                      </p:cBhvr>
                                    </p:animEffect>
                                    <p:set>
                                      <p:cBhvr>
                                        <p:cTn id="380" dur="1" fill="hold">
                                          <p:stCondLst>
                                            <p:cond delay="0"/>
                                          </p:stCondLst>
                                        </p:cTn>
                                        <p:tgtEl>
                                          <p:spTgt spid="14060"/>
                                        </p:tgtEl>
                                        <p:attrNameLst>
                                          <p:attrName>style.visibility</p:attrName>
                                        </p:attrNameLst>
                                      </p:cBhvr>
                                      <p:to>
                                        <p:strVal val="visible"/>
                                      </p:to>
                                    </p:set>
                                  </p:childTnLst>
                                </p:cTn>
                              </p:par>
                              <p:par>
                                <p:cTn id="381" presetID="10" presetClass="entr" presetSubtype="0" fill="hold" nodeType="withEffect">
                                  <p:stCondLst>
                                    <p:cond delay="3876"/>
                                  </p:stCondLst>
                                  <p:childTnLst>
                                    <p:animEffect transition="in" filter="fade">
                                      <p:cBhvr>
                                        <p:cTn id="382" dur="124"/>
                                        <p:tgtEl>
                                          <p:spTgt spid="14061"/>
                                        </p:tgtEl>
                                      </p:cBhvr>
                                    </p:animEffect>
                                    <p:set>
                                      <p:cBhvr>
                                        <p:cTn id="383" dur="1" fill="hold">
                                          <p:stCondLst>
                                            <p:cond delay="0"/>
                                          </p:stCondLst>
                                        </p:cTn>
                                        <p:tgtEl>
                                          <p:spTgt spid="14061"/>
                                        </p:tgtEl>
                                        <p:attrNameLst>
                                          <p:attrName>style.visibility</p:attrName>
                                        </p:attrNameLst>
                                      </p:cBhvr>
                                      <p:to>
                                        <p:strVal val="visible"/>
                                      </p:to>
                                    </p:set>
                                  </p:childTnLst>
                                </p:cTn>
                              </p:par>
                              <p:par>
                                <p:cTn id="384" presetID="10" presetClass="entr" presetSubtype="0" fill="hold" nodeType="withEffect">
                                  <p:stCondLst>
                                    <p:cond delay="3876"/>
                                  </p:stCondLst>
                                  <p:childTnLst>
                                    <p:animEffect transition="in" filter="fade">
                                      <p:cBhvr>
                                        <p:cTn id="385" dur="124"/>
                                        <p:tgtEl>
                                          <p:spTgt spid="14062"/>
                                        </p:tgtEl>
                                      </p:cBhvr>
                                    </p:animEffect>
                                    <p:set>
                                      <p:cBhvr>
                                        <p:cTn id="386" dur="1" fill="hold">
                                          <p:stCondLst>
                                            <p:cond delay="0"/>
                                          </p:stCondLst>
                                        </p:cTn>
                                        <p:tgtEl>
                                          <p:spTgt spid="14062"/>
                                        </p:tgtEl>
                                        <p:attrNameLst>
                                          <p:attrName>style.visibility</p:attrName>
                                        </p:attrNameLst>
                                      </p:cBhvr>
                                      <p:to>
                                        <p:strVal val="visible"/>
                                      </p:to>
                                    </p:set>
                                  </p:childTnLst>
                                </p:cTn>
                              </p:par>
                              <p:par>
                                <p:cTn id="387" presetID="10" presetClass="entr" presetSubtype="0" fill="hold" nodeType="withEffect">
                                  <p:stCondLst>
                                    <p:cond delay="3876"/>
                                  </p:stCondLst>
                                  <p:childTnLst>
                                    <p:animEffect transition="in" filter="fade">
                                      <p:cBhvr>
                                        <p:cTn id="388" dur="124"/>
                                        <p:tgtEl>
                                          <p:spTgt spid="14063"/>
                                        </p:tgtEl>
                                      </p:cBhvr>
                                    </p:animEffect>
                                    <p:set>
                                      <p:cBhvr>
                                        <p:cTn id="389" dur="1" fill="hold">
                                          <p:stCondLst>
                                            <p:cond delay="0"/>
                                          </p:stCondLst>
                                        </p:cTn>
                                        <p:tgtEl>
                                          <p:spTgt spid="14063"/>
                                        </p:tgtEl>
                                        <p:attrNameLst>
                                          <p:attrName>style.visibility</p:attrName>
                                        </p:attrNameLst>
                                      </p:cBhvr>
                                      <p:to>
                                        <p:strVal val="visible"/>
                                      </p:to>
                                    </p:set>
                                  </p:childTnLst>
                                </p:cTn>
                              </p:par>
                              <p:par>
                                <p:cTn id="390" presetID="10" presetClass="entr" presetSubtype="0" fill="hold" nodeType="withEffect">
                                  <p:stCondLst>
                                    <p:cond delay="3876"/>
                                  </p:stCondLst>
                                  <p:childTnLst>
                                    <p:animEffect transition="in" filter="fade">
                                      <p:cBhvr>
                                        <p:cTn id="391" dur="124"/>
                                        <p:tgtEl>
                                          <p:spTgt spid="14064"/>
                                        </p:tgtEl>
                                      </p:cBhvr>
                                    </p:animEffect>
                                    <p:set>
                                      <p:cBhvr>
                                        <p:cTn id="392" dur="1" fill="hold">
                                          <p:stCondLst>
                                            <p:cond delay="0"/>
                                          </p:stCondLst>
                                        </p:cTn>
                                        <p:tgtEl>
                                          <p:spTgt spid="14064"/>
                                        </p:tgtEl>
                                        <p:attrNameLst>
                                          <p:attrName>style.visibility</p:attrName>
                                        </p:attrNameLst>
                                      </p:cBhvr>
                                      <p:to>
                                        <p:strVal val="visible"/>
                                      </p:to>
                                    </p:set>
                                  </p:childTnLst>
                                </p:cTn>
                              </p:par>
                              <p:par>
                                <p:cTn id="393" presetID="10" presetClass="entr" presetSubtype="0" fill="hold" nodeType="withEffect">
                                  <p:stCondLst>
                                    <p:cond delay="3876"/>
                                  </p:stCondLst>
                                  <p:childTnLst>
                                    <p:animEffect transition="in" filter="fade">
                                      <p:cBhvr>
                                        <p:cTn id="394" dur="124"/>
                                        <p:tgtEl>
                                          <p:spTgt spid="14065"/>
                                        </p:tgtEl>
                                      </p:cBhvr>
                                    </p:animEffect>
                                    <p:set>
                                      <p:cBhvr>
                                        <p:cTn id="395" dur="1" fill="hold">
                                          <p:stCondLst>
                                            <p:cond delay="0"/>
                                          </p:stCondLst>
                                        </p:cTn>
                                        <p:tgtEl>
                                          <p:spTgt spid="14065"/>
                                        </p:tgtEl>
                                        <p:attrNameLst>
                                          <p:attrName>style.visibility</p:attrName>
                                        </p:attrNameLst>
                                      </p:cBhvr>
                                      <p:to>
                                        <p:strVal val="visible"/>
                                      </p:to>
                                    </p:set>
                                  </p:childTnLst>
                                </p:cTn>
                              </p:par>
                              <p:par>
                                <p:cTn id="396" presetID="10" presetClass="entr" presetSubtype="0" fill="hold" nodeType="withEffect">
                                  <p:stCondLst>
                                    <p:cond delay="3876"/>
                                  </p:stCondLst>
                                  <p:childTnLst>
                                    <p:animEffect transition="in" filter="fade">
                                      <p:cBhvr>
                                        <p:cTn id="397" dur="124"/>
                                        <p:tgtEl>
                                          <p:spTgt spid="14066"/>
                                        </p:tgtEl>
                                      </p:cBhvr>
                                    </p:animEffect>
                                    <p:set>
                                      <p:cBhvr>
                                        <p:cTn id="398" dur="1" fill="hold">
                                          <p:stCondLst>
                                            <p:cond delay="0"/>
                                          </p:stCondLst>
                                        </p:cTn>
                                        <p:tgtEl>
                                          <p:spTgt spid="140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05" grpId="0"/>
      <p:bldP spid="11005" grpId="1"/>
      <p:bldP spid="11006" grpId="0"/>
      <p:bldP spid="11006" grpId="1"/>
      <p:bldP spid="11009" grpId="0"/>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5711</TotalTime>
  <Words>8261</Words>
  <Application>Microsoft Office PowerPoint</Application>
  <PresentationFormat>On-screen Show (16:9)</PresentationFormat>
  <Paragraphs>1145</Paragraphs>
  <Slides>59</Slides>
  <Notes>49</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57</cp:revision>
  <dcterms:created xsi:type="dcterms:W3CDTF">2019-11-27T15:26:32Z</dcterms:created>
  <dcterms:modified xsi:type="dcterms:W3CDTF">2026-09-27T21:49:37Z</dcterms:modified>
</cp:coreProperties>
</file>