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2"/>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53" r:id="rId16"/>
    <p:sldId id="422" r:id="rId17"/>
    <p:sldId id="424" r:id="rId18"/>
    <p:sldId id="425" r:id="rId19"/>
    <p:sldId id="440" r:id="rId20"/>
    <p:sldId id="404" r:id="rId21"/>
    <p:sldId id="405" r:id="rId22"/>
    <p:sldId id="406" r:id="rId23"/>
    <p:sldId id="407" r:id="rId24"/>
    <p:sldId id="408" r:id="rId25"/>
    <p:sldId id="409" r:id="rId26"/>
    <p:sldId id="426" r:id="rId27"/>
    <p:sldId id="441" r:id="rId28"/>
    <p:sldId id="442" r:id="rId29"/>
    <p:sldId id="443" r:id="rId30"/>
    <p:sldId id="435" r:id="rId31"/>
    <p:sldId id="436" r:id="rId32"/>
    <p:sldId id="437" r:id="rId33"/>
    <p:sldId id="438" r:id="rId34"/>
    <p:sldId id="446" r:id="rId35"/>
    <p:sldId id="447" r:id="rId36"/>
    <p:sldId id="450" r:id="rId37"/>
    <p:sldId id="451" r:id="rId38"/>
    <p:sldId id="452" r:id="rId39"/>
    <p:sldId id="448" r:id="rId40"/>
    <p:sldId id="449" r:id="rId41"/>
    <p:sldId id="439" r:id="rId42"/>
    <p:sldId id="421" r:id="rId43"/>
    <p:sldId id="427" r:id="rId44"/>
    <p:sldId id="431" r:id="rId45"/>
    <p:sldId id="428" r:id="rId46"/>
    <p:sldId id="429" r:id="rId47"/>
    <p:sldId id="432" r:id="rId48"/>
    <p:sldId id="430" r:id="rId49"/>
    <p:sldId id="433" r:id="rId50"/>
    <p:sldId id="434" r:id="rId51"/>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24" d="100"/>
          <a:sy n="124" d="100"/>
        </p:scale>
        <p:origin x="1206" y="10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26/09/2026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45</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5.xml"/><Relationship Id="rId7" Type="http://schemas.openxmlformats.org/officeDocument/2006/relationships/image" Target="../media/image1.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neurosim_s4_4.png"/><Relationship Id="rId5" Type="http://schemas.openxmlformats.org/officeDocument/2006/relationships/image" Target="../media/neurosim_s4_5.png"/><Relationship Id="rId4" Type="http://schemas.openxmlformats.org/officeDocument/2006/relationships/notesSlide" Target="../notesSlides/notesSlide4.xml"/><Relationship Id="rId9" Type="http://schemas.openxmlformats.org/officeDocument/2006/relationships/image" Target="../media/image12.png"/><Relationship Id="rIdAudit7" Type="http://schemas.openxmlformats.org/officeDocument/2006/relationships/image" Target="../media/audit_clean_4_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7.xml.rels><?xml version="1.0" encoding="utf-8"?><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4.png"/><Relationship Id="rIdAudit56" Type="http://schemas.openxmlformats.org/officeDocument/2006/relationships/image" Target="../media/audit_clean_7_56.png"/></Relationships>
</file>

<file path=ppt/slides/_rels/slide8.xml.rels><?xml version="1.0" encoding="utf-8"?><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 Id="rIdAudit62" Type="http://schemas.openxmlformats.org/officeDocument/2006/relationships/image" Target="../media/audit_clean_8_62.png"/></Relationships>
</file>

<file path=ppt/slides/_rels/slide9.xml.rels><?xml version="1.0" encoding="utf-8"?><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 Id="rIdAudit60" Type="http://schemas.openxmlformats.org/officeDocument/2006/relationships/image" Target="../media/audit_clean_9_60.png"/></Relationships>
</file>

<file path=ppt/slides/_rels/slide10.xml.rels><?xml version="1.0" encoding="utf-8"?><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 Id="rIdAudit60" Type="http://schemas.openxmlformats.org/officeDocument/2006/relationships/image" Target="../media/audit_clean_10_60.png"/></Relationships>
</file>

<file path=ppt/slides/_rels/slide11.xml.rels><?xml version="1.0" encoding="utf-8"?><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 Id="rIdAudit58" Type="http://schemas.openxmlformats.org/officeDocument/2006/relationships/image" Target="../media/audit_clean_11_58.png"/></Relationships>
</file>

<file path=ppt/slides/_rels/slide12.xml.rels><?xml version="1.0" encoding="utf-8"?><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 Id="rIdAudit54" Type="http://schemas.openxmlformats.org/officeDocument/2006/relationships/image" Target="../media/audit_clean_12_5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19.png"/><Relationship Id="rId5" Type="http://schemas.openxmlformats.org/officeDocument/2006/relationships/image" Target="../media/image1.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20.png"/><Relationship Id="rId5" Type="http://schemas.openxmlformats.org/officeDocument/2006/relationships/image" Target="../media/image1.png"/><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9.xml.rels><?xml version="1.0" encoding="utf-8"?><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 Id="rIdAudit54" Type="http://schemas.openxmlformats.org/officeDocument/2006/relationships/image" Target="../media/audit_clean_12_5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Editable104" Type="http://schemas.openxmlformats.org/officeDocument/2006/relationships/image" Target="../media/editable_382_image157.png"/><Relationship Id="rIdEditable109" Type="http://schemas.openxmlformats.org/officeDocument/2006/relationships/image" Target="../media/editable_387_image162.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5" Type="http://schemas.openxmlformats.org/officeDocument/2006/relationships/image" Target="../media/image23.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3.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7.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6.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25.png"/><Relationship Id="rId5" Type="http://schemas.openxmlformats.org/officeDocument/2006/relationships/image" Target="../media/image24.png"/><Relationship Id="rIdEditable101" Type="http://schemas.openxmlformats.org/officeDocument/2006/relationships/image" Target="../media/editable_389_image169.png"/><Relationship Id="rId4" Type="http://schemas.openxmlformats.org/officeDocument/2006/relationships/notesSlide" Target="../notesSlides/notesSlide24.xml"/><Relationship Id="rIdEditable100" Type="http://schemas.openxmlformats.org/officeDocument/2006/relationships/image" Target="../media/editable_388_image168.png"/><Relationship Id="rIdEditable105" Type="http://schemas.openxmlformats.org/officeDocument/2006/relationships/image" Target="../media/editable_393_image162.png"/><Relationship Id="rId9" Type="http://schemas.openxmlformats.org/officeDocument/2006/relationships/image" Target="../media/image2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7.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6.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25.png"/><Relationship Id="rId5" Type="http://schemas.openxmlformats.org/officeDocument/2006/relationships/image" Target="../media/image29.png"/><Relationship Id="rIdEditable101" Type="http://schemas.openxmlformats.org/officeDocument/2006/relationships/image" Target="../media/editable_395_image169.png"/><Relationship Id="rId4" Type="http://schemas.openxmlformats.org/officeDocument/2006/relationships/notesSlide" Target="../notesSlides/notesSlide25.xml"/><Relationship Id="rIdEditable100" Type="http://schemas.openxmlformats.org/officeDocument/2006/relationships/image" Target="../media/editable_394_image168.png"/><Relationship Id="rIdEditable105" Type="http://schemas.openxmlformats.org/officeDocument/2006/relationships/image" Target="../media/editable_399_image176.png"/><Relationship Id="rId9"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13" Type="http://schemas.openxmlformats.org/officeDocument/2006/relationships/image" Target="../media/image39.png"/><Relationship Id="rId18" Type="http://schemas.openxmlformats.org/officeDocument/2006/relationships/image" Target="../media/image52.png"/><Relationship Id="rId3" Type="http://schemas.openxmlformats.org/officeDocument/2006/relationships/image" Target="../media/image37.png"/><Relationship Id="rId12" Type="http://schemas.openxmlformats.org/officeDocument/2006/relationships/image" Target="../media/image38.png"/><Relationship Id="rId17" Type="http://schemas.openxmlformats.org/officeDocument/2006/relationships/image" Target="../media/image51.png"/><Relationship Id="rId2" Type="http://schemas.openxmlformats.org/officeDocument/2006/relationships/image" Target="../media/image36.png"/><Relationship Id="rId16" Type="http://schemas.openxmlformats.org/officeDocument/2006/relationships/image" Target="../media/image5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png"/><Relationship Id="rId4" Type="http://schemas.openxmlformats.org/officeDocument/2006/relationships/image" Target="../media/image96.png"/><Relationship Id="rId14" Type="http://schemas.openxmlformats.org/officeDocument/2006/relationships/image" Target="../media/image48.png"/></Relationships>
</file>

<file path=ppt/slides/_rels/slide37.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4.png"/><Relationship Id="rId7" Type="http://schemas.openxmlformats.org/officeDocument/2006/relationships/image" Target="../media/image43.png"/><Relationship Id="rId2" Type="http://schemas.openxmlformats.org/officeDocument/2006/relationships/image" Target="../media/image53.png"/><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57.png"/><Relationship Id="rId4" Type="http://schemas.openxmlformats.org/officeDocument/2006/relationships/image" Target="../media/image40.png"/><Relationship Id="rId9" Type="http://schemas.openxmlformats.org/officeDocument/2006/relationships/image" Target="../media/image56.png"/></Relationships>
</file>

<file path=ppt/slides/_rels/slide38.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image" Target="../media/image58.png"/><Relationship Id="rId16" Type="http://schemas.openxmlformats.org/officeDocument/2006/relationships/image" Target="../media/image72.png"/><Relationship Id="rId1" Type="http://schemas.openxmlformats.org/officeDocument/2006/relationships/slideLayout" Target="../slideLayouts/slideLayout12.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5" Type="http://schemas.openxmlformats.org/officeDocument/2006/relationships/image" Target="../media/image7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73.png"/></Relationships>
</file>

<file path=ppt/slides/_rels/slide48.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74.png"/></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75.png"/></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Audit7"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aseline="0" b="0" i="0" u="none">
                  <a:solidFill>
                    <a:srgbClr val="FFFFFF"/>
                  </a:solidFill>
                  <a:latin typeface="Arial"/>
                  <a:ea typeface="Arial"/>
                  <a:cs typeface="Arial"/>
                </a:rPr>
                <a:t xml:space="preserve">Temp in paper</a:t>
              </a:r>
              <a:endParaRPr sz="2093"/>
            </a:p>
          </p:txBody>
        </p:sp>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200">
                        <a:solidFill>
                          <a:srgbClr val="333333"/>
                        </a:solidFill>
                        <a:latin typeface="Cambria Math"/>
                      </a:rPr>
                      <m:t xml:space="preserve">t</m:t>
                    </m:r>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r>
                          <m:rPr>
                            <m:sty m:val="p"/>
                          </m:rPr>
                          <a:rPr sz="1200">
                            <a:solidFill>
                              <a:srgbClr val="333333"/>
                            </a:solidFill>
                            <a:latin typeface="Cambria Math"/>
                          </a:rPr>
                          <m:t xml:space="preserve">,</m:t>
                        </m:r>
                        <m:r>
                          <m:rPr>
                            <m:sty m:val="p"/>
                          </m:rPr>
                          <a:rPr sz="1200">
                            <a:solidFill>
                              <a:srgbClr val="333333"/>
                            </a:solidFill>
                            <a:latin typeface="Cambria Math"/>
                          </a:rPr>
                          <m:t xml:space="preserve">0</m:t>
                        </m:r>
                      </m:e>
                    </m:d>
                    <m:r>
                      <m:rPr>
                        <m:sty m:val="p"/>
                      </m:rPr>
                      <a:rPr sz="1200">
                        <a:solidFill>
                          <a:srgbClr val="333333"/>
                        </a:solidFill>
                        <a:latin typeface="Cambria Math"/>
                      </a:rPr>
                      <m:t xml:space="preserve"> </m:t>
                    </m:r>
                    <m:r>
                      <m:rPr>
                        <m:sty m:val="p"/>
                      </m:rPr>
                      <a:rPr sz="1200">
                        <a:solidFill>
                          <a:srgbClr val="333333"/>
                        </a:solidFill>
                        <a:latin typeface="Cambria Math"/>
                      </a:rPr>
                      <m:t xml:space="preserve">=</m:t>
                    </m:r>
                    <m:r>
                      <m:rPr>
                        <m:sty m:val="p"/>
                      </m:rPr>
                      <a:rPr sz="1200">
                        <a:solidFill>
                          <a:srgbClr val="333333"/>
                        </a:solidFill>
                        <a:latin typeface="Cambria Math"/>
                      </a:rPr>
                      <m:t xml:space="preserve"> </m:t>
                    </m:r>
                    <m:r>
                      <m:rPr>
                        <m:sty m:val="p"/>
                      </m:rPr>
                      <a:rPr sz="1200">
                        <a:solidFill>
                          <a:srgbClr val="333333"/>
                        </a:solidFill>
                        <a:latin typeface="Cambria Math"/>
                      </a:rPr>
                      <m:t xml:space="preserve">0</m:t>
                    </m:r>
                  </m:oMath>
                </m:oMathPara>
              </a14:m>
              <a:endParaRPr sz="1200"/>
            </a:p>
          </p:txBody>
        </p:sp>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200">
                        <a:solidFill>
                          <a:srgbClr val="333333"/>
                        </a:solidFill>
                        <a:latin typeface="Cambria Math"/>
                      </a:rPr>
                      <m:t xml:space="preserve">t</m:t>
                    </m:r>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r>
                          <m:rPr>
                            <m:sty m:val="p"/>
                          </m:rPr>
                          <a:rPr sz="1200">
                            <a:solidFill>
                              <a:srgbClr val="333333"/>
                            </a:solidFill>
                            <a:latin typeface="Cambria Math"/>
                          </a:rPr>
                          <m:t xml:space="preserve">,</m:t>
                        </m:r>
                        <m:r>
                          <m:rPr>
                            <m:sty m:val="p"/>
                          </m:rPr>
                          <a:rPr sz="1200">
                            <a:solidFill>
                              <a:srgbClr val="333333"/>
                            </a:solidFill>
                            <a:latin typeface="Cambria Math"/>
                          </a:rPr>
                          <m:t xml:space="preserve">1</m:t>
                        </m:r>
                      </m:e>
                    </m:d>
                    <m:r>
                      <m:rPr>
                        <m:sty m:val="p"/>
                      </m:rPr>
                      <a:rPr sz="1200">
                        <a:solidFill>
                          <a:srgbClr val="333333"/>
                        </a:solidFill>
                        <a:latin typeface="Cambria Math"/>
                      </a:rPr>
                      <m:t xml:space="preserve"> </m:t>
                    </m:r>
                    <m:r>
                      <m:rPr>
                        <m:sty m:val="p"/>
                      </m:rPr>
                      <a:rPr sz="1200">
                        <a:solidFill>
                          <a:srgbClr val="333333"/>
                        </a:solidFill>
                        <a:latin typeface="Cambria Math"/>
                      </a:rPr>
                      <m:t xml:space="preserve">=</m:t>
                    </m:r>
                    <m:r>
                      <m:rPr>
                        <m:sty m:val="p"/>
                      </m:rPr>
                      <a:rPr sz="1200">
                        <a:solidFill>
                          <a:srgbClr val="333333"/>
                        </a:solidFill>
                        <a:latin typeface="Cambria Math"/>
                      </a:rPr>
                      <m:t xml:space="preserve"> </m:t>
                    </m:r>
                    <m:r>
                      <m:rPr>
                        <m:sty m:val="p"/>
                      </m:rPr>
                      <a:rPr sz="1200">
                        <a:solidFill>
                          <a:srgbClr val="333333"/>
                        </a:solidFill>
                        <a:latin typeface="Cambria Math"/>
                      </a:rPr>
                      <m:t xml:space="preserve">0</m:t>
                    </m:r>
                  </m:oMath>
                </m:oMathPara>
              </a14:m>
              <a:endParaRPr sz="1200"/>
            </a:p>
          </p:txBody>
        </p:sp>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1">
                        <a:solidFill>
                          <a:srgbClr val="786D5E"/>
                        </a:solidFill>
                        <a:latin typeface="Cambria Math"/>
                      </a:rPr>
                      <m:t xml:space="preserve">s</m:t>
                    </m:r>
                    <m:r>
                      <m:rPr>
                        <m:sty m:val="i"/>
                      </m:rPr>
                      <a:rPr sz="1701">
                        <a:solidFill>
                          <a:srgbClr val="786D5E"/>
                        </a:solidFill>
                        <a:latin typeface="Cambria Math"/>
                      </a:rPr>
                      <m:t xml:space="preserve"> </m:t>
                    </m:r>
                    <m:r>
                      <m:rPr>
                        <m:sty m:val="i"/>
                      </m:rPr>
                      <a:rPr sz="1701">
                        <a:solidFill>
                          <a:srgbClr val="786D5E"/>
                        </a:solidFill>
                        <a:latin typeface="Cambria Math"/>
                      </a:rPr>
                      <m:t xml:space="preserve">=</m:t>
                    </m:r>
                    <m:r>
                      <m:rPr>
                        <m:sty m:val="i"/>
                      </m:rPr>
                      <a:rPr sz="1701">
                        <a:solidFill>
                          <a:srgbClr val="786D5E"/>
                        </a:solidFill>
                        <a:latin typeface="Cambria Math"/>
                      </a:rPr>
                      <m:t xml:space="preserve"> </m:t>
                    </m:r>
                    <m:r>
                      <m:rPr>
                        <m:sty m:val="i"/>
                      </m:rPr>
                      <a:rPr sz="1701">
                        <a:solidFill>
                          <a:srgbClr val="786D5E"/>
                        </a:solidFill>
                        <a:latin typeface="Cambria Math"/>
                      </a:rPr>
                      <m:t xml:space="preserve">0</m:t>
                    </m:r>
                  </m:oMath>
                </m:oMathPara>
              </a14:m>
              <a:endParaRPr sz="1701"/>
            </a:p>
          </p:txBody>
        </p:sp>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1">
                        <a:solidFill>
                          <a:srgbClr val="786D5E"/>
                        </a:solidFill>
                        <a:latin typeface="Cambria Math"/>
                      </a:rPr>
                      <m:t xml:space="preserve">s</m:t>
                    </m:r>
                  </m:oMath>
                </m:oMathPara>
              </a14:m>
              <a:endParaRPr sz="1701"/>
            </a:p>
          </p:txBody>
        </p:sp>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1">
                        <a:solidFill>
                          <a:srgbClr val="786D5E"/>
                        </a:solidFill>
                        <a:latin typeface="Cambria Math"/>
                      </a:rPr>
                      <m:t xml:space="preserve">s</m:t>
                    </m:r>
                    <m:r>
                      <m:rPr>
                        <m:sty m:val="i"/>
                      </m:rPr>
                      <a:rPr sz="1701">
                        <a:solidFill>
                          <a:srgbClr val="786D5E"/>
                        </a:solidFill>
                        <a:latin typeface="Cambria Math"/>
                      </a:rPr>
                      <m:t xml:space="preserve"> </m:t>
                    </m:r>
                    <m:r>
                      <m:rPr>
                        <m:sty m:val="i"/>
                      </m:rPr>
                      <a:rPr sz="1701">
                        <a:solidFill>
                          <a:srgbClr val="786D5E"/>
                        </a:solidFill>
                        <a:latin typeface="Cambria Math"/>
                      </a:rPr>
                      <m:t xml:space="preserve">=</m:t>
                    </m:r>
                    <m:r>
                      <m:rPr>
                        <m:sty m:val="i"/>
                      </m:rPr>
                      <a:rPr sz="1701">
                        <a:solidFill>
                          <a:srgbClr val="786D5E"/>
                        </a:solidFill>
                        <a:latin typeface="Cambria Math"/>
                      </a:rPr>
                      <m:t xml:space="preserve"> </m:t>
                    </m:r>
                    <m:r>
                      <m:rPr>
                        <m:sty m:val="i"/>
                      </m:rPr>
                      <a:rPr sz="1701">
                        <a:solidFill>
                          <a:srgbClr val="786D5E"/>
                        </a:solidFill>
                        <a:latin typeface="Cambria Math"/>
                      </a:rPr>
                      <m:t xml:space="preserve">1</m:t>
                    </m:r>
                  </m:oMath>
                </m:oMathPara>
              </a14:m>
              <a:endParaRPr sz="1701"/>
            </a:p>
          </p:txBody>
        </p:sp>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aseline="0" b="0" i="0" u="none">
                <a:solidFill>
                  <a:srgbClr val="252529"/>
                </a:solidFill>
                <a:latin typeface="Arial"/>
                <a:ea typeface="Arial"/>
                <a:cs typeface="Arial"/>
              </a:rPr>
              <a:t xml:space="preserve">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aseline="0" b="0" i="0" u="none">
                <a:solidFill>
                  <a:srgbClr val="737D85"/>
                </a:solidFill>
                <a:latin typeface="Arial"/>
                <a:ea typeface="Arial"/>
                <a:cs typeface="Arial"/>
              </a:rPr>
              <a:t xml:space="preserve">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aseline="0" b="0" i="0" u="none">
                <a:solidFill>
                  <a:srgbClr val="737D85"/>
                </a:solidFill>
                <a:latin typeface="Arial"/>
                <a:ea typeface="Arial"/>
                <a:cs typeface="Arial"/>
              </a:rPr>
              <a:t xml:space="preserve">Heater off</a:t>
            </a:r>
            <a:endParaRPr sz="830"/>
          </a:p>
        </p:txBody>
      </p:sp>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83">
                      <a:solidFill>
                        <a:srgbClr val="C81919"/>
                      </a:solidFill>
                      <a:latin typeface="Cambria Math"/>
                    </a:rPr>
                    <m:t xml:space="preserve">δ</m:t>
                  </m:r>
                  <m:r>
                    <m:rPr>
                      <m:sty m:val="p"/>
                    </m:rPr>
                    <a:rPr sz="983">
                      <a:solidFill>
                        <a:srgbClr val="C81919"/>
                      </a:solidFill>
                      <a:latin typeface="Cambria Math"/>
                    </a:rPr>
                    <m:t xml:space="preserve"> </m:t>
                  </m:r>
                  <m:r>
                    <m:rPr>
                      <m:sty m:val="p"/>
                    </m:rPr>
                    <a:rPr sz="983">
                      <a:solidFill>
                        <a:srgbClr val="C81919"/>
                      </a:solidFill>
                      <a:latin typeface="Cambria Math"/>
                    </a:rPr>
                    <m:t xml:space="preserve">=</m:t>
                  </m:r>
                  <m:r>
                    <m:rPr>
                      <m:sty m:val="p"/>
                    </m:rPr>
                    <a:rPr sz="983">
                      <a:solidFill>
                        <a:srgbClr val="C81919"/>
                      </a:solidFill>
                      <a:latin typeface="Cambria Math"/>
                    </a:rPr>
                    <m:t xml:space="preserve"> </m:t>
                  </m:r>
                  <m:r>
                    <m:rPr>
                      <m:sty m:val="p"/>
                    </m:rPr>
                    <a:rPr sz="983">
                      <a:solidFill>
                        <a:srgbClr val="C81919"/>
                      </a:solidFill>
                      <a:latin typeface="Cambria Math"/>
                    </a:rPr>
                    <m:t xml:space="preserve">+</m:t>
                  </m:r>
                  <m:r>
                    <m:rPr>
                      <m:sty m:val="p"/>
                    </m:rPr>
                    <a:rPr sz="983">
                      <a:solidFill>
                        <a:srgbClr val="C81919"/>
                      </a:solidFill>
                      <a:latin typeface="Cambria Math"/>
                    </a:rPr>
                    <m:t xml:space="preserve">0</m:t>
                  </m:r>
                  <m:r>
                    <m:rPr>
                      <m:sty m:val="p"/>
                    </m:rPr>
                    <a:rPr sz="983">
                      <a:solidFill>
                        <a:srgbClr val="C81919"/>
                      </a:solidFill>
                      <a:latin typeface="Cambria Math"/>
                    </a:rPr>
                    <m:t xml:space="preserve">.</m:t>
                  </m:r>
                  <m:r>
                    <m:rPr>
                      <m:sty m:val="p"/>
                    </m:rPr>
                    <a:rPr sz="983">
                      <a:solidFill>
                        <a:srgbClr val="C81919"/>
                      </a:solidFill>
                      <a:latin typeface="Cambria Math"/>
                    </a:rPr>
                    <m:t xml:space="preserve">4</m:t>
                  </m:r>
                  <m:r>
                    <m:rPr>
                      <m:sty m:val="p"/>
                    </m:rPr>
                    <a:rPr sz="983">
                      <a:solidFill>
                        <a:srgbClr val="C81919"/>
                      </a:solidFill>
                      <a:latin typeface="Cambria Math"/>
                    </a:rPr>
                    <m:t xml:space="preserve">7</m:t>
                  </m:r>
                  <m:r>
                    <m:rPr>
                      <m:sty m:val="p"/>
                    </m:rPr>
                    <a:rPr sz="983">
                      <a:solidFill>
                        <a:srgbClr val="C81919"/>
                      </a:solidFill>
                      <a:latin typeface="Cambria Math"/>
                    </a:rPr>
                    <m:t xml:space="preserve">2</m:t>
                  </m:r>
                </m:oMath>
              </m:oMathPara>
            </a14:m>
            <a:endParaRPr sz="983"/>
          </a:p>
        </p:txBody>
      </p:sp>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83">
                      <a:solidFill>
                        <a:srgbClr val="C81919"/>
                      </a:solidFill>
                      <a:latin typeface="Cambria Math"/>
                    </a:rPr>
                    <m:t xml:space="preserve">δ</m:t>
                  </m:r>
                  <m:r>
                    <m:rPr>
                      <m:sty m:val="p"/>
                    </m:rPr>
                    <a:rPr sz="983">
                      <a:solidFill>
                        <a:srgbClr val="C81919"/>
                      </a:solidFill>
                      <a:latin typeface="Cambria Math"/>
                    </a:rPr>
                    <m:t xml:space="preserve"> </m:t>
                  </m:r>
                  <m:r>
                    <m:rPr>
                      <m:sty m:val="p"/>
                    </m:rPr>
                    <a:rPr sz="983">
                      <a:solidFill>
                        <a:srgbClr val="C81919"/>
                      </a:solidFill>
                      <a:latin typeface="Cambria Math"/>
                    </a:rPr>
                    <m:t xml:space="preserve">=</m:t>
                  </m:r>
                  <m:r>
                    <m:rPr>
                      <m:sty m:val="p"/>
                    </m:rPr>
                    <a:rPr sz="983">
                      <a:solidFill>
                        <a:srgbClr val="C81919"/>
                      </a:solidFill>
                      <a:latin typeface="Cambria Math"/>
                    </a:rPr>
                    <m:t xml:space="preserve"> </m:t>
                  </m:r>
                  <m:r>
                    <m:rPr>
                      <m:sty m:val="p"/>
                    </m:rPr>
                    <a:rPr sz="983">
                      <a:solidFill>
                        <a:srgbClr val="C81919"/>
                      </a:solidFill>
                      <a:latin typeface="Cambria Math"/>
                    </a:rPr>
                    <m:t xml:space="preserve">+</m:t>
                  </m:r>
                  <m:r>
                    <m:rPr>
                      <m:sty m:val="p"/>
                    </m:rPr>
                    <a:rPr sz="983">
                      <a:solidFill>
                        <a:srgbClr val="C81919"/>
                      </a:solidFill>
                      <a:latin typeface="Cambria Math"/>
                    </a:rPr>
                    <m:t xml:space="preserve">0</m:t>
                  </m:r>
                  <m:r>
                    <m:rPr>
                      <m:sty m:val="p"/>
                    </m:rPr>
                    <a:rPr sz="983">
                      <a:solidFill>
                        <a:srgbClr val="C81919"/>
                      </a:solidFill>
                      <a:latin typeface="Cambria Math"/>
                    </a:rPr>
                    <m:t xml:space="preserve">.</m:t>
                  </m:r>
                  <m:r>
                    <m:rPr>
                      <m:sty m:val="p"/>
                    </m:rPr>
                    <a:rPr sz="983">
                      <a:solidFill>
                        <a:srgbClr val="C81919"/>
                      </a:solidFill>
                      <a:latin typeface="Cambria Math"/>
                    </a:rPr>
                    <m:t xml:space="preserve">3</m:t>
                  </m:r>
                  <m:r>
                    <m:rPr>
                      <m:sty m:val="p"/>
                    </m:rPr>
                    <a:rPr sz="983">
                      <a:solidFill>
                        <a:srgbClr val="C81919"/>
                      </a:solidFill>
                      <a:latin typeface="Cambria Math"/>
                    </a:rPr>
                    <m:t xml:space="preserve">3</m:t>
                  </m:r>
                  <m:r>
                    <m:rPr>
                      <m:sty m:val="p"/>
                    </m:rPr>
                    <a:rPr sz="983">
                      <a:solidFill>
                        <a:srgbClr val="C81919"/>
                      </a:solidFill>
                      <a:latin typeface="Cambria Math"/>
                    </a:rPr>
                    <m:t xml:space="preserve">8</m:t>
                  </m:r>
                </m:oMath>
              </m:oMathPara>
            </a14:m>
            <a:endParaRPr sz="983"/>
          </a:p>
        </p:txBody>
      </p:sp>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83">
                      <a:solidFill>
                        <a:srgbClr val="C81919"/>
                      </a:solidFill>
                      <a:latin typeface="Cambria Math"/>
                    </a:rPr>
                    <m:t xml:space="preserve">δ</m:t>
                  </m:r>
                  <m:r>
                    <m:rPr>
                      <m:sty m:val="p"/>
                    </m:rPr>
                    <a:rPr sz="983">
                      <a:solidFill>
                        <a:srgbClr val="C81919"/>
                      </a:solidFill>
                      <a:latin typeface="Cambria Math"/>
                    </a:rPr>
                    <m:t xml:space="preserve"> </m:t>
                  </m:r>
                  <m:r>
                    <m:rPr>
                      <m:sty m:val="p"/>
                    </m:rPr>
                    <a:rPr sz="983">
                      <a:solidFill>
                        <a:srgbClr val="C81919"/>
                      </a:solidFill>
                      <a:latin typeface="Cambria Math"/>
                    </a:rPr>
                    <m:t xml:space="preserve">=</m:t>
                  </m:r>
                  <m:r>
                    <m:rPr>
                      <m:sty m:val="p"/>
                    </m:rPr>
                    <a:rPr sz="983">
                      <a:solidFill>
                        <a:srgbClr val="C81919"/>
                      </a:solidFill>
                      <a:latin typeface="Cambria Math"/>
                    </a:rPr>
                    <m:t xml:space="preserve"> </m:t>
                  </m:r>
                  <m:r>
                    <m:rPr>
                      <m:sty m:val="p"/>
                    </m:rPr>
                    <a:rPr sz="983">
                      <a:solidFill>
                        <a:srgbClr val="C81919"/>
                      </a:solidFill>
                      <a:latin typeface="Cambria Math"/>
                    </a:rPr>
                    <m:t xml:space="preserve">+</m:t>
                  </m:r>
                  <m:r>
                    <m:rPr>
                      <m:sty m:val="p"/>
                    </m:rPr>
                    <a:rPr sz="983">
                      <a:solidFill>
                        <a:srgbClr val="C81919"/>
                      </a:solidFill>
                      <a:latin typeface="Cambria Math"/>
                    </a:rPr>
                    <m:t xml:space="preserve">0</m:t>
                  </m:r>
                  <m:r>
                    <m:rPr>
                      <m:sty m:val="p"/>
                    </m:rPr>
                    <a:rPr sz="983">
                      <a:solidFill>
                        <a:srgbClr val="C81919"/>
                      </a:solidFill>
                      <a:latin typeface="Cambria Math"/>
                    </a:rPr>
                    <m:t xml:space="preserve">.</m:t>
                  </m:r>
                  <m:r>
                    <m:rPr>
                      <m:sty m:val="p"/>
                    </m:rPr>
                    <a:rPr sz="983">
                      <a:solidFill>
                        <a:srgbClr val="C81919"/>
                      </a:solidFill>
                      <a:latin typeface="Cambria Math"/>
                    </a:rPr>
                    <m:t xml:space="preserve">3</m:t>
                  </m:r>
                  <m:r>
                    <m:rPr>
                      <m:sty m:val="p"/>
                    </m:rPr>
                    <a:rPr sz="983">
                      <a:solidFill>
                        <a:srgbClr val="C81919"/>
                      </a:solidFill>
                      <a:latin typeface="Cambria Math"/>
                    </a:rPr>
                    <m:t xml:space="preserve">2</m:t>
                  </m:r>
                  <m:r>
                    <m:rPr>
                      <m:sty m:val="p"/>
                    </m:rPr>
                    <a:rPr sz="983">
                      <a:solidFill>
                        <a:srgbClr val="C81919"/>
                      </a:solidFill>
                      <a:latin typeface="Cambria Math"/>
                    </a:rPr>
                    <m:t xml:space="preserve">6</m:t>
                  </m:r>
                </m:oMath>
              </m:oMathPara>
            </a14:m>
            <a:endParaRPr sz="983"/>
          </a:p>
        </p:txBody>
      </p:sp>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83">
                      <a:solidFill>
                        <a:srgbClr val="C81919"/>
                      </a:solidFill>
                      <a:latin typeface="Cambria Math"/>
                    </a:rPr>
                    <m:t xml:space="preserve">δ</m:t>
                  </m:r>
                  <m:r>
                    <m:rPr>
                      <m:sty m:val="p"/>
                    </m:rPr>
                    <a:rPr sz="983">
                      <a:solidFill>
                        <a:srgbClr val="C81919"/>
                      </a:solidFill>
                      <a:latin typeface="Cambria Math"/>
                    </a:rPr>
                    <m:t xml:space="preserve"> </m:t>
                  </m:r>
                  <m:r>
                    <m:rPr>
                      <m:sty m:val="p"/>
                    </m:rPr>
                    <a:rPr sz="983">
                      <a:solidFill>
                        <a:srgbClr val="C81919"/>
                      </a:solidFill>
                      <a:latin typeface="Cambria Math"/>
                    </a:rPr>
                    <m:t xml:space="preserve">=</m:t>
                  </m:r>
                  <m:r>
                    <m:rPr>
                      <m:sty m:val="p"/>
                    </m:rPr>
                    <a:rPr sz="983">
                      <a:solidFill>
                        <a:srgbClr val="C81919"/>
                      </a:solidFill>
                      <a:latin typeface="Cambria Math"/>
                    </a:rPr>
                    <m:t xml:space="preserve"> </m:t>
                  </m:r>
                  <m:r>
                    <m:rPr>
                      <m:sty m:val="p"/>
                    </m:rPr>
                    <a:rPr sz="983">
                      <a:solidFill>
                        <a:srgbClr val="C81919"/>
                      </a:solidFill>
                      <a:latin typeface="Cambria Math"/>
                    </a:rPr>
                    <m:t xml:space="preserve">+</m:t>
                  </m:r>
                  <m:r>
                    <m:rPr>
                      <m:sty m:val="p"/>
                    </m:rPr>
                    <a:rPr sz="983">
                      <a:solidFill>
                        <a:srgbClr val="C81919"/>
                      </a:solidFill>
                      <a:latin typeface="Cambria Math"/>
                    </a:rPr>
                    <m:t xml:space="preserve">0</m:t>
                  </m:r>
                  <m:r>
                    <m:rPr>
                      <m:sty m:val="p"/>
                    </m:rPr>
                    <a:rPr sz="983">
                      <a:solidFill>
                        <a:srgbClr val="C81919"/>
                      </a:solidFill>
                      <a:latin typeface="Cambria Math"/>
                    </a:rPr>
                    <m:t xml:space="preserve">.</m:t>
                  </m:r>
                  <m:r>
                    <m:rPr>
                      <m:sty m:val="p"/>
                    </m:rPr>
                    <a:rPr sz="983">
                      <a:solidFill>
                        <a:srgbClr val="C81919"/>
                      </a:solidFill>
                      <a:latin typeface="Cambria Math"/>
                    </a:rPr>
                    <m:t xml:space="preserve">2</m:t>
                  </m:r>
                  <m:r>
                    <m:rPr>
                      <m:sty m:val="p"/>
                    </m:rPr>
                    <a:rPr sz="983">
                      <a:solidFill>
                        <a:srgbClr val="C81919"/>
                      </a:solidFill>
                      <a:latin typeface="Cambria Math"/>
                    </a:rPr>
                    <m:t xml:space="preserve">9</m:t>
                  </m:r>
                  <m:r>
                    <m:rPr>
                      <m:sty m:val="p"/>
                    </m:rPr>
                    <a:rPr sz="983">
                      <a:solidFill>
                        <a:srgbClr val="C81919"/>
                      </a:solidFill>
                      <a:latin typeface="Cambria Math"/>
                    </a:rPr>
                    <m:t xml:space="preserve">2</m:t>
                  </m:r>
                </m:oMath>
              </m:oMathPara>
            </a14:m>
            <a:endParaRPr sz="983"/>
          </a:p>
        </p:txBody>
      </p:sp>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83">
                      <a:solidFill>
                        <a:srgbClr val="174A80"/>
                      </a:solidFill>
                      <a:latin typeface="Cambria Math"/>
                    </a:rPr>
                    <m:t xml:space="preserve">δ</m:t>
                  </m:r>
                  <m:r>
                    <m:rPr>
                      <m:sty m:val="p"/>
                    </m:rPr>
                    <a:rPr sz="983">
                      <a:solidFill>
                        <a:srgbClr val="174A80"/>
                      </a:solidFill>
                      <a:latin typeface="Cambria Math"/>
                    </a:rPr>
                    <m:t xml:space="preserve"> </m:t>
                  </m:r>
                  <m:r>
                    <m:rPr>
                      <m:sty m:val="p"/>
                    </m:rPr>
                    <a:rPr sz="983">
                      <a:solidFill>
                        <a:srgbClr val="174A80"/>
                      </a:solidFill>
                      <a:latin typeface="Cambria Math"/>
                    </a:rPr>
                    <m:t xml:space="preserve">=</m:t>
                  </m:r>
                  <m:r>
                    <m:rPr>
                      <m:sty m:val="p"/>
                    </m:rPr>
                    <a:rPr sz="983">
                      <a:solidFill>
                        <a:srgbClr val="174A80"/>
                      </a:solidFill>
                      <a:latin typeface="Cambria Math"/>
                    </a:rPr>
                    <m:t xml:space="preserve"> </m:t>
                  </m:r>
                  <m:r>
                    <m:rPr>
                      <m:sty m:val="p"/>
                    </m:rPr>
                    <a:rPr sz="983">
                      <a:solidFill>
                        <a:srgbClr val="174A80"/>
                      </a:solidFill>
                      <a:latin typeface="Cambria Math"/>
                    </a:rPr>
                    <m:t xml:space="preserve">+</m:t>
                  </m:r>
                  <m:r>
                    <m:rPr>
                      <m:sty m:val="p"/>
                    </m:rPr>
                    <a:rPr sz="983">
                      <a:solidFill>
                        <a:srgbClr val="174A80"/>
                      </a:solidFill>
                      <a:latin typeface="Cambria Math"/>
                    </a:rPr>
                    <m:t xml:space="preserve">0</m:t>
                  </m:r>
                  <m:r>
                    <m:rPr>
                      <m:sty m:val="p"/>
                    </m:rPr>
                    <a:rPr sz="983">
                      <a:solidFill>
                        <a:srgbClr val="174A80"/>
                      </a:solidFill>
                      <a:latin typeface="Cambria Math"/>
                    </a:rPr>
                    <m:t xml:space="preserve">.</m:t>
                  </m:r>
                  <m:r>
                    <m:rPr>
                      <m:sty m:val="p"/>
                    </m:rPr>
                    <a:rPr sz="983">
                      <a:solidFill>
                        <a:srgbClr val="174A80"/>
                      </a:solidFill>
                      <a:latin typeface="Cambria Math"/>
                    </a:rPr>
                    <m:t xml:space="preserve">1</m:t>
                  </m:r>
                  <m:r>
                    <m:rPr>
                      <m:sty m:val="p"/>
                    </m:rPr>
                    <a:rPr sz="983">
                      <a:solidFill>
                        <a:srgbClr val="174A80"/>
                      </a:solidFill>
                      <a:latin typeface="Cambria Math"/>
                    </a:rPr>
                    <m:t xml:space="preserve">1</m:t>
                  </m:r>
                  <m:r>
                    <m:rPr>
                      <m:sty m:val="p"/>
                    </m:rPr>
                    <a:rPr sz="983">
                      <a:solidFill>
                        <a:srgbClr val="174A80"/>
                      </a:solidFill>
                      <a:latin typeface="Cambria Math"/>
                    </a:rPr>
                    <m:t xml:space="preserve">0</m:t>
                  </m:r>
                </m:oMath>
              </m:oMathPara>
            </a14:m>
            <a:endParaRPr sz="983"/>
          </a:p>
        </p:txBody>
      </p:sp>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83">
                      <a:solidFill>
                        <a:srgbClr val="174A80"/>
                      </a:solidFill>
                      <a:latin typeface="Cambria Math"/>
                    </a:rPr>
                    <m:t xml:space="preserve">δ</m:t>
                  </m:r>
                  <m:r>
                    <m:rPr>
                      <m:sty m:val="p"/>
                    </m:rPr>
                    <a:rPr sz="983">
                      <a:solidFill>
                        <a:srgbClr val="174A80"/>
                      </a:solidFill>
                      <a:latin typeface="Cambria Math"/>
                    </a:rPr>
                    <m:t xml:space="preserve"> </m:t>
                  </m:r>
                  <m:r>
                    <m:rPr>
                      <m:sty m:val="p"/>
                    </m:rPr>
                    <a:rPr sz="983">
                      <a:solidFill>
                        <a:srgbClr val="174A80"/>
                      </a:solidFill>
                      <a:latin typeface="Cambria Math"/>
                    </a:rPr>
                    <m:t xml:space="preserve">=</m:t>
                  </m:r>
                  <m:r>
                    <m:rPr>
                      <m:sty m:val="p"/>
                    </m:rPr>
                    <a:rPr sz="983">
                      <a:solidFill>
                        <a:srgbClr val="174A80"/>
                      </a:solidFill>
                      <a:latin typeface="Cambria Math"/>
                    </a:rPr>
                    <m:t xml:space="preserve"> </m:t>
                  </m:r>
                  <m:r>
                    <m:rPr>
                      <m:sty m:val="p"/>
                    </m:rPr>
                    <a:rPr sz="983">
                      <a:solidFill>
                        <a:srgbClr val="174A80"/>
                      </a:solidFill>
                      <a:latin typeface="Cambria Math"/>
                    </a:rPr>
                    <m:t xml:space="preserve">−</m:t>
                  </m:r>
                  <m:r>
                    <m:rPr>
                      <m:sty m:val="p"/>
                    </m:rPr>
                    <a:rPr sz="983">
                      <a:solidFill>
                        <a:srgbClr val="174A80"/>
                      </a:solidFill>
                      <a:latin typeface="Cambria Math"/>
                    </a:rPr>
                    <m:t xml:space="preserve">0</m:t>
                  </m:r>
                  <m:r>
                    <m:rPr>
                      <m:sty m:val="p"/>
                    </m:rPr>
                    <a:rPr sz="983">
                      <a:solidFill>
                        <a:srgbClr val="174A80"/>
                      </a:solidFill>
                      <a:latin typeface="Cambria Math"/>
                    </a:rPr>
                    <m:t xml:space="preserve">.</m:t>
                  </m:r>
                  <m:r>
                    <m:rPr>
                      <m:sty m:val="p"/>
                    </m:rPr>
                    <a:rPr sz="983">
                      <a:solidFill>
                        <a:srgbClr val="174A80"/>
                      </a:solidFill>
                      <a:latin typeface="Cambria Math"/>
                    </a:rPr>
                    <m:t xml:space="preserve">2</m:t>
                  </m:r>
                  <m:r>
                    <m:rPr>
                      <m:sty m:val="p"/>
                    </m:rPr>
                    <a:rPr sz="983">
                      <a:solidFill>
                        <a:srgbClr val="174A80"/>
                      </a:solidFill>
                      <a:latin typeface="Cambria Math"/>
                    </a:rPr>
                    <m:t xml:space="preserve">0</m:t>
                  </m:r>
                  <m:r>
                    <m:rPr>
                      <m:sty m:val="p"/>
                    </m:rPr>
                    <a:rPr sz="983">
                      <a:solidFill>
                        <a:srgbClr val="174A80"/>
                      </a:solidFill>
                      <a:latin typeface="Cambria Math"/>
                    </a:rPr>
                    <m:t xml:space="preserve">6</m:t>
                  </m:r>
                </m:oMath>
              </m:oMathPara>
            </a14:m>
            <a:endParaRPr sz="983"/>
          </a:p>
        </p:txBody>
      </p:sp>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aseline="0" b="0" i="0" u="none">
                <a:solidFill>
                  <a:srgbClr val="C81919"/>
                </a:solidFill>
                <a:latin typeface="Arial"/>
                <a:ea typeface="Arial"/>
                <a:cs typeface="Arial"/>
              </a:rPr>
              <a:t xml:space="preserve">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Audit56"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aseline="0" b="0" i="0" u="none">
                  <a:solidFill>
                    <a:srgbClr val="252529"/>
                  </a:solidFill>
                  <a:latin typeface="Arial"/>
                  <a:ea typeface="Arial"/>
                  <a:cs typeface="Arial"/>
                </a:rPr>
                <a:t xml:space="preserve">Proto</a:t>
              </a:r>
              <a:endParaRPr sz="120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aseline="0" b="0" i="0" u="none">
                  <a:solidFill>
                    <a:srgbClr val="252529"/>
                  </a:solidFill>
                  <a:latin typeface="Arial"/>
                  <a:ea typeface="Arial"/>
                  <a:cs typeface="Arial"/>
                </a:rPr>
                <a:t xml:space="preserve">STN</a:t>
              </a:r>
              <a:endParaRPr sz="1200"/>
            </a:p>
          </p:txBody>
        </p:sp>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174A80"/>
                        </a:solidFill>
                        <a:latin typeface="Cambria Math"/>
                      </a:rPr>
                      <m:t xml:space="preserve">+</m:t>
                    </m:r>
                  </m:oMath>
                </m:oMathPara>
              </a14:m>
              <a:endParaRPr sz="2000"/>
            </a:p>
          </p:txBody>
        </p:sp>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174A80"/>
                        </a:solidFill>
                        <a:latin typeface="Cambria Math"/>
                      </a:rPr>
                      <m:t xml:space="preserve">∑</m:t>
                    </m:r>
                  </m:oMath>
                </m:oMathPara>
              </a14:m>
              <a:endParaRPr sz="2000"/>
            </a:p>
          </p:txBody>
        </p:sp>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Audit62"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aseline="0" b="0" i="0" u="none">
                  <a:solidFill>
                    <a:srgbClr val="252529"/>
                  </a:solidFill>
                  <a:latin typeface="Arial"/>
                  <a:ea typeface="Arial"/>
                  <a:cs typeface="Arial"/>
                </a:rPr>
                <a:t xml:space="preserve">Proto</a:t>
              </a:r>
              <a:endParaRPr sz="120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aseline="0" b="0" i="0" u="none">
                  <a:solidFill>
                    <a:srgbClr val="252529"/>
                  </a:solidFill>
                  <a:latin typeface="Arial"/>
                  <a:ea typeface="Arial"/>
                  <a:cs typeface="Arial"/>
                </a:rPr>
                <a:t xml:space="preserve">STN</a:t>
              </a:r>
              <a:endParaRPr sz="1200"/>
            </a:p>
          </p:txBody>
        </p:sp>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174A80"/>
                        </a:solidFill>
                        <a:latin typeface="Cambria Math"/>
                      </a:rPr>
                      <m:t xml:space="preserve">+</m:t>
                    </m:r>
                  </m:oMath>
                </m:oMathPara>
              </a14:m>
              <a:endParaRPr sz="2000"/>
            </a:p>
          </p:txBody>
        </p:sp>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174A80"/>
                            </a:solidFill>
                            <a:latin typeface="Cambria Math"/>
                          </a:rPr>
                        </m:ctrlPr>
                      </m:sSubPr>
                      <m:e>
                        <m:r>
                          <m:rPr>
                            <m:sty m:val="i"/>
                          </m:rPr>
                          <a:rPr sz="1200">
                            <a:solidFill>
                              <a:srgbClr val="174A80"/>
                            </a:solidFill>
                            <a:latin typeface="Cambria Math"/>
                          </a:rPr>
                          <m:t xml:space="preserve">τ</m:t>
                        </m:r>
                      </m:e>
                      <m:sub>
                        <m:r>
                          <m:rPr>
                            <m:sty m:val="p"/>
                          </m:rPr>
                          <a:rPr sz="1200">
                            <a:solidFill>
                              <a:srgbClr val="174A80"/>
                            </a:solidFill>
                            <a:latin typeface="Cambria Math"/>
                          </a:rPr>
                          <m:t xml:space="preserve">S</m:t>
                        </m:r>
                        <m:r>
                          <m:rPr>
                            <m:sty m:val="p"/>
                          </m:rPr>
                          <a:rPr sz="1200">
                            <a:solidFill>
                              <a:srgbClr val="174A80"/>
                            </a:solidFill>
                            <a:latin typeface="Cambria Math"/>
                          </a:rPr>
                          <m:t xml:space="preserve">G</m:t>
                        </m:r>
                      </m:sub>
                    </m:sSub>
                    <m:r>
                      <m:rPr>
                        <m:sty m:val="p"/>
                      </m:rPr>
                      <a:rPr sz="1200">
                        <a:solidFill>
                          <a:srgbClr val="174A80"/>
                        </a:solidFill>
                        <a:latin typeface="Cambria Math"/>
                      </a:rPr>
                      <m:t xml:space="preserve"> </m:t>
                    </m:r>
                    <m:r>
                      <m:rPr>
                        <m:sty m:val="p"/>
                      </m:rPr>
                      <a:rPr sz="1200">
                        <a:solidFill>
                          <a:srgbClr val="174A80"/>
                        </a:solidFill>
                        <a:latin typeface="Cambria Math"/>
                      </a:rPr>
                      <m:t xml:space="preserve">=</m:t>
                    </m:r>
                    <m:r>
                      <m:rPr>
                        <m:sty m:val="p"/>
                      </m:rPr>
                      <a:rPr sz="1200">
                        <a:solidFill>
                          <a:srgbClr val="174A80"/>
                        </a:solidFill>
                        <a:latin typeface="Cambria Math"/>
                      </a:rPr>
                      <m:t xml:space="preserve"> </m:t>
                    </m:r>
                    <m:r>
                      <m:rPr>
                        <m:sty m:val="p"/>
                      </m:rPr>
                      <a:rPr sz="1200">
                        <a:solidFill>
                          <a:srgbClr val="174A80"/>
                        </a:solidFill>
                        <a:latin typeface="Cambria Math"/>
                      </a:rPr>
                      <m:t xml:space="preserve">6</m:t>
                    </m:r>
                    <m:r>
                      <m:rPr>
                        <m:sty m:val="p"/>
                      </m:rPr>
                      <a:rPr sz="1200">
                        <a:solidFill>
                          <a:srgbClr val="174A80"/>
                        </a:solidFill>
                        <a:latin typeface="Cambria Math"/>
                      </a:rPr>
                      <m:t xml:space="preserve"> </m:t>
                    </m:r>
                    <m:r>
                      <m:rPr>
                        <m:sty m:val="p"/>
                      </m:rPr>
                      <a:rPr sz="1200">
                        <a:solidFill>
                          <a:srgbClr val="174A80"/>
                        </a:solidFill>
                        <a:latin typeface="Cambria Math"/>
                      </a:rPr>
                      <m:t xml:space="preserve">m</m:t>
                    </m:r>
                    <m:r>
                      <m:rPr>
                        <m:sty m:val="p"/>
                      </m:rPr>
                      <a:rPr sz="1200">
                        <a:solidFill>
                          <a:srgbClr val="174A80"/>
                        </a:solidFill>
                        <a:latin typeface="Cambria Math"/>
                      </a:rPr>
                      <m:t xml:space="preserve">s</m:t>
                    </m:r>
                  </m:oMath>
                </m:oMathPara>
              </a14:m>
              <a:endParaRPr sz="1200"/>
            </a:p>
          </p:txBody>
        </p:sp>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FF484D"/>
                            </a:solidFill>
                            <a:latin typeface="Cambria Math"/>
                          </a:rPr>
                        </m:ctrlPr>
                      </m:sSubPr>
                      <m:e>
                        <m:r>
                          <m:rPr>
                            <m:sty m:val="i"/>
                          </m:rPr>
                          <a:rPr sz="1200">
                            <a:solidFill>
                              <a:srgbClr val="FF484D"/>
                            </a:solidFill>
                            <a:latin typeface="Cambria Math"/>
                          </a:rPr>
                          <m:t xml:space="preserve">τ</m:t>
                        </m:r>
                      </m:e>
                      <m:sub>
                        <m:r>
                          <m:rPr>
                            <m:sty m:val="p"/>
                          </m:rPr>
                          <a:rPr sz="1200">
                            <a:solidFill>
                              <a:srgbClr val="FF484D"/>
                            </a:solidFill>
                            <a:latin typeface="Cambria Math"/>
                          </a:rPr>
                          <m:t xml:space="preserve">G</m:t>
                        </m:r>
                        <m:r>
                          <m:rPr>
                            <m:sty m:val="p"/>
                          </m:rPr>
                          <a:rPr sz="1200">
                            <a:solidFill>
                              <a:srgbClr val="FF484D"/>
                            </a:solidFill>
                            <a:latin typeface="Cambria Math"/>
                          </a:rPr>
                          <m:t xml:space="preserve">S</m:t>
                        </m:r>
                      </m:sub>
                    </m:sSub>
                    <m:r>
                      <m:rPr>
                        <m:sty m:val="p"/>
                      </m:rPr>
                      <a:rPr sz="1200">
                        <a:solidFill>
                          <a:srgbClr val="FF484D"/>
                        </a:solidFill>
                        <a:latin typeface="Cambria Math"/>
                      </a:rPr>
                      <m:t xml:space="preserve"> </m:t>
                    </m:r>
                    <m:r>
                      <m:rPr>
                        <m:sty m:val="p"/>
                      </m:rPr>
                      <a:rPr sz="1200">
                        <a:solidFill>
                          <a:srgbClr val="FF484D"/>
                        </a:solidFill>
                        <a:latin typeface="Cambria Math"/>
                      </a:rPr>
                      <m:t xml:space="preserve">=</m:t>
                    </m:r>
                    <m:r>
                      <m:rPr>
                        <m:sty m:val="p"/>
                      </m:rPr>
                      <a:rPr sz="1200">
                        <a:solidFill>
                          <a:srgbClr val="FF484D"/>
                        </a:solidFill>
                        <a:latin typeface="Cambria Math"/>
                      </a:rPr>
                      <m:t xml:space="preserve"> </m:t>
                    </m:r>
                    <m:r>
                      <m:rPr>
                        <m:sty m:val="p"/>
                      </m:rPr>
                      <a:rPr sz="1200">
                        <a:solidFill>
                          <a:srgbClr val="FF484D"/>
                        </a:solidFill>
                        <a:latin typeface="Cambria Math"/>
                      </a:rPr>
                      <m:t xml:space="preserve">6</m:t>
                    </m:r>
                    <m:r>
                      <m:rPr>
                        <m:sty m:val="p"/>
                      </m:rPr>
                      <a:rPr sz="1200">
                        <a:solidFill>
                          <a:srgbClr val="FF484D"/>
                        </a:solidFill>
                        <a:latin typeface="Cambria Math"/>
                      </a:rPr>
                      <m:t xml:space="preserve"> </m:t>
                    </m:r>
                    <m:r>
                      <m:rPr>
                        <m:sty m:val="p"/>
                      </m:rPr>
                      <a:rPr sz="1200">
                        <a:solidFill>
                          <a:srgbClr val="FF484D"/>
                        </a:solidFill>
                        <a:latin typeface="Cambria Math"/>
                      </a:rPr>
                      <m:t xml:space="preserve">m</m:t>
                    </m:r>
                    <m:r>
                      <m:rPr>
                        <m:sty m:val="p"/>
                      </m:rPr>
                      <a:rPr sz="1200">
                        <a:solidFill>
                          <a:srgbClr val="FF484D"/>
                        </a:solidFill>
                        <a:latin typeface="Cambria Math"/>
                      </a:rPr>
                      <m:t xml:space="preserve">s</m:t>
                    </m:r>
                  </m:oMath>
                </m:oMathPara>
              </a14:m>
              <a:endParaRPr sz="1200"/>
            </a:p>
          </p:txBody>
        </p:sp>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FF484D"/>
                            </a:solidFill>
                            <a:latin typeface="Cambria Math"/>
                          </a:rPr>
                        </m:ctrlPr>
                      </m:sSubPr>
                      <m:e>
                        <m:r>
                          <m:rPr>
                            <m:sty m:val="i"/>
                          </m:rPr>
                          <a:rPr sz="1200">
                            <a:solidFill>
                              <a:srgbClr val="FF484D"/>
                            </a:solidFill>
                            <a:latin typeface="Cambria Math"/>
                          </a:rPr>
                          <m:t xml:space="preserve">τ</m:t>
                        </m:r>
                      </m:e>
                      <m:sub>
                        <m:r>
                          <m:rPr>
                            <m:sty m:val="p"/>
                          </m:rPr>
                          <a:rPr sz="1200">
                            <a:solidFill>
                              <a:srgbClr val="FF484D"/>
                            </a:solidFill>
                            <a:latin typeface="Cambria Math"/>
                          </a:rPr>
                          <m:t xml:space="preserve">G</m:t>
                        </m:r>
                        <m:r>
                          <m:rPr>
                            <m:sty m:val="p"/>
                          </m:rPr>
                          <a:rPr sz="1200">
                            <a:solidFill>
                              <a:srgbClr val="FF484D"/>
                            </a:solidFill>
                            <a:latin typeface="Cambria Math"/>
                          </a:rPr>
                          <m:t xml:space="preserve">G</m:t>
                        </m:r>
                      </m:sub>
                    </m:sSub>
                  </m:oMath>
                </m:oMathPara>
              </a14:m>
              <a:endParaRPr sz="1200"/>
            </a:p>
          </p:txBody>
        </p:sp>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00">
                        <a:solidFill>
                          <a:srgbClr val="FF484D"/>
                        </a:solidFill>
                        <a:latin typeface="Cambria Math"/>
                      </a:rPr>
                      <m:t xml:space="preserve">=</m:t>
                    </m:r>
                    <m:r>
                      <m:rPr>
                        <m:sty m:val="p"/>
                      </m:rPr>
                      <a:rPr sz="1100">
                        <a:solidFill>
                          <a:srgbClr val="FF484D"/>
                        </a:solidFill>
                        <a:latin typeface="Cambria Math"/>
                      </a:rPr>
                      <m:t xml:space="preserve"> </m:t>
                    </m:r>
                    <m:r>
                      <m:rPr>
                        <m:sty m:val="p"/>
                      </m:rPr>
                      <a:rPr sz="1100">
                        <a:solidFill>
                          <a:srgbClr val="FF484D"/>
                        </a:solidFill>
                        <a:latin typeface="Cambria Math"/>
                      </a:rPr>
                      <m:t xml:space="preserve">4</m:t>
                    </m:r>
                    <m:r>
                      <m:rPr>
                        <m:sty m:val="p"/>
                      </m:rPr>
                      <a:rPr sz="1100">
                        <a:solidFill>
                          <a:srgbClr val="FF484D"/>
                        </a:solidFill>
                        <a:latin typeface="Cambria Math"/>
                      </a:rPr>
                      <m:t xml:space="preserve"> </m:t>
                    </m:r>
                    <m:r>
                      <m:rPr>
                        <m:sty m:val="p"/>
                      </m:rPr>
                      <a:rPr sz="1100">
                        <a:solidFill>
                          <a:srgbClr val="FF484D"/>
                        </a:solidFill>
                        <a:latin typeface="Cambria Math"/>
                      </a:rPr>
                      <m:t xml:space="preserve">m</m:t>
                    </m:r>
                    <m:r>
                      <m:rPr>
                        <m:sty m:val="p"/>
                      </m:rPr>
                      <a:rPr sz="1100">
                        <a:solidFill>
                          <a:srgbClr val="FF484D"/>
                        </a:solidFill>
                        <a:latin typeface="Cambria Math"/>
                      </a:rPr>
                      <m:t xml:space="preserve">s</m:t>
                    </m:r>
                  </m:oMath>
                </m:oMathPara>
              </a14:m>
              <a:endParaRPr sz="1100"/>
            </a:p>
          </p:txBody>
        </p:sp>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100">
                            <a:solidFill>
                              <a:srgbClr val="747B82"/>
                            </a:solidFill>
                            <a:latin typeface="Cambria Math"/>
                          </a:rPr>
                        </m:ctrlPr>
                      </m:sSubPr>
                      <m:e>
                        <m:r>
                          <m:rPr>
                            <m:sty m:val="i"/>
                          </m:rPr>
                          <a:rPr sz="1100">
                            <a:solidFill>
                              <a:srgbClr val="747B82"/>
                            </a:solidFill>
                            <a:latin typeface="Cambria Math"/>
                          </a:rPr>
                          <m:t xml:space="preserve">τ</m:t>
                        </m:r>
                      </m:e>
                      <m:sub>
                        <m:r>
                          <m:rPr>
                            <m:sty m:val="i"/>
                          </m:rPr>
                          <a:rPr sz="1100">
                            <a:solidFill>
                              <a:srgbClr val="747B82"/>
                            </a:solidFill>
                            <a:latin typeface="Cambria Math"/>
                          </a:rPr>
                          <m:t xml:space="preserve">i</m:t>
                        </m:r>
                        <m:r>
                          <m:rPr>
                            <m:sty m:val="i"/>
                          </m:rPr>
                          <a:rPr sz="1100">
                            <a:solidFill>
                              <a:srgbClr val="747B82"/>
                            </a:solidFill>
                            <a:latin typeface="Cambria Math"/>
                          </a:rPr>
                          <m:t xml:space="preserve">j</m:t>
                        </m:r>
                      </m:sub>
                    </m:sSub>
                  </m:oMath>
                </m:oMathPara>
              </a14:m>
              <a:endParaRPr sz="1100"/>
            </a:p>
          </p:txBody>
        </p:sp>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Audit60"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aseline="0" b="0" i="0" u="none">
                  <a:solidFill>
                    <a:srgbClr val="252529"/>
                  </a:solidFill>
                  <a:latin typeface="Arial"/>
                  <a:ea typeface="Arial"/>
                  <a:cs typeface="Arial"/>
                </a:rPr>
                <a:t xml:space="preserve">Proto</a:t>
              </a:r>
              <a:endParaRPr sz="120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aseline="0" b="0" i="0" u="none">
                  <a:solidFill>
                    <a:srgbClr val="252529"/>
                  </a:solidFill>
                  <a:latin typeface="Arial"/>
                  <a:ea typeface="Arial"/>
                  <a:cs typeface="Arial"/>
                </a:rPr>
                <a:t xml:space="preserve">STN</a:t>
              </a:r>
              <a:endParaRPr sz="1200"/>
            </a:p>
          </p:txBody>
        </p:sp>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174A80"/>
                        </a:solidFill>
                        <a:latin typeface="Cambria Math"/>
                      </a:rPr>
                      <m:t xml:space="preserve">+</m:t>
                    </m:r>
                  </m:oMath>
                </m:oMathPara>
              </a14:m>
              <a:endParaRPr sz="2000"/>
            </a:p>
          </p:txBody>
        </p:sp>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174A80"/>
                            </a:solidFill>
                            <a:latin typeface="Cambria Math"/>
                          </a:rPr>
                        </m:ctrlPr>
                      </m:sSubPr>
                      <m:e>
                        <m:r>
                          <m:rPr>
                            <m:sty m:val="i"/>
                          </m:rPr>
                          <a:rPr sz="1600">
                            <a:solidFill>
                              <a:srgbClr val="174A80"/>
                            </a:solidFill>
                            <a:latin typeface="Cambria Math"/>
                          </a:rPr>
                          <m:t xml:space="preserve">w</m:t>
                        </m:r>
                      </m:e>
                      <m:sub>
                        <m:r>
                          <m:rPr>
                            <m:sty m:val="p"/>
                          </m:rPr>
                          <a:rPr sz="1600">
                            <a:solidFill>
                              <a:srgbClr val="174A80"/>
                            </a:solidFill>
                            <a:latin typeface="Cambria Math"/>
                          </a:rPr>
                          <m:t xml:space="preserve">S</m:t>
                        </m:r>
                        <m:r>
                          <m:rPr>
                            <m:sty m:val="p"/>
                          </m:rPr>
                          <a:rPr sz="1600">
                            <a:solidFill>
                              <a:srgbClr val="174A80"/>
                            </a:solidFill>
                            <a:latin typeface="Cambria Math"/>
                          </a:rPr>
                          <m:t xml:space="preserve">G</m:t>
                        </m:r>
                      </m:sub>
                    </m:sSub>
                  </m:oMath>
                </m:oMathPara>
              </a14:m>
              <a:endParaRPr sz="1600"/>
            </a:p>
          </p:txBody>
        </p:sp>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FF484D"/>
                            </a:solidFill>
                            <a:latin typeface="Cambria Math"/>
                          </a:rPr>
                        </m:ctrlPr>
                      </m:sSubPr>
                      <m:e>
                        <m:r>
                          <m:rPr>
                            <m:sty m:val="i"/>
                          </m:rPr>
                          <a:rPr sz="1600">
                            <a:solidFill>
                              <a:srgbClr val="FF484D"/>
                            </a:solidFill>
                            <a:latin typeface="Cambria Math"/>
                          </a:rPr>
                          <m:t xml:space="preserve">w</m:t>
                        </m:r>
                      </m:e>
                      <m:sub>
                        <m:r>
                          <m:rPr>
                            <m:sty m:val="p"/>
                          </m:rPr>
                          <a:rPr sz="1600">
                            <a:solidFill>
                              <a:srgbClr val="FF484D"/>
                            </a:solidFill>
                            <a:latin typeface="Cambria Math"/>
                          </a:rPr>
                          <m:t xml:space="preserve">G</m:t>
                        </m:r>
                        <m:r>
                          <m:rPr>
                            <m:sty m:val="p"/>
                          </m:rPr>
                          <a:rPr sz="1600">
                            <a:solidFill>
                              <a:srgbClr val="FF484D"/>
                            </a:solidFill>
                            <a:latin typeface="Cambria Math"/>
                          </a:rPr>
                          <m:t xml:space="preserve">S</m:t>
                        </m:r>
                      </m:sub>
                    </m:sSub>
                  </m:oMath>
                </m:oMathPara>
              </a14:m>
              <a:endParaRPr sz="1600"/>
            </a:p>
          </p:txBody>
        </p:sp>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FF484D"/>
                            </a:solidFill>
                            <a:latin typeface="Cambria Math"/>
                          </a:rPr>
                        </m:ctrlPr>
                      </m:sSubPr>
                      <m:e>
                        <m:r>
                          <m:rPr>
                            <m:sty m:val="i"/>
                          </m:rPr>
                          <a:rPr sz="1600">
                            <a:solidFill>
                              <a:srgbClr val="FF484D"/>
                            </a:solidFill>
                            <a:latin typeface="Cambria Math"/>
                          </a:rPr>
                          <m:t xml:space="preserve">w</m:t>
                        </m:r>
                      </m:e>
                      <m:sub>
                        <m:r>
                          <m:rPr>
                            <m:sty m:val="p"/>
                          </m:rPr>
                          <a:rPr sz="1600">
                            <a:solidFill>
                              <a:srgbClr val="FF484D"/>
                            </a:solidFill>
                            <a:latin typeface="Cambria Math"/>
                          </a:rPr>
                          <m:t xml:space="preserve">G</m:t>
                        </m:r>
                        <m:r>
                          <m:rPr>
                            <m:sty m:val="p"/>
                          </m:rPr>
                          <a:rPr sz="1600">
                            <a:solidFill>
                              <a:srgbClr val="FF484D"/>
                            </a:solidFill>
                            <a:latin typeface="Cambria Math"/>
                          </a:rPr>
                          <m:t xml:space="preserve">G</m:t>
                        </m:r>
                      </m:sub>
                    </m:sSub>
                  </m:oMath>
                </m:oMathPara>
              </a14:m>
              <a:endParaRPr sz="1600"/>
            </a:p>
          </p:txBody>
        </p:sp>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Audit60"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aseline="0" b="0" i="0" u="none">
                  <a:solidFill>
                    <a:srgbClr val="252529"/>
                  </a:solidFill>
                  <a:latin typeface="Arial"/>
                  <a:ea typeface="Arial"/>
                  <a:cs typeface="Arial"/>
                </a:rPr>
                <a:t xml:space="preserve">Proto</a:t>
              </a:r>
              <a:endParaRPr sz="120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aseline="0" b="0" i="0" u="none">
                  <a:solidFill>
                    <a:srgbClr val="252529"/>
                  </a:solidFill>
                  <a:latin typeface="Arial"/>
                  <a:ea typeface="Arial"/>
                  <a:cs typeface="Arial"/>
                </a:rPr>
                <a:t xml:space="preserve">STN</a:t>
              </a:r>
              <a:endParaRPr sz="1200"/>
            </a:p>
          </p:txBody>
        </p:sp>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174A80"/>
                        </a:solidFill>
                        <a:latin typeface="Cambria Math"/>
                      </a:rPr>
                      <m:t xml:space="preserve">+</m:t>
                    </m:r>
                  </m:oMath>
                </m:oMathPara>
              </a14:m>
              <a:endParaRPr sz="2000"/>
            </a:p>
          </p:txBody>
        </p:sp>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174A80"/>
                            </a:solidFill>
                            <a:latin typeface="Cambria Math"/>
                          </a:rPr>
                        </m:ctrlPr>
                      </m:sSubPr>
                      <m:e>
                        <m:r>
                          <m:rPr>
                            <m:sty m:val="i"/>
                          </m:rPr>
                          <a:rPr sz="1600">
                            <a:solidFill>
                              <a:srgbClr val="174A80"/>
                            </a:solidFill>
                            <a:latin typeface="Cambria Math"/>
                          </a:rPr>
                          <m:t xml:space="preserve">w</m:t>
                        </m:r>
                      </m:e>
                      <m:sub>
                        <m:r>
                          <m:rPr>
                            <m:sty m:val="p"/>
                          </m:rPr>
                          <a:rPr sz="1600">
                            <a:solidFill>
                              <a:srgbClr val="174A80"/>
                            </a:solidFill>
                            <a:latin typeface="Cambria Math"/>
                          </a:rPr>
                          <m:t xml:space="preserve">S</m:t>
                        </m:r>
                        <m:r>
                          <m:rPr>
                            <m:sty m:val="p"/>
                          </m:rPr>
                          <a:rPr sz="1600">
                            <a:solidFill>
                              <a:srgbClr val="174A80"/>
                            </a:solidFill>
                            <a:latin typeface="Cambria Math"/>
                          </a:rPr>
                          <m:t xml:space="preserve">G</m:t>
                        </m:r>
                      </m:sub>
                    </m:sSub>
                  </m:oMath>
                </m:oMathPara>
              </a14:m>
              <a:endParaRPr sz="1600"/>
            </a:p>
          </p:txBody>
        </p:sp>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FF484D"/>
                            </a:solidFill>
                            <a:latin typeface="Cambria Math"/>
                          </a:rPr>
                        </m:ctrlPr>
                      </m:sSubPr>
                      <m:e>
                        <m:r>
                          <m:rPr>
                            <m:sty m:val="i"/>
                          </m:rPr>
                          <a:rPr sz="1600">
                            <a:solidFill>
                              <a:srgbClr val="FF484D"/>
                            </a:solidFill>
                            <a:latin typeface="Cambria Math"/>
                          </a:rPr>
                          <m:t xml:space="preserve">w</m:t>
                        </m:r>
                      </m:e>
                      <m:sub>
                        <m:r>
                          <m:rPr>
                            <m:sty m:val="p"/>
                          </m:rPr>
                          <a:rPr sz="1600">
                            <a:solidFill>
                              <a:srgbClr val="FF484D"/>
                            </a:solidFill>
                            <a:latin typeface="Cambria Math"/>
                          </a:rPr>
                          <m:t xml:space="preserve">G</m:t>
                        </m:r>
                        <m:r>
                          <m:rPr>
                            <m:sty m:val="p"/>
                          </m:rPr>
                          <a:rPr sz="1600">
                            <a:solidFill>
                              <a:srgbClr val="FF484D"/>
                            </a:solidFill>
                            <a:latin typeface="Cambria Math"/>
                          </a:rPr>
                          <m:t xml:space="preserve">S</m:t>
                        </m:r>
                      </m:sub>
                    </m:sSub>
                  </m:oMath>
                </m:oMathPara>
              </a14:m>
              <a:endParaRPr sz="1600"/>
            </a:p>
          </p:txBody>
        </p:sp>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FF484D"/>
                            </a:solidFill>
                            <a:latin typeface="Cambria Math"/>
                          </a:rPr>
                        </m:ctrlPr>
                      </m:sSubPr>
                      <m:e>
                        <m:r>
                          <m:rPr>
                            <m:sty m:val="i"/>
                          </m:rPr>
                          <a:rPr sz="1600">
                            <a:solidFill>
                              <a:srgbClr val="FF484D"/>
                            </a:solidFill>
                            <a:latin typeface="Cambria Math"/>
                          </a:rPr>
                          <m:t xml:space="preserve">w</m:t>
                        </m:r>
                      </m:e>
                      <m:sub>
                        <m:r>
                          <m:rPr>
                            <m:sty m:val="p"/>
                          </m:rPr>
                          <a:rPr sz="1600">
                            <a:solidFill>
                              <a:srgbClr val="FF484D"/>
                            </a:solidFill>
                            <a:latin typeface="Cambria Math"/>
                          </a:rPr>
                          <m:t xml:space="preserve">G</m:t>
                        </m:r>
                        <m:r>
                          <m:rPr>
                            <m:sty m:val="p"/>
                          </m:rPr>
                          <a:rPr sz="1600">
                            <a:solidFill>
                              <a:srgbClr val="FF484D"/>
                            </a:solidFill>
                            <a:latin typeface="Cambria Math"/>
                          </a:rPr>
                          <m:t xml:space="preserve">G</m:t>
                        </m:r>
                      </m:sub>
                    </m:sSub>
                  </m:oMath>
                </m:oMathPara>
              </a14:m>
              <a:endParaRPr sz="1600"/>
            </a:p>
          </p:txBody>
        </p:sp>
      </p:grpSp>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Audit58"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aseline="0" b="0" i="0" u="none">
                  <a:solidFill>
                    <a:srgbClr val="252529"/>
                  </a:solidFill>
                  <a:latin typeface="Arial"/>
                  <a:ea typeface="Arial"/>
                  <a:cs typeface="Arial"/>
                </a:rPr>
                <a:t xml:space="preserve">Proto</a:t>
              </a:r>
              <a:endParaRPr sz="120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aseline="0" b="0" i="0" u="none">
                  <a:solidFill>
                    <a:srgbClr val="252529"/>
                  </a:solidFill>
                  <a:latin typeface="Arial"/>
                  <a:ea typeface="Arial"/>
                  <a:cs typeface="Arial"/>
                </a:rPr>
                <a:t xml:space="preserve">STN</a:t>
              </a:r>
              <a:endParaRPr sz="1200"/>
            </a:p>
          </p:txBody>
        </p:sp>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174A80"/>
                        </a:solidFill>
                        <a:latin typeface="Cambria Math"/>
                      </a:rPr>
                      <m:t xml:space="preserve">+</m:t>
                    </m:r>
                  </m:oMath>
                </m:oMathPara>
              </a14:m>
              <a:endParaRPr sz="2000"/>
            </a:p>
          </p:txBody>
        </p:sp>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FF484D"/>
                            </a:solidFill>
                            <a:latin typeface="Cambria Math"/>
                          </a:rPr>
                        </m:ctrlPr>
                      </m:sSubPr>
                      <m:e>
                        <m:r>
                          <m:rPr>
                            <m:sty m:val="i"/>
                          </m:rPr>
                          <a:rPr sz="1200">
                            <a:solidFill>
                              <a:srgbClr val="FF484D"/>
                            </a:solidFill>
                            <a:latin typeface="Cambria Math"/>
                          </a:rPr>
                          <m:t xml:space="preserve">δ</m:t>
                        </m:r>
                      </m:e>
                      <m:sub>
                        <m:r>
                          <m:rPr>
                            <m:sty m:val="p"/>
                          </m:rPr>
                          <a:rPr sz="1200">
                            <a:solidFill>
                              <a:srgbClr val="FF484D"/>
                            </a:solidFill>
                            <a:latin typeface="Cambria Math"/>
                          </a:rPr>
                          <m:t xml:space="preserve">G</m:t>
                        </m:r>
                      </m:sub>
                    </m:sSub>
                    <m:d>
                      <m:dPr>
                        <m:begChr m:val="("/>
                        <m:endChr m:val=")"/>
                        <m:ctrlPr>
                          <a:rPr sz="1200">
                            <a:solidFill>
                              <a:srgbClr val="FF484D"/>
                            </a:solidFill>
                            <a:latin typeface="Cambria Math"/>
                          </a:rPr>
                        </m:ctrlPr>
                      </m:dPr>
                      <m:e>
                        <m:sSub>
                          <m:sSubPr>
                            <m:ctrlPr>
                              <a:rPr sz="1200">
                                <a:solidFill>
                                  <a:srgbClr val="FF484D"/>
                                </a:solidFill>
                                <a:latin typeface="Cambria Math"/>
                              </a:rPr>
                            </m:ctrlPr>
                          </m:sSubPr>
                          <m:e>
                            <m:r>
                              <m:rPr>
                                <m:sty m:val="i"/>
                              </m:rPr>
                              <a:rPr sz="1200">
                                <a:solidFill>
                                  <a:srgbClr val="FF484D"/>
                                </a:solidFill>
                                <a:latin typeface="Cambria Math"/>
                              </a:rPr>
                              <m:t xml:space="preserve">z</m:t>
                            </m:r>
                          </m:e>
                          <m:sub>
                            <m:r>
                              <m:rPr>
                                <m:sty m:val="p"/>
                              </m:rPr>
                              <a:rPr sz="1200">
                                <a:solidFill>
                                  <a:srgbClr val="FF484D"/>
                                </a:solidFill>
                                <a:latin typeface="Cambria Math"/>
                              </a:rPr>
                              <m:t xml:space="preserve">G</m:t>
                            </m:r>
                          </m:sub>
                        </m:sSub>
                      </m:e>
                    </m:d>
                  </m:oMath>
                </m:oMathPara>
              </a14:m>
              <a:endParaRPr sz="1200"/>
            </a:p>
          </p:txBody>
        </p:sp>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100">
                            <a:solidFill>
                              <a:srgbClr val="747B82"/>
                            </a:solidFill>
                            <a:latin typeface="Cambria Math"/>
                          </a:rPr>
                        </m:ctrlPr>
                      </m:sSubPr>
                      <m:e>
                        <m:r>
                          <m:rPr>
                            <m:sty m:val="i"/>
                          </m:rPr>
                          <a:rPr sz="1100">
                            <a:solidFill>
                              <a:srgbClr val="747B82"/>
                            </a:solidFill>
                            <a:latin typeface="Cambria Math"/>
                          </a:rPr>
                          <m:t xml:space="preserve">z</m:t>
                        </m:r>
                      </m:e>
                      <m:sub>
                        <m:r>
                          <m:rPr>
                            <m:sty m:val="p"/>
                          </m:rPr>
                          <a:rPr sz="1100">
                            <a:solidFill>
                              <a:srgbClr val="747B82"/>
                            </a:solidFill>
                            <a:latin typeface="Cambria Math"/>
                          </a:rPr>
                          <m:t xml:space="preserve">G</m:t>
                        </m:r>
                      </m:sub>
                    </m:sSub>
                  </m:oMath>
                </m:oMathPara>
              </a14:m>
              <a:endParaRPr sz="1100"/>
            </a:p>
          </p:txBody>
        </p:sp>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174A80"/>
                            </a:solidFill>
                            <a:latin typeface="Cambria Math"/>
                          </a:rPr>
                        </m:ctrlPr>
                      </m:sSubPr>
                      <m:e>
                        <m:r>
                          <m:rPr>
                            <m:sty m:val="i"/>
                          </m:rPr>
                          <a:rPr sz="1200">
                            <a:solidFill>
                              <a:srgbClr val="174A80"/>
                            </a:solidFill>
                            <a:latin typeface="Cambria Math"/>
                          </a:rPr>
                          <m:t xml:space="preserve">δ</m:t>
                        </m:r>
                      </m:e>
                      <m:sub>
                        <m:r>
                          <m:rPr>
                            <m:sty m:val="p"/>
                          </m:rPr>
                          <a:rPr sz="1200">
                            <a:solidFill>
                              <a:srgbClr val="174A80"/>
                            </a:solidFill>
                            <a:latin typeface="Cambria Math"/>
                          </a:rPr>
                          <m:t xml:space="preserve">S</m:t>
                        </m:r>
                      </m:sub>
                    </m:sSub>
                    <m:d>
                      <m:dPr>
                        <m:begChr m:val="("/>
                        <m:endChr m:val=")"/>
                        <m:ctrlPr>
                          <a:rPr sz="1200">
                            <a:solidFill>
                              <a:srgbClr val="174A80"/>
                            </a:solidFill>
                            <a:latin typeface="Cambria Math"/>
                          </a:rPr>
                        </m:ctrlPr>
                      </m:dPr>
                      <m:e>
                        <m:sSub>
                          <m:sSubPr>
                            <m:ctrlPr>
                              <a:rPr sz="1200">
                                <a:solidFill>
                                  <a:srgbClr val="174A80"/>
                                </a:solidFill>
                                <a:latin typeface="Cambria Math"/>
                              </a:rPr>
                            </m:ctrlPr>
                          </m:sSubPr>
                          <m:e>
                            <m:r>
                              <m:rPr>
                                <m:sty m:val="i"/>
                              </m:rPr>
                              <a:rPr sz="1200">
                                <a:solidFill>
                                  <a:srgbClr val="174A80"/>
                                </a:solidFill>
                                <a:latin typeface="Cambria Math"/>
                              </a:rPr>
                              <m:t xml:space="preserve">z</m:t>
                            </m:r>
                          </m:e>
                          <m:sub>
                            <m:r>
                              <m:rPr>
                                <m:sty m:val="p"/>
                              </m:rPr>
                              <a:rPr sz="1200">
                                <a:solidFill>
                                  <a:srgbClr val="174A80"/>
                                </a:solidFill>
                                <a:latin typeface="Cambria Math"/>
                              </a:rPr>
                              <m:t xml:space="preserve">S</m:t>
                            </m:r>
                          </m:sub>
                        </m:sSub>
                      </m:e>
                    </m:d>
                  </m:oMath>
                </m:oMathPara>
              </a14:m>
              <a:endParaRPr sz="1200"/>
            </a:p>
          </p:txBody>
        </p:sp>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100">
                            <a:solidFill>
                              <a:srgbClr val="747B82"/>
                            </a:solidFill>
                            <a:latin typeface="Cambria Math"/>
                          </a:rPr>
                        </m:ctrlPr>
                      </m:sSubPr>
                      <m:e>
                        <m:r>
                          <m:rPr>
                            <m:sty m:val="i"/>
                          </m:rPr>
                          <a:rPr sz="1100">
                            <a:solidFill>
                              <a:srgbClr val="747B82"/>
                            </a:solidFill>
                            <a:latin typeface="Cambria Math"/>
                          </a:rPr>
                          <m:t xml:space="preserve">z</m:t>
                        </m:r>
                      </m:e>
                      <m:sub>
                        <m:r>
                          <m:rPr>
                            <m:sty m:val="p"/>
                          </m:rPr>
                          <a:rPr sz="1100">
                            <a:solidFill>
                              <a:srgbClr val="747B82"/>
                            </a:solidFill>
                            <a:latin typeface="Cambria Math"/>
                          </a:rPr>
                          <m:t xml:space="preserve">S</m:t>
                        </m:r>
                      </m:sub>
                    </m:sSub>
                  </m:oMath>
                </m:oMathPara>
              </a14:m>
              <a:endParaRPr sz="1100"/>
            </a:p>
          </p:txBody>
        </p:sp>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384799" cy="2692400"/>
            <a:chOff x="1879600" y="241300"/>
            <a:chExt cx="5384799"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Audit5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aseline="0" b="0" i="0" u="none">
                  <a:solidFill>
                    <a:srgbClr val="252529"/>
                  </a:solidFill>
                  <a:latin typeface="Arial"/>
                  <a:ea typeface="Arial"/>
                  <a:cs typeface="Arial"/>
                </a:rPr>
                <a:t xml:space="preserve">Proto</a:t>
              </a:r>
              <a:endParaRPr sz="120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aseline="0" b="0" i="0" u="none">
                  <a:solidFill>
                    <a:srgbClr val="252529"/>
                  </a:solidFill>
                  <a:latin typeface="Arial"/>
                  <a:ea typeface="Arial"/>
                  <a:cs typeface="Arial"/>
                </a:rPr>
                <a:t xml:space="preserve">STN</a:t>
              </a:r>
              <a:endParaRPr sz="1200"/>
            </a:p>
          </p:txBody>
        </p:sp>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174A80"/>
                        </a:solidFill>
                        <a:latin typeface="Cambria Math"/>
                      </a:rPr>
                      <m:t xml:space="preserve">+</m:t>
                    </m:r>
                  </m:oMath>
                </m:oMathPara>
              </a14:m>
              <a:endParaRPr sz="2000"/>
            </a:p>
          </p:txBody>
        </p:sp>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6006" name="Stimulation input"/>
            <p:cNvSpPr/>
            <p:nvPr/>
          </p:nvSpPr>
          <p:spPr>
            <a:xfrm>
              <a:off x="6696004" y="236220"/>
              <a:ext cx="598311" cy="5486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u</m:t>
                    </m:r>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oMath>
                </m:oMathPara>
              </a14:m>
              <a:endParaRPr sz="1200"/>
            </a:p>
          </p:txBody>
        </p:sp>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Proto</a:t>
            </a:r>
            <a:endParaRPr sz="1318"/>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174A80"/>
                      </a:solidFill>
                      <a:latin typeface="Cambria Math"/>
                    </a:rPr>
                    <m:t xml:space="preserve">+</m:t>
                  </m:r>
                </m:oMath>
              </m:oMathPara>
            </a14:m>
            <a:endParaRPr sz="2000"/>
          </a:p>
        </p:txBody>
      </p:sp>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400">
                          <a:solidFill>
                            <a:srgbClr val="174A80"/>
                          </a:solidFill>
                          <a:latin typeface="Cambria Math"/>
                        </a:rPr>
                      </m:ctrlPr>
                    </m:sSubPr>
                    <m:e>
                      <m:r>
                        <m:rPr>
                          <m:sty m:val="i"/>
                        </m:rPr>
                        <a:rPr sz="1400">
                          <a:solidFill>
                            <a:srgbClr val="174A80"/>
                          </a:solidFill>
                          <a:latin typeface="Cambria Math"/>
                        </a:rPr>
                        <m:t xml:space="preserve">w</m:t>
                      </m:r>
                    </m:e>
                    <m:sub>
                      <m:r>
                        <m:rPr>
                          <m:sty m:val="p"/>
                        </m:rPr>
                        <a:rPr sz="1400">
                          <a:solidFill>
                            <a:srgbClr val="174A80"/>
                          </a:solidFill>
                          <a:latin typeface="Cambria Math"/>
                        </a:rPr>
                        <m:t xml:space="preserve">S</m:t>
                      </m:r>
                      <m:r>
                        <m:rPr>
                          <m:sty m:val="p"/>
                        </m:rPr>
                        <a:rPr sz="1400">
                          <a:solidFill>
                            <a:srgbClr val="174A80"/>
                          </a:solidFill>
                          <a:latin typeface="Cambria Math"/>
                        </a:rPr>
                        <m:t xml:space="preserve">G</m:t>
                      </m:r>
                    </m:sub>
                  </m:sSub>
                  <m:r>
                    <m:rPr>
                      <m:sty m:val="p"/>
                    </m:rPr>
                    <a:rPr sz="1400">
                      <a:solidFill>
                        <a:srgbClr val="174A80"/>
                      </a:solidFill>
                      <a:latin typeface="Cambria Math"/>
                    </a:rPr>
                    <m:t xml:space="preserve"> </m:t>
                  </m:r>
                  <m:r>
                    <m:rPr>
                      <m:sty m:val="p"/>
                    </m:rPr>
                    <a:rPr sz="1400">
                      <a:solidFill>
                        <a:srgbClr val="174A80"/>
                      </a:solidFill>
                      <a:latin typeface="Cambria Math"/>
                    </a:rPr>
                    <m:t xml:space="preserve">=</m:t>
                  </m:r>
                  <m:r>
                    <m:rPr>
                      <m:sty m:val="p"/>
                    </m:rPr>
                    <a:rPr sz="1400">
                      <a:solidFill>
                        <a:srgbClr val="174A80"/>
                      </a:solidFill>
                      <a:latin typeface="Cambria Math"/>
                    </a:rPr>
                    <m:t xml:space="preserve"> </m:t>
                  </m:r>
                  <m:r>
                    <m:rPr>
                      <m:sty m:val="p"/>
                    </m:rPr>
                    <a:rPr sz="1400">
                      <a:solidFill>
                        <a:srgbClr val="174A80"/>
                      </a:solidFill>
                      <a:latin typeface="Cambria Math"/>
                    </a:rPr>
                    <m:t xml:space="preserve">1</m:t>
                  </m:r>
                  <m:r>
                    <m:rPr>
                      <m:sty m:val="p"/>
                    </m:rPr>
                    <a:rPr sz="1400">
                      <a:solidFill>
                        <a:srgbClr val="174A80"/>
                      </a:solidFill>
                      <a:latin typeface="Cambria Math"/>
                    </a:rPr>
                    <m:t xml:space="preserve">9</m:t>
                  </m:r>
                  <m:r>
                    <m:rPr>
                      <m:sty m:val="p"/>
                    </m:rPr>
                    <a:rPr sz="1400">
                      <a:solidFill>
                        <a:srgbClr val="174A80"/>
                      </a:solidFill>
                      <a:latin typeface="Cambria Math"/>
                    </a:rPr>
                    <m:t xml:space="preserve">.</m:t>
                  </m:r>
                  <m:r>
                    <m:rPr>
                      <m:sty m:val="p"/>
                    </m:rPr>
                    <a:rPr sz="1400">
                      <a:solidFill>
                        <a:srgbClr val="174A80"/>
                      </a:solidFill>
                      <a:latin typeface="Cambria Math"/>
                    </a:rPr>
                    <m:t xml:space="preserve">0</m:t>
                  </m:r>
                </m:oMath>
              </m:oMathPara>
            </a14:m>
            <a:endParaRPr sz="1400"/>
          </a:p>
        </p:txBody>
      </p:sp>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400">
                          <a:solidFill>
                            <a:srgbClr val="FF484D"/>
                          </a:solidFill>
                          <a:latin typeface="Cambria Math"/>
                        </a:rPr>
                      </m:ctrlPr>
                    </m:sSubPr>
                    <m:e>
                      <m:r>
                        <m:rPr>
                          <m:sty m:val="i"/>
                        </m:rPr>
                        <a:rPr sz="1400">
                          <a:solidFill>
                            <a:srgbClr val="FF484D"/>
                          </a:solidFill>
                          <a:latin typeface="Cambria Math"/>
                        </a:rPr>
                        <m:t xml:space="preserve">w</m:t>
                      </m:r>
                    </m:e>
                    <m:sub>
                      <m:r>
                        <m:rPr>
                          <m:sty m:val="p"/>
                        </m:rPr>
                        <a:rPr sz="1400">
                          <a:solidFill>
                            <a:srgbClr val="FF484D"/>
                          </a:solidFill>
                          <a:latin typeface="Cambria Math"/>
                        </a:rPr>
                        <m:t xml:space="preserve">G</m:t>
                      </m:r>
                      <m:r>
                        <m:rPr>
                          <m:sty m:val="p"/>
                        </m:rPr>
                        <a:rPr sz="1400">
                          <a:solidFill>
                            <a:srgbClr val="FF484D"/>
                          </a:solidFill>
                          <a:latin typeface="Cambria Math"/>
                        </a:rPr>
                        <m:t xml:space="preserve">S</m:t>
                      </m:r>
                    </m:sub>
                  </m:sSub>
                  <m:r>
                    <m:rPr>
                      <m:sty m:val="p"/>
                    </m:rPr>
                    <a:rPr sz="1400">
                      <a:solidFill>
                        <a:srgbClr val="FF484D"/>
                      </a:solidFill>
                      <a:latin typeface="Cambria Math"/>
                    </a:rPr>
                    <m:t xml:space="preserve"> </m:t>
                  </m:r>
                  <m:r>
                    <m:rPr>
                      <m:sty m:val="p"/>
                    </m:rPr>
                    <a:rPr sz="1400">
                      <a:solidFill>
                        <a:srgbClr val="FF484D"/>
                      </a:solidFill>
                      <a:latin typeface="Cambria Math"/>
                    </a:rPr>
                    <m:t xml:space="preserve">=</m:t>
                  </m:r>
                  <m:r>
                    <m:rPr>
                      <m:sty m:val="p"/>
                    </m:rPr>
                    <a:rPr sz="1400">
                      <a:solidFill>
                        <a:srgbClr val="FF484D"/>
                      </a:solidFill>
                      <a:latin typeface="Cambria Math"/>
                    </a:rPr>
                    <m:t xml:space="preserve"> </m:t>
                  </m:r>
                  <m:r>
                    <m:rPr>
                      <m:sty m:val="p"/>
                    </m:rPr>
                    <a:rPr sz="1400">
                      <a:solidFill>
                        <a:srgbClr val="FF484D"/>
                      </a:solidFill>
                      <a:latin typeface="Cambria Math"/>
                    </a:rPr>
                    <m:t xml:space="preserve">1</m:t>
                  </m:r>
                  <m:r>
                    <m:rPr>
                      <m:sty m:val="p"/>
                    </m:rPr>
                    <a:rPr sz="1400">
                      <a:solidFill>
                        <a:srgbClr val="FF484D"/>
                      </a:solidFill>
                      <a:latin typeface="Cambria Math"/>
                    </a:rPr>
                    <m:t xml:space="preserve">.</m:t>
                  </m:r>
                  <m:r>
                    <m:rPr>
                      <m:sty m:val="p"/>
                    </m:rPr>
                    <a:rPr sz="1400">
                      <a:solidFill>
                        <a:srgbClr val="FF484D"/>
                      </a:solidFill>
                      <a:latin typeface="Cambria Math"/>
                    </a:rPr>
                    <m:t xml:space="preserve">1</m:t>
                  </m:r>
                  <m:r>
                    <m:rPr>
                      <m:sty m:val="p"/>
                    </m:rPr>
                    <a:rPr sz="1400">
                      <a:solidFill>
                        <a:srgbClr val="FF484D"/>
                      </a:solidFill>
                      <a:latin typeface="Cambria Math"/>
                    </a:rPr>
                    <m:t xml:space="preserve">2</m:t>
                  </m:r>
                </m:oMath>
              </m:oMathPara>
            </a14:m>
            <a:endParaRPr sz="1400"/>
          </a:p>
        </p:txBody>
      </p:sp>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300">
                          <a:solidFill>
                            <a:srgbClr val="FF484D"/>
                          </a:solidFill>
                          <a:latin typeface="Cambria Math"/>
                        </a:rPr>
                      </m:ctrlPr>
                    </m:sSubPr>
                    <m:e>
                      <m:r>
                        <m:rPr>
                          <m:sty m:val="i"/>
                        </m:rPr>
                        <a:rPr sz="1300">
                          <a:solidFill>
                            <a:srgbClr val="FF484D"/>
                          </a:solidFill>
                          <a:latin typeface="Cambria Math"/>
                        </a:rPr>
                        <m:t xml:space="preserve">w</m:t>
                      </m:r>
                    </m:e>
                    <m:sub>
                      <m:r>
                        <m:rPr>
                          <m:sty m:val="p"/>
                        </m:rPr>
                        <a:rPr sz="1300">
                          <a:solidFill>
                            <a:srgbClr val="FF484D"/>
                          </a:solidFill>
                          <a:latin typeface="Cambria Math"/>
                        </a:rPr>
                        <m:t xml:space="preserve">G</m:t>
                      </m:r>
                      <m:r>
                        <m:rPr>
                          <m:sty m:val="p"/>
                        </m:rPr>
                        <a:rPr sz="1300">
                          <a:solidFill>
                            <a:srgbClr val="FF484D"/>
                          </a:solidFill>
                          <a:latin typeface="Cambria Math"/>
                        </a:rPr>
                        <m:t xml:space="preserve">G</m:t>
                      </m:r>
                    </m:sub>
                  </m:sSub>
                </m:oMath>
              </m:oMathPara>
            </a14:m>
            <a:endParaRPr sz="1300"/>
          </a:p>
        </p:txBody>
      </p:sp>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200">
                      <a:solidFill>
                        <a:srgbClr val="FF484D"/>
                      </a:solidFill>
                      <a:latin typeface="Cambria Math"/>
                    </a:rPr>
                    <m:t xml:space="preserve">6</m:t>
                  </m:r>
                  <m:r>
                    <m:rPr>
                      <m:sty m:val="p"/>
                    </m:rPr>
                    <a:rPr sz="1200">
                      <a:solidFill>
                        <a:srgbClr val="FF484D"/>
                      </a:solidFill>
                      <a:latin typeface="Cambria Math"/>
                    </a:rPr>
                    <m:t xml:space="preserve">.</m:t>
                  </m:r>
                  <m:r>
                    <m:rPr>
                      <m:sty m:val="p"/>
                    </m:rPr>
                    <a:rPr sz="1200">
                      <a:solidFill>
                        <a:srgbClr val="FF484D"/>
                      </a:solidFill>
                      <a:latin typeface="Cambria Math"/>
                    </a:rPr>
                    <m:t xml:space="preserve">6</m:t>
                  </m:r>
                  <m:r>
                    <m:rPr>
                      <m:sty m:val="p"/>
                    </m:rPr>
                    <a:rPr sz="1200">
                      <a:solidFill>
                        <a:srgbClr val="FF484D"/>
                      </a:solidFill>
                      <a:latin typeface="Cambria Math"/>
                    </a:rPr>
                    <m:t xml:space="preserve">0</m:t>
                  </m:r>
                </m:oMath>
              </m:oMathPara>
            </a14:m>
            <a:endParaRPr sz="1200"/>
          </a:p>
        </p:txBody>
      </p:sp>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aseline="0" b="1" i="0" u="none">
                <a:solidFill>
                  <a:srgbClr val="252529"/>
                </a:solidFill>
                <a:latin typeface="Arial"/>
                <a:ea typeface="Arial"/>
                <a:cs typeface="Arial"/>
              </a:rPr>
              <a:t xml:space="preserve">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aseline="0" b="0" i="0" u="none">
                <a:solidFill>
                  <a:srgbClr val="252529"/>
                </a:solidFill>
                <a:latin typeface="Arial"/>
                <a:ea typeface="Arial"/>
                <a:cs typeface="Arial"/>
              </a:rPr>
              <a:t xml:space="preserve">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Proto</a:t>
            </a:r>
            <a:endParaRPr sz="1318"/>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174A80"/>
                      </a:solidFill>
                      <a:latin typeface="Cambria Math"/>
                    </a:rPr>
                    <m:t xml:space="preserve">+</m:t>
                  </m:r>
                </m:oMath>
              </m:oMathPara>
            </a14:m>
            <a:endParaRPr sz="2000"/>
          </a:p>
        </p:txBody>
      </p:sp>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400">
                          <a:solidFill>
                            <a:srgbClr val="174A80"/>
                          </a:solidFill>
                          <a:latin typeface="Cambria Math"/>
                        </a:rPr>
                      </m:ctrlPr>
                    </m:sSubPr>
                    <m:e>
                      <m:r>
                        <m:rPr>
                          <m:sty m:val="i"/>
                        </m:rPr>
                        <a:rPr sz="1400">
                          <a:solidFill>
                            <a:srgbClr val="174A80"/>
                          </a:solidFill>
                          <a:latin typeface="Cambria Math"/>
                        </a:rPr>
                        <m:t xml:space="preserve">w</m:t>
                      </m:r>
                    </m:e>
                    <m:sub>
                      <m:r>
                        <m:rPr>
                          <m:sty m:val="p"/>
                        </m:rPr>
                        <a:rPr sz="1400">
                          <a:solidFill>
                            <a:srgbClr val="174A80"/>
                          </a:solidFill>
                          <a:latin typeface="Cambria Math"/>
                        </a:rPr>
                        <m:t xml:space="preserve">S</m:t>
                      </m:r>
                      <m:r>
                        <m:rPr>
                          <m:sty m:val="p"/>
                        </m:rPr>
                        <a:rPr sz="1400">
                          <a:solidFill>
                            <a:srgbClr val="174A80"/>
                          </a:solidFill>
                          <a:latin typeface="Cambria Math"/>
                        </a:rPr>
                        <m:t xml:space="preserve">G</m:t>
                      </m:r>
                    </m:sub>
                  </m:sSub>
                  <m:r>
                    <m:rPr>
                      <m:sty m:val="p"/>
                    </m:rPr>
                    <a:rPr sz="1400">
                      <a:solidFill>
                        <a:srgbClr val="174A80"/>
                      </a:solidFill>
                      <a:latin typeface="Cambria Math"/>
                    </a:rPr>
                    <m:t xml:space="preserve"> </m:t>
                  </m:r>
                  <m:r>
                    <m:rPr>
                      <m:sty m:val="p"/>
                    </m:rPr>
                    <a:rPr sz="1400">
                      <a:solidFill>
                        <a:srgbClr val="174A80"/>
                      </a:solidFill>
                      <a:latin typeface="Cambria Math"/>
                    </a:rPr>
                    <m:t xml:space="preserve">=</m:t>
                  </m:r>
                  <m:r>
                    <m:rPr>
                      <m:sty m:val="p"/>
                    </m:rPr>
                    <a:rPr sz="1400">
                      <a:solidFill>
                        <a:srgbClr val="174A80"/>
                      </a:solidFill>
                      <a:latin typeface="Cambria Math"/>
                    </a:rPr>
                    <m:t xml:space="preserve"> </m:t>
                  </m:r>
                  <m:r>
                    <m:rPr>
                      <m:sty m:val="p"/>
                    </m:rPr>
                    <a:rPr sz="1400">
                      <a:solidFill>
                        <a:srgbClr val="174A80"/>
                      </a:solidFill>
                      <a:latin typeface="Cambria Math"/>
                    </a:rPr>
                    <m:t xml:space="preserve">2</m:t>
                  </m:r>
                  <m:r>
                    <m:rPr>
                      <m:sty m:val="p"/>
                    </m:rPr>
                    <a:rPr sz="1400">
                      <a:solidFill>
                        <a:srgbClr val="174A80"/>
                      </a:solidFill>
                      <a:latin typeface="Cambria Math"/>
                    </a:rPr>
                    <m:t xml:space="preserve">0</m:t>
                  </m:r>
                  <m:r>
                    <m:rPr>
                      <m:sty m:val="p"/>
                    </m:rPr>
                    <a:rPr sz="1400">
                      <a:solidFill>
                        <a:srgbClr val="174A80"/>
                      </a:solidFill>
                      <a:latin typeface="Cambria Math"/>
                    </a:rPr>
                    <m:t xml:space="preserve">.</m:t>
                  </m:r>
                  <m:r>
                    <m:rPr>
                      <m:sty m:val="p"/>
                    </m:rPr>
                    <a:rPr sz="1400">
                      <a:solidFill>
                        <a:srgbClr val="174A80"/>
                      </a:solidFill>
                      <a:latin typeface="Cambria Math"/>
                    </a:rPr>
                    <m:t xml:space="preserve">0</m:t>
                  </m:r>
                </m:oMath>
              </m:oMathPara>
            </a14:m>
            <a:endParaRPr sz="1400"/>
          </a:p>
        </p:txBody>
      </p:sp>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400">
                          <a:solidFill>
                            <a:srgbClr val="FF484D"/>
                          </a:solidFill>
                          <a:latin typeface="Cambria Math"/>
                        </a:rPr>
                      </m:ctrlPr>
                    </m:sSubPr>
                    <m:e>
                      <m:r>
                        <m:rPr>
                          <m:sty m:val="i"/>
                        </m:rPr>
                        <a:rPr sz="1400">
                          <a:solidFill>
                            <a:srgbClr val="FF484D"/>
                          </a:solidFill>
                          <a:latin typeface="Cambria Math"/>
                        </a:rPr>
                        <m:t xml:space="preserve">w</m:t>
                      </m:r>
                    </m:e>
                    <m:sub>
                      <m:r>
                        <m:rPr>
                          <m:sty m:val="p"/>
                        </m:rPr>
                        <a:rPr sz="1400">
                          <a:solidFill>
                            <a:srgbClr val="FF484D"/>
                          </a:solidFill>
                          <a:latin typeface="Cambria Math"/>
                        </a:rPr>
                        <m:t xml:space="preserve">G</m:t>
                      </m:r>
                      <m:r>
                        <m:rPr>
                          <m:sty m:val="p"/>
                        </m:rPr>
                        <a:rPr sz="1400">
                          <a:solidFill>
                            <a:srgbClr val="FF484D"/>
                          </a:solidFill>
                          <a:latin typeface="Cambria Math"/>
                        </a:rPr>
                        <m:t xml:space="preserve">S</m:t>
                      </m:r>
                    </m:sub>
                  </m:sSub>
                  <m:r>
                    <m:rPr>
                      <m:sty m:val="p"/>
                    </m:rPr>
                    <a:rPr sz="1400">
                      <a:solidFill>
                        <a:srgbClr val="FF484D"/>
                      </a:solidFill>
                      <a:latin typeface="Cambria Math"/>
                    </a:rPr>
                    <m:t xml:space="preserve"> </m:t>
                  </m:r>
                  <m:r>
                    <m:rPr>
                      <m:sty m:val="p"/>
                    </m:rPr>
                    <a:rPr sz="1400">
                      <a:solidFill>
                        <a:srgbClr val="FF484D"/>
                      </a:solidFill>
                      <a:latin typeface="Cambria Math"/>
                    </a:rPr>
                    <m:t xml:space="preserve">=</m:t>
                  </m:r>
                  <m:r>
                    <m:rPr>
                      <m:sty m:val="p"/>
                    </m:rPr>
                    <a:rPr sz="1400">
                      <a:solidFill>
                        <a:srgbClr val="FF484D"/>
                      </a:solidFill>
                      <a:latin typeface="Cambria Math"/>
                    </a:rPr>
                    <m:t xml:space="preserve"> </m:t>
                  </m:r>
                  <m:r>
                    <m:rPr>
                      <m:sty m:val="p"/>
                    </m:rPr>
                    <a:rPr sz="1400">
                      <a:solidFill>
                        <a:srgbClr val="FF484D"/>
                      </a:solidFill>
                      <a:latin typeface="Cambria Math"/>
                    </a:rPr>
                    <m:t xml:space="preserve">1</m:t>
                  </m:r>
                  <m:r>
                    <m:rPr>
                      <m:sty m:val="p"/>
                    </m:rPr>
                    <a:rPr sz="1400">
                      <a:solidFill>
                        <a:srgbClr val="FF484D"/>
                      </a:solidFill>
                      <a:latin typeface="Cambria Math"/>
                    </a:rPr>
                    <m:t xml:space="preserve">0</m:t>
                  </m:r>
                  <m:r>
                    <m:rPr>
                      <m:sty m:val="p"/>
                    </m:rPr>
                    <a:rPr sz="1400">
                      <a:solidFill>
                        <a:srgbClr val="FF484D"/>
                      </a:solidFill>
                      <a:latin typeface="Cambria Math"/>
                    </a:rPr>
                    <m:t xml:space="preserve">.</m:t>
                  </m:r>
                  <m:r>
                    <m:rPr>
                      <m:sty m:val="p"/>
                    </m:rPr>
                    <a:rPr sz="1400">
                      <a:solidFill>
                        <a:srgbClr val="FF484D"/>
                      </a:solidFill>
                      <a:latin typeface="Cambria Math"/>
                    </a:rPr>
                    <m:t xml:space="preserve">7</m:t>
                  </m:r>
                </m:oMath>
              </m:oMathPara>
            </a14:m>
            <a:endParaRPr sz="1400"/>
          </a:p>
        </p:txBody>
      </p:sp>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300">
                          <a:solidFill>
                            <a:srgbClr val="FF484D"/>
                          </a:solidFill>
                          <a:latin typeface="Cambria Math"/>
                        </a:rPr>
                      </m:ctrlPr>
                    </m:sSubPr>
                    <m:e>
                      <m:r>
                        <m:rPr>
                          <m:sty m:val="i"/>
                        </m:rPr>
                        <a:rPr sz="1300">
                          <a:solidFill>
                            <a:srgbClr val="FF484D"/>
                          </a:solidFill>
                          <a:latin typeface="Cambria Math"/>
                        </a:rPr>
                        <m:t xml:space="preserve">w</m:t>
                      </m:r>
                    </m:e>
                    <m:sub>
                      <m:r>
                        <m:rPr>
                          <m:sty m:val="p"/>
                        </m:rPr>
                        <a:rPr sz="1300">
                          <a:solidFill>
                            <a:srgbClr val="FF484D"/>
                          </a:solidFill>
                          <a:latin typeface="Cambria Math"/>
                        </a:rPr>
                        <m:t xml:space="preserve">G</m:t>
                      </m:r>
                      <m:r>
                        <m:rPr>
                          <m:sty m:val="p"/>
                        </m:rPr>
                        <a:rPr sz="1300">
                          <a:solidFill>
                            <a:srgbClr val="FF484D"/>
                          </a:solidFill>
                          <a:latin typeface="Cambria Math"/>
                        </a:rPr>
                        <m:t xml:space="preserve">G</m:t>
                      </m:r>
                    </m:sub>
                  </m:sSub>
                </m:oMath>
              </m:oMathPara>
            </a14:m>
            <a:endParaRPr sz="1300"/>
          </a:p>
        </p:txBody>
      </p:sp>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200">
                      <a:solidFill>
                        <a:srgbClr val="FF484D"/>
                      </a:solidFill>
                      <a:latin typeface="Cambria Math"/>
                    </a:rPr>
                    <m:t xml:space="preserve">1</m:t>
                  </m:r>
                  <m:r>
                    <m:rPr>
                      <m:sty m:val="p"/>
                    </m:rPr>
                    <a:rPr sz="1200">
                      <a:solidFill>
                        <a:srgbClr val="FF484D"/>
                      </a:solidFill>
                      <a:latin typeface="Cambria Math"/>
                    </a:rPr>
                    <m:t xml:space="preserve">2</m:t>
                  </m:r>
                  <m:r>
                    <m:rPr>
                      <m:sty m:val="p"/>
                    </m:rPr>
                    <a:rPr sz="1200">
                      <a:solidFill>
                        <a:srgbClr val="FF484D"/>
                      </a:solidFill>
                      <a:latin typeface="Cambria Math"/>
                    </a:rPr>
                    <m:t xml:space="preserve">.</m:t>
                  </m:r>
                  <m:r>
                    <m:rPr>
                      <m:sty m:val="p"/>
                    </m:rPr>
                    <a:rPr sz="1200">
                      <a:solidFill>
                        <a:srgbClr val="FF484D"/>
                      </a:solidFill>
                      <a:latin typeface="Cambria Math"/>
                    </a:rPr>
                    <m:t xml:space="preserve">3</m:t>
                  </m:r>
                </m:oMath>
              </m:oMathPara>
            </a14:m>
            <a:endParaRPr sz="1200"/>
          </a:p>
        </p:txBody>
      </p:sp>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aseline="0" b="1" i="0" u="none">
                <a:solidFill>
                  <a:srgbClr val="252529"/>
                </a:solidFill>
                <a:latin typeface="Arial"/>
                <a:ea typeface="Arial"/>
                <a:cs typeface="Arial"/>
              </a:rPr>
              <a:t xml:space="preserve">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aseline="0" b="0" i="0" u="none">
                <a:solidFill>
                  <a:srgbClr val="252529"/>
                </a:solidFill>
                <a:latin typeface="Arial"/>
                <a:ea typeface="Arial"/>
                <a:cs typeface="Arial"/>
              </a:rPr>
              <a:t xml:space="preserve">A small perturbation grows into oscillations.</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Proto</a:t>
            </a:r>
            <a:endParaRPr sz="1318"/>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a:solidFill>
                  <a:srgbClr val="7461A5"/>
                </a:solidFill>
                <a:latin typeface="Arial"/>
                <a:ea typeface="Arial"/>
                <a:cs typeface="Arial"/>
              </a:rPr>
              <a:t>u: control</a:t>
            </a:r>
            <a:endParaRPr sz="971"/>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mc:Choice xmlns:a14="http://schemas.microsoft.com/office/drawing/2010/main"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a:p>
            </p:txBody>
          </p:sp>
        </mc:Choice>
        <mc:Fallback>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174A80"/>
                      </a:solidFill>
                      <a:latin typeface="Cambria Math"/>
                    </a:rPr>
                    <m:t xml:space="preserve">+</m:t>
                  </m:r>
                </m:oMath>
              </m:oMathPara>
            </a14:m>
            <a:endParaRPr sz="2000"/>
          </a:p>
        </p:txBody>
      </p:sp>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400">
                          <a:solidFill>
                            <a:srgbClr val="174A80"/>
                          </a:solidFill>
                          <a:latin typeface="Cambria Math"/>
                        </a:rPr>
                      </m:ctrlPr>
                    </m:sSubPr>
                    <m:e>
                      <m:r>
                        <m:rPr>
                          <m:sty m:val="i"/>
                        </m:rPr>
                        <a:rPr sz="1400">
                          <a:solidFill>
                            <a:srgbClr val="174A80"/>
                          </a:solidFill>
                          <a:latin typeface="Cambria Math"/>
                        </a:rPr>
                        <m:t xml:space="preserve">w</m:t>
                      </m:r>
                    </m:e>
                    <m:sub>
                      <m:r>
                        <m:rPr>
                          <m:sty m:val="p"/>
                        </m:rPr>
                        <a:rPr sz="1400">
                          <a:solidFill>
                            <a:srgbClr val="174A80"/>
                          </a:solidFill>
                          <a:latin typeface="Cambria Math"/>
                        </a:rPr>
                        <m:t xml:space="preserve">S</m:t>
                      </m:r>
                      <m:r>
                        <m:rPr>
                          <m:sty m:val="p"/>
                        </m:rPr>
                        <a:rPr sz="1400">
                          <a:solidFill>
                            <a:srgbClr val="174A80"/>
                          </a:solidFill>
                          <a:latin typeface="Cambria Math"/>
                        </a:rPr>
                        <m:t xml:space="preserve">G</m:t>
                      </m:r>
                    </m:sub>
                  </m:sSub>
                  <m:r>
                    <m:rPr>
                      <m:sty m:val="p"/>
                    </m:rPr>
                    <a:rPr sz="1400">
                      <a:solidFill>
                        <a:srgbClr val="174A80"/>
                      </a:solidFill>
                      <a:latin typeface="Cambria Math"/>
                    </a:rPr>
                    <m:t xml:space="preserve"> </m:t>
                  </m:r>
                  <m:r>
                    <m:rPr>
                      <m:sty m:val="p"/>
                    </m:rPr>
                    <a:rPr sz="1400">
                      <a:solidFill>
                        <a:srgbClr val="174A80"/>
                      </a:solidFill>
                      <a:latin typeface="Cambria Math"/>
                    </a:rPr>
                    <m:t xml:space="preserve">=</m:t>
                  </m:r>
                  <m:r>
                    <m:rPr>
                      <m:sty m:val="p"/>
                    </m:rPr>
                    <a:rPr sz="1400">
                      <a:solidFill>
                        <a:srgbClr val="174A80"/>
                      </a:solidFill>
                      <a:latin typeface="Cambria Math"/>
                    </a:rPr>
                    <m:t xml:space="preserve"> </m:t>
                  </m:r>
                  <m:r>
                    <m:rPr>
                      <m:sty m:val="p"/>
                    </m:rPr>
                    <a:rPr sz="1400">
                      <a:solidFill>
                        <a:srgbClr val="174A80"/>
                      </a:solidFill>
                      <a:latin typeface="Cambria Math"/>
                    </a:rPr>
                    <m:t xml:space="preserve">2</m:t>
                  </m:r>
                  <m:r>
                    <m:rPr>
                      <m:sty m:val="p"/>
                    </m:rPr>
                    <a:rPr sz="1400">
                      <a:solidFill>
                        <a:srgbClr val="174A80"/>
                      </a:solidFill>
                      <a:latin typeface="Cambria Math"/>
                    </a:rPr>
                    <m:t xml:space="preserve">0</m:t>
                  </m:r>
                  <m:r>
                    <m:rPr>
                      <m:sty m:val="p"/>
                    </m:rPr>
                    <a:rPr sz="1400">
                      <a:solidFill>
                        <a:srgbClr val="174A80"/>
                      </a:solidFill>
                      <a:latin typeface="Cambria Math"/>
                    </a:rPr>
                    <m:t xml:space="preserve">.</m:t>
                  </m:r>
                  <m:r>
                    <m:rPr>
                      <m:sty m:val="p"/>
                    </m:rPr>
                    <a:rPr sz="1400">
                      <a:solidFill>
                        <a:srgbClr val="174A80"/>
                      </a:solidFill>
                      <a:latin typeface="Cambria Math"/>
                    </a:rPr>
                    <m:t xml:space="preserve">0</m:t>
                  </m:r>
                </m:oMath>
              </m:oMathPara>
            </a14:m>
            <a:endParaRPr sz="1400"/>
          </a:p>
        </p:txBody>
      </p:sp>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400">
                          <a:solidFill>
                            <a:srgbClr val="FF484D"/>
                          </a:solidFill>
                          <a:latin typeface="Cambria Math"/>
                        </a:rPr>
                      </m:ctrlPr>
                    </m:sSubPr>
                    <m:e>
                      <m:r>
                        <m:rPr>
                          <m:sty m:val="i"/>
                        </m:rPr>
                        <a:rPr sz="1400">
                          <a:solidFill>
                            <a:srgbClr val="FF484D"/>
                          </a:solidFill>
                          <a:latin typeface="Cambria Math"/>
                        </a:rPr>
                        <m:t xml:space="preserve">w</m:t>
                      </m:r>
                    </m:e>
                    <m:sub>
                      <m:r>
                        <m:rPr>
                          <m:sty m:val="p"/>
                        </m:rPr>
                        <a:rPr sz="1400">
                          <a:solidFill>
                            <a:srgbClr val="FF484D"/>
                          </a:solidFill>
                          <a:latin typeface="Cambria Math"/>
                        </a:rPr>
                        <m:t xml:space="preserve">G</m:t>
                      </m:r>
                      <m:r>
                        <m:rPr>
                          <m:sty m:val="p"/>
                        </m:rPr>
                        <a:rPr sz="1400">
                          <a:solidFill>
                            <a:srgbClr val="FF484D"/>
                          </a:solidFill>
                          <a:latin typeface="Cambria Math"/>
                        </a:rPr>
                        <m:t xml:space="preserve">S</m:t>
                      </m:r>
                    </m:sub>
                  </m:sSub>
                  <m:r>
                    <m:rPr>
                      <m:sty m:val="p"/>
                    </m:rPr>
                    <a:rPr sz="1400">
                      <a:solidFill>
                        <a:srgbClr val="FF484D"/>
                      </a:solidFill>
                      <a:latin typeface="Cambria Math"/>
                    </a:rPr>
                    <m:t xml:space="preserve"> </m:t>
                  </m:r>
                  <m:r>
                    <m:rPr>
                      <m:sty m:val="p"/>
                    </m:rPr>
                    <a:rPr sz="1400">
                      <a:solidFill>
                        <a:srgbClr val="FF484D"/>
                      </a:solidFill>
                      <a:latin typeface="Cambria Math"/>
                    </a:rPr>
                    <m:t xml:space="preserve">=</m:t>
                  </m:r>
                  <m:r>
                    <m:rPr>
                      <m:sty m:val="p"/>
                    </m:rPr>
                    <a:rPr sz="1400">
                      <a:solidFill>
                        <a:srgbClr val="FF484D"/>
                      </a:solidFill>
                      <a:latin typeface="Cambria Math"/>
                    </a:rPr>
                    <m:t xml:space="preserve"> </m:t>
                  </m:r>
                  <m:r>
                    <m:rPr>
                      <m:sty m:val="p"/>
                    </m:rPr>
                    <a:rPr sz="1400">
                      <a:solidFill>
                        <a:srgbClr val="FF484D"/>
                      </a:solidFill>
                      <a:latin typeface="Cambria Math"/>
                    </a:rPr>
                    <m:t xml:space="preserve">1</m:t>
                  </m:r>
                  <m:r>
                    <m:rPr>
                      <m:sty m:val="p"/>
                    </m:rPr>
                    <a:rPr sz="1400">
                      <a:solidFill>
                        <a:srgbClr val="FF484D"/>
                      </a:solidFill>
                      <a:latin typeface="Cambria Math"/>
                    </a:rPr>
                    <m:t xml:space="preserve">0</m:t>
                  </m:r>
                  <m:r>
                    <m:rPr>
                      <m:sty m:val="p"/>
                    </m:rPr>
                    <a:rPr sz="1400">
                      <a:solidFill>
                        <a:srgbClr val="FF484D"/>
                      </a:solidFill>
                      <a:latin typeface="Cambria Math"/>
                    </a:rPr>
                    <m:t xml:space="preserve">.</m:t>
                  </m:r>
                  <m:r>
                    <m:rPr>
                      <m:sty m:val="p"/>
                    </m:rPr>
                    <a:rPr sz="1400">
                      <a:solidFill>
                        <a:srgbClr val="FF484D"/>
                      </a:solidFill>
                      <a:latin typeface="Cambria Math"/>
                    </a:rPr>
                    <m:t xml:space="preserve">7</m:t>
                  </m:r>
                </m:oMath>
              </m:oMathPara>
            </a14:m>
            <a:endParaRPr sz="1400"/>
          </a:p>
        </p:txBody>
      </p:sp>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300">
                          <a:solidFill>
                            <a:srgbClr val="FF484D"/>
                          </a:solidFill>
                          <a:latin typeface="Cambria Math"/>
                        </a:rPr>
                      </m:ctrlPr>
                    </m:sSubPr>
                    <m:e>
                      <m:r>
                        <m:rPr>
                          <m:sty m:val="i"/>
                        </m:rPr>
                        <a:rPr sz="1300">
                          <a:solidFill>
                            <a:srgbClr val="FF484D"/>
                          </a:solidFill>
                          <a:latin typeface="Cambria Math"/>
                        </a:rPr>
                        <m:t xml:space="preserve">w</m:t>
                      </m:r>
                    </m:e>
                    <m:sub>
                      <m:r>
                        <m:rPr>
                          <m:sty m:val="p"/>
                        </m:rPr>
                        <a:rPr sz="1300">
                          <a:solidFill>
                            <a:srgbClr val="FF484D"/>
                          </a:solidFill>
                          <a:latin typeface="Cambria Math"/>
                        </a:rPr>
                        <m:t xml:space="preserve">G</m:t>
                      </m:r>
                      <m:r>
                        <m:rPr>
                          <m:sty m:val="p"/>
                        </m:rPr>
                        <a:rPr sz="1300">
                          <a:solidFill>
                            <a:srgbClr val="FF484D"/>
                          </a:solidFill>
                          <a:latin typeface="Cambria Math"/>
                        </a:rPr>
                        <m:t xml:space="preserve">G</m:t>
                      </m:r>
                    </m:sub>
                  </m:sSub>
                </m:oMath>
              </m:oMathPara>
            </a14:m>
            <a:endParaRPr sz="1300"/>
          </a:p>
        </p:txBody>
      </p:sp>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200">
                      <a:solidFill>
                        <a:srgbClr val="FF484D"/>
                      </a:solidFill>
                      <a:latin typeface="Cambria Math"/>
                    </a:rPr>
                    <m:t xml:space="preserve">1</m:t>
                  </m:r>
                  <m:r>
                    <m:rPr>
                      <m:sty m:val="p"/>
                    </m:rPr>
                    <a:rPr sz="1200">
                      <a:solidFill>
                        <a:srgbClr val="FF484D"/>
                      </a:solidFill>
                      <a:latin typeface="Cambria Math"/>
                    </a:rPr>
                    <m:t xml:space="preserve">2</m:t>
                  </m:r>
                  <m:r>
                    <m:rPr>
                      <m:sty m:val="p"/>
                    </m:rPr>
                    <a:rPr sz="1200">
                      <a:solidFill>
                        <a:srgbClr val="FF484D"/>
                      </a:solidFill>
                      <a:latin typeface="Cambria Math"/>
                    </a:rPr>
                    <m:t xml:space="preserve">.</m:t>
                  </m:r>
                  <m:r>
                    <m:rPr>
                      <m:sty m:val="p"/>
                    </m:rPr>
                    <a:rPr sz="1200">
                      <a:solidFill>
                        <a:srgbClr val="FF484D"/>
                      </a:solidFill>
                      <a:latin typeface="Cambria Math"/>
                    </a:rPr>
                    <m:t xml:space="preserve">3</m:t>
                  </m:r>
                </m:oMath>
              </m:oMathPara>
            </a14:m>
            <a:endParaRPr sz="1200"/>
          </a:p>
        </p:txBody>
      </p:sp>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aseline="0" b="1" i="0" u="none">
                <a:solidFill>
                  <a:srgbClr val="252529"/>
                </a:solidFill>
                <a:latin typeface="Arial"/>
                <a:ea typeface="Arial"/>
                <a:cs typeface="Arial"/>
              </a:rPr>
              <a:t xml:space="preserve">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aseline="0" b="0" i="0" u="none">
                <a:solidFill>
                  <a:srgbClr val="252529"/>
                </a:solidFill>
                <a:latin typeface="Arial"/>
                <a:ea typeface="Arial"/>
                <a:cs typeface="Arial"/>
              </a:rPr>
              <a:t xml:space="preserve">Pulse rejected; equilibrium restored.</a:t>
            </a:r>
            <a:endParaRPr sz="1100"/>
          </a:p>
        </p:txBody>
      </p:sp>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000">
                          <a:solidFill>
                            <a:srgbClr val="D68B22"/>
                          </a:solidFill>
                          <a:latin typeface="Cambria Math"/>
                        </a:rPr>
                      </m:ctrlPr>
                    </m:sSubPr>
                    <m:e>
                      <m:r>
                        <m:rPr>
                          <m:sty m:val="i"/>
                        </m:rPr>
                        <a:rPr sz="1000">
                          <a:solidFill>
                            <a:srgbClr val="D68B22"/>
                          </a:solidFill>
                          <a:latin typeface="Cambria Math"/>
                        </a:rPr>
                        <m:t xml:space="preserve">d</m:t>
                      </m:r>
                    </m:e>
                    <m:sub>
                      <m:r>
                        <m:rPr>
                          <m:sty m:val="p"/>
                        </m:rPr>
                        <a:rPr sz="1000">
                          <a:solidFill>
                            <a:srgbClr val="D68B22"/>
                          </a:solidFill>
                          <a:latin typeface="Cambria Math"/>
                        </a:rPr>
                        <m:t xml:space="preserve">G</m:t>
                      </m:r>
                    </m:sub>
                  </m:sSub>
                </m:oMath>
              </m:oMathPara>
            </a14:m>
            <a:endParaRPr sz="1000"/>
          </a:p>
        </p:txBody>
      </p:sp>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000">
                          <a:solidFill>
                            <a:srgbClr val="D68B22"/>
                          </a:solidFill>
                          <a:latin typeface="Cambria Math"/>
                        </a:rPr>
                      </m:ctrlPr>
                    </m:sSubPr>
                    <m:e>
                      <m:r>
                        <m:rPr>
                          <m:sty m:val="i"/>
                        </m:rPr>
                        <a:rPr sz="1000">
                          <a:solidFill>
                            <a:srgbClr val="D68B22"/>
                          </a:solidFill>
                          <a:latin typeface="Cambria Math"/>
                        </a:rPr>
                        <m:t xml:space="preserve">d</m:t>
                      </m:r>
                    </m:e>
                    <m:sub>
                      <m:r>
                        <m:rPr>
                          <m:sty m:val="p"/>
                        </m:rPr>
                        <a:rPr sz="1000">
                          <a:solidFill>
                            <a:srgbClr val="D68B22"/>
                          </a:solidFill>
                          <a:latin typeface="Cambria Math"/>
                        </a:rPr>
                        <m:t xml:space="preserve">S</m:t>
                      </m:r>
                    </m:sub>
                  </m:sSub>
                </m:oMath>
              </m:oMathPara>
            </a14:m>
            <a:endParaRPr sz="1000"/>
          </a:p>
        </p:txBody>
      </p:sp>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000">
                          <a:solidFill>
                            <a:srgbClr val="D68B22"/>
                          </a:solidFill>
                          <a:latin typeface="Cambria Math"/>
                        </a:rPr>
                      </m:ctrlPr>
                    </m:sSubPr>
                    <m:e>
                      <m:r>
                        <m:rPr>
                          <m:sty m:val="i"/>
                        </m:rPr>
                        <a:rPr sz="1000">
                          <a:solidFill>
                            <a:srgbClr val="D68B22"/>
                          </a:solidFill>
                          <a:latin typeface="Cambria Math"/>
                        </a:rPr>
                        <m:t xml:space="preserve">d</m:t>
                      </m:r>
                    </m:e>
                    <m:sub>
                      <m:r>
                        <m:rPr>
                          <m:sty m:val="p"/>
                        </m:rPr>
                        <a:rPr sz="1000">
                          <a:solidFill>
                            <a:srgbClr val="D68B22"/>
                          </a:solidFill>
                          <a:latin typeface="Cambria Math"/>
                        </a:rPr>
                        <m:t xml:space="preserve">S</m:t>
                      </m:r>
                    </m:sub>
                  </m:sSub>
                  <m:r>
                    <m:rPr>
                      <m:sty m:val="p"/>
                    </m:rPr>
                    <a:rPr sz="1000">
                      <a:solidFill>
                        <a:srgbClr val="D68B22"/>
                      </a:solidFill>
                      <a:latin typeface="Cambria Math"/>
                    </a:rPr>
                    <m:t xml:space="preserve">,</m:t>
                  </m:r>
                  <m:r>
                    <m:rPr>
                      <m:sty m:val="p"/>
                    </m:rPr>
                    <a:rPr sz="1000">
                      <a:solidFill>
                        <a:srgbClr val="D68B22"/>
                      </a:solidFill>
                      <a:latin typeface="Cambria Math"/>
                    </a:rPr>
                    <m:t xml:space="preserve"> </m:t>
                  </m:r>
                  <m:sSub>
                    <m:sSubPr>
                      <m:ctrlPr>
                        <a:rPr sz="1000">
                          <a:solidFill>
                            <a:srgbClr val="D68B22"/>
                          </a:solidFill>
                          <a:latin typeface="Cambria Math"/>
                        </a:rPr>
                      </m:ctrlPr>
                    </m:sSubPr>
                    <m:e>
                      <m:r>
                        <m:rPr>
                          <m:sty m:val="i"/>
                        </m:rPr>
                        <a:rPr sz="1000">
                          <a:solidFill>
                            <a:srgbClr val="D68B22"/>
                          </a:solidFill>
                          <a:latin typeface="Cambria Math"/>
                        </a:rPr>
                        <m:t xml:space="preserve">d</m:t>
                      </m:r>
                    </m:e>
                    <m:sub>
                      <m:r>
                        <m:rPr>
                          <m:sty m:val="p"/>
                        </m:rPr>
                        <a:rPr sz="1000">
                          <a:solidFill>
                            <a:srgbClr val="D68B22"/>
                          </a:solidFill>
                          <a:latin typeface="Cambria Math"/>
                        </a:rPr>
                        <m:t xml:space="preserve">G</m:t>
                      </m:r>
                    </m:sub>
                  </m:sSub>
                  <m:r>
                    <m:rPr>
                      <m:sty m:val="p"/>
                    </m:rPr>
                    <a:rPr sz="1000">
                      <a:solidFill>
                        <a:srgbClr val="D68B22"/>
                      </a:solidFill>
                      <a:latin typeface="Cambria Math"/>
                    </a:rPr>
                    <m:t xml:space="preserve">:</m:t>
                  </m:r>
                  <m:r>
                    <m:rPr>
                      <m:sty m:val="p"/>
                    </m:rPr>
                    <a:rPr sz="1000">
                      <a:solidFill>
                        <a:srgbClr val="D68B22"/>
                      </a:solidFill>
                      <a:latin typeface="Cambria Math"/>
                    </a:rPr>
                    <m:t xml:space="preserve"> </m:t>
                  </m:r>
                  <m:r>
                    <m:rPr>
                      <m:sty m:val="p"/>
                    </m:rPr>
                    <a:rPr sz="1000">
                      <a:solidFill>
                        <a:srgbClr val="D68B22"/>
                      </a:solidFill>
                      <a:latin typeface="Cambria Math"/>
                    </a:rPr>
                    <m:t xml:space="preserve">e</m:t>
                  </m:r>
                  <m:r>
                    <m:rPr>
                      <m:sty m:val="p"/>
                    </m:rPr>
                    <a:rPr sz="1000">
                      <a:solidFill>
                        <a:srgbClr val="D68B22"/>
                      </a:solidFill>
                      <a:latin typeface="Cambria Math"/>
                    </a:rPr>
                    <m:t xml:space="preserve">x</m:t>
                  </m:r>
                  <m:r>
                    <m:rPr>
                      <m:sty m:val="p"/>
                    </m:rPr>
                    <a:rPr sz="1000">
                      <a:solidFill>
                        <a:srgbClr val="D68B22"/>
                      </a:solidFill>
                      <a:latin typeface="Cambria Math"/>
                    </a:rPr>
                    <m:t xml:space="preserve">t</m:t>
                  </m:r>
                  <m:r>
                    <m:rPr>
                      <m:sty m:val="p"/>
                    </m:rPr>
                    <a:rPr sz="1000">
                      <a:solidFill>
                        <a:srgbClr val="D68B22"/>
                      </a:solidFill>
                      <a:latin typeface="Cambria Math"/>
                    </a:rPr>
                    <m:t xml:space="preserve">e</m:t>
                  </m:r>
                  <m:r>
                    <m:rPr>
                      <m:sty m:val="p"/>
                    </m:rPr>
                    <a:rPr sz="1000">
                      <a:solidFill>
                        <a:srgbClr val="D68B22"/>
                      </a:solidFill>
                      <a:latin typeface="Cambria Math"/>
                    </a:rPr>
                    <m:t xml:space="preserve">r</m:t>
                  </m:r>
                  <m:r>
                    <m:rPr>
                      <m:sty m:val="p"/>
                    </m:rPr>
                    <a:rPr sz="1000">
                      <a:solidFill>
                        <a:srgbClr val="D68B22"/>
                      </a:solidFill>
                      <a:latin typeface="Cambria Math"/>
                    </a:rPr>
                    <m:t xml:space="preserve">n</m:t>
                  </m:r>
                  <m:r>
                    <m:rPr>
                      <m:sty m:val="p"/>
                    </m:rPr>
                    <a:rPr sz="1000">
                      <a:solidFill>
                        <a:srgbClr val="D68B22"/>
                      </a:solidFill>
                      <a:latin typeface="Cambria Math"/>
                    </a:rPr>
                    <m:t xml:space="preserve">a</m:t>
                  </m:r>
                  <m:r>
                    <m:rPr>
                      <m:sty m:val="p"/>
                    </m:rPr>
                    <a:rPr sz="1000">
                      <a:solidFill>
                        <a:srgbClr val="D68B22"/>
                      </a:solidFill>
                      <a:latin typeface="Cambria Math"/>
                    </a:rPr>
                    <m:t xml:space="preserve">l</m:t>
                  </m:r>
                  <m:r>
                    <m:rPr>
                      <m:sty m:val="p"/>
                    </m:rPr>
                    <a:rPr sz="1000">
                      <a:solidFill>
                        <a:srgbClr val="D68B22"/>
                      </a:solidFill>
                      <a:latin typeface="Cambria Math"/>
                    </a:rPr>
                    <m:t xml:space="preserve"> </m:t>
                  </m:r>
                  <m:r>
                    <m:rPr>
                      <m:sty m:val="p"/>
                    </m:rPr>
                    <a:rPr sz="1000">
                      <a:solidFill>
                        <a:srgbClr val="D68B22"/>
                      </a:solidFill>
                      <a:latin typeface="Cambria Math"/>
                    </a:rPr>
                    <m:t xml:space="preserve">p</m:t>
                  </m:r>
                  <m:r>
                    <m:rPr>
                      <m:sty m:val="p"/>
                    </m:rPr>
                    <a:rPr sz="1000">
                      <a:solidFill>
                        <a:srgbClr val="D68B22"/>
                      </a:solidFill>
                      <a:latin typeface="Cambria Math"/>
                    </a:rPr>
                    <m:t xml:space="preserve">u</m:t>
                  </m:r>
                  <m:r>
                    <m:rPr>
                      <m:sty m:val="p"/>
                    </m:rPr>
                    <a:rPr sz="1000">
                      <a:solidFill>
                        <a:srgbClr val="D68B22"/>
                      </a:solidFill>
                      <a:latin typeface="Cambria Math"/>
                    </a:rPr>
                    <m:t xml:space="preserve">l</m:t>
                  </m:r>
                  <m:r>
                    <m:rPr>
                      <m:sty m:val="p"/>
                    </m:rPr>
                    <a:rPr sz="1000">
                      <a:solidFill>
                        <a:srgbClr val="D68B22"/>
                      </a:solidFill>
                      <a:latin typeface="Cambria Math"/>
                    </a:rPr>
                    <m:t xml:space="preserve">s</m:t>
                  </m:r>
                  <m:r>
                    <m:rPr>
                      <m:sty m:val="p"/>
                    </m:rPr>
                    <a:rPr sz="1000">
                      <a:solidFill>
                        <a:srgbClr val="D68B22"/>
                      </a:solidFill>
                      <a:latin typeface="Cambria Math"/>
                    </a:rPr>
                    <m:t xml:space="preserve">e</m:t>
                  </m:r>
                </m:oMath>
              </m:oMathPara>
            </a14:m>
            <a:endParaRPr sz="1000"/>
          </a:p>
        </p:txBody>
      </p:sp>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384799" cy="2692400"/>
            <a:chOff x="1879600" y="241300"/>
            <a:chExt cx="5384799"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Audit5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aseline="0" b="0" i="0" u="none">
                  <a:solidFill>
                    <a:srgbClr val="252529"/>
                  </a:solidFill>
                  <a:latin typeface="Arial"/>
                  <a:ea typeface="Arial"/>
                  <a:cs typeface="Arial"/>
                </a:rPr>
                <a:t xml:space="preserve">Proto</a:t>
              </a:r>
              <a:endParaRPr sz="120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aseline="0" b="0" i="0" u="none">
                  <a:solidFill>
                    <a:srgbClr val="252529"/>
                  </a:solidFill>
                  <a:latin typeface="Arial"/>
                  <a:ea typeface="Arial"/>
                  <a:cs typeface="Arial"/>
                </a:rPr>
                <a:t xml:space="preserve">STN</a:t>
              </a:r>
              <a:endParaRPr sz="1200"/>
            </a:p>
          </p:txBody>
        </p:sp>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174A80"/>
                        </a:solidFill>
                        <a:latin typeface="Cambria Math"/>
                      </a:rPr>
                      <m:t xml:space="preserve">+</m:t>
                    </m:r>
                  </m:oMath>
                </m:oMathPara>
              </a14:m>
              <a:endParaRPr sz="2000"/>
            </a:p>
          </p:txBody>
        </p:sp>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FF484D"/>
                        </a:solidFill>
                        <a:latin typeface="Cambria Math"/>
                      </a:rPr>
                      <m:t xml:space="preserve">−</m:t>
                    </m:r>
                  </m:oMath>
                </m:oMathPara>
              </a14:m>
              <a:endParaRPr sz="2000"/>
            </a:p>
          </p:txBody>
        </p:sp>
        <p:sp>
          <p:nvSpPr>
            <p:cNvPr id="6006" name="Stimulation input"/>
            <p:cNvSpPr/>
            <p:nvPr/>
          </p:nvSpPr>
          <p:spPr>
            <a:xfrm>
              <a:off x="6696004" y="236220"/>
              <a:ext cx="598311" cy="5486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u</m:t>
                    </m:r>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oMath>
                </m:oMathPara>
              </a14:m>
              <a:endParaRPr sz="1200"/>
            </a:p>
          </p:txBody>
        </p:sp>
      </p:grpSp>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156" name="Vertical axis Supply function"/>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200">
                              <a:solidFill>
                                <a:srgbClr val="333333"/>
                              </a:solidFill>
                              <a:latin typeface="Cambria Math"/>
                            </a:rPr>
                          </m:ctrlPr>
                        </m:naryPr>
                        <m:sub>
                          <m:r>
                            <a:rPr sz="1200">
                              <a:solidFill>
                                <a:srgbClr val="333333"/>
                              </a:solidFill>
                              <a:latin typeface="Cambria Math"/>
                            </a:rPr>
                            <m:t>0</m:t>
                          </m:r>
                        </m:sub>
                        <m:sup>
                          <m:r>
                            <a:rPr sz="1200">
                              <a:solidFill>
                                <a:srgbClr val="333333"/>
                              </a:solidFill>
                              <a:latin typeface="Cambria Math"/>
                            </a:rPr>
                            <m:t>𝑇</m:t>
                          </m:r>
                        </m:sup>
                        <m:e>
                          <m:sSub>
                            <m:sSubPr>
                              <m:ctrlPr>
                                <a:rPr sz="1200">
                                  <a:solidFill>
                                    <a:srgbClr val="333333"/>
                                  </a:solidFill>
                                  <a:latin typeface="Cambria Math"/>
                                </a:rPr>
                              </m:ctrlPr>
                            </m:sSubPr>
                            <m:e>
                              <m:r>
                                <m:rPr>
                                  <m:sty m:val="p"/>
                                </m:rPr>
                                <a:rPr sz="1200">
                                  <a:solidFill>
                                    <a:srgbClr val="333333"/>
                                  </a:solidFill>
                                  <a:latin typeface="Cambria Math"/>
                                </a:rPr>
                                <m:t>σ</m:t>
                              </m:r>
                            </m:e>
                            <m:sub>
                              <m:r>
                                <a:rPr sz="1200">
                                  <a:solidFill>
                                    <a:srgbClr val="333333"/>
                                  </a:solidFill>
                                  <a:latin typeface="Cambria Math"/>
                                </a:rPr>
                                <m:t>𝑖</m:t>
                              </m:r>
                            </m:sub>
                          </m:sSub>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 </m:t>
                          </m:r>
                          <m:r>
                            <a:rPr sz="1200">
                              <a:solidFill>
                                <a:srgbClr val="333333"/>
                              </a:solidFill>
                              <a:latin typeface="Cambria Math"/>
                            </a:rPr>
                            <m:t>𝑑𝑡</m:t>
                          </m:r>
                        </m:e>
                      </m:nary>
                    </m:oMath>
                  </m:oMathPara>
                </a14:m>
                <a:endParaRPr sz="1200"/>
              </a:p>
            </p:txBody>
          </p:sp>
        </mc:Choice>
        <mc:Fallback xmlns="" xmlns:m="http://schemas.openxmlformats.org/officeDocument/2006/math">
          <p:sp>
            <p:nvSpPr>
              <p:cNvPr id="156" name="Vertical axis Supply function"/>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Editable109"/>
                <a:stretch>
                  <a:fillRect l="-126667" r="-194444" b="-12546"/>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200">
                              <a:solidFill>
                                <a:srgbClr val="333333"/>
                              </a:solidFill>
                              <a:latin typeface="Cambria Math"/>
                            </a:rPr>
                          </m:ctrlPr>
                        </m:naryPr>
                        <m:sub>
                          <m:r>
                            <a:rPr sz="1200">
                              <a:solidFill>
                                <a:srgbClr val="333333"/>
                              </a:solidFill>
                              <a:latin typeface="Cambria Math"/>
                            </a:rPr>
                            <m:t>0</m:t>
                          </m:r>
                        </m:sub>
                        <m:sup>
                          <m:r>
                            <a:rPr sz="1200">
                              <a:solidFill>
                                <a:srgbClr val="333333"/>
                              </a:solidFill>
                              <a:latin typeface="Cambria Math"/>
                            </a:rPr>
                            <m:t>𝑇</m:t>
                          </m:r>
                        </m:sup>
                        <m:e>
                          <m:sSub>
                            <m:sSubPr>
                              <m:ctrlPr>
                                <a:rPr sz="1200">
                                  <a:solidFill>
                                    <a:srgbClr val="333333"/>
                                  </a:solidFill>
                                  <a:latin typeface="Cambria Math"/>
                                </a:rPr>
                              </m:ctrlPr>
                            </m:sSubPr>
                            <m:e>
                              <m:r>
                                <m:rPr>
                                  <m:sty m:val="p"/>
                                </m:rPr>
                                <a:rPr sz="1200">
                                  <a:solidFill>
                                    <a:srgbClr val="333333"/>
                                  </a:solidFill>
                                  <a:latin typeface="Cambria Math"/>
                                </a:rPr>
                                <m:t>σ</m:t>
                              </m:r>
                            </m:e>
                            <m:sub>
                              <m:r>
                                <a:rPr sz="1200">
                                  <a:solidFill>
                                    <a:srgbClr val="333333"/>
                                  </a:solidFill>
                                  <a:latin typeface="Cambria Math"/>
                                </a:rPr>
                                <m:t>𝑖</m:t>
                              </m:r>
                            </m:sub>
                          </m:sSub>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 </m:t>
                          </m:r>
                          <m:r>
                            <a:rPr sz="1200">
                              <a:solidFill>
                                <a:srgbClr val="333333"/>
                              </a:solidFill>
                              <a:latin typeface="Cambria Math"/>
                            </a:rPr>
                            <m:t>𝑑𝑡</m:t>
                          </m:r>
                        </m:e>
                      </m:nary>
                    </m:oMath>
                  </m:oMathPara>
                </a14:m>
                <a:endParaRPr sz="1200"/>
              </a:p>
            </p:txBody>
          </p:sp>
        </mc:Choice>
        <mc:Fallback xmlns="" xmlns:m="http://schemas.openxmlformats.org/officeDocument/2006/math">
          <p:sp>
            <p:nvSpPr>
              <p:cNvPr id="151" name="Vertical axis Supply function"/>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Editable105"/>
                <a:stretch>
                  <a:fillRect l="-126667" r="-194444" b="-12546"/>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mc:Choice xmlns:a14="http://schemas.microsoft.com/office/drawing/2010/main"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7"/>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mc:Choice xmlns:a14="http://schemas.microsoft.com/office/drawing/2010/main"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9"/>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m:rPr>
                              <m:sty m:val="p"/>
                            </m:rPr>
                            <a:rPr sz="1200">
                              <a:solidFill>
                                <a:srgbClr val="333333"/>
                              </a:solidFill>
                              <a:latin typeface="Cambria Math"/>
                            </a:rPr>
                            <m:t>σ</m:t>
                          </m:r>
                        </m:e>
                        <m:sub>
                          <m:r>
                            <a:rPr sz="1200">
                              <a:solidFill>
                                <a:srgbClr val="333333"/>
                              </a:solidFill>
                              <a:latin typeface="Cambria Math"/>
                            </a:rPr>
                            <m:t>𝑖</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xmlns:m="http://schemas.openxmlformats.org/officeDocument/2006/math">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Editable105"/>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mc:Choice xmlns:a14="http://schemas.microsoft.com/office/drawing/2010/main"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7"/>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mc:Choice xmlns:a14="http://schemas.microsoft.com/office/drawing/2010/main"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9"/>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spTree>
    <p:extLst>
      <p:ext uri="{BB962C8B-B14F-4D97-AF65-F5344CB8AC3E}">
        <p14:creationId xmlns:p14="http://schemas.microsoft.com/office/powerpoint/2010/main" val="26223884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2000">
                            <a:solidFill>
                              <a:srgbClr val="252529"/>
                            </a:solidFill>
                            <a:latin typeface="Cambria Math"/>
                          </a:rPr>
                        </m:ctrlPr>
                      </m:accPr>
                      <m:e>
                        <m:r>
                          <m:rPr>
                            <m:sty m:val="i"/>
                          </m:rPr>
                          <a:rPr sz="2000">
                            <a:solidFill>
                              <a:srgbClr val="252529"/>
                            </a:solidFill>
                            <a:latin typeface="Cambria Math"/>
                          </a:rPr>
                          <m:t xml:space="preserve">y</m:t>
                        </m:r>
                      </m:e>
                    </m:acc>
                  </m:oMath>
                </m:oMathPara>
              </a14:m>
              <a:endParaRPr sz="2000"/>
            </a:p>
          </p:txBody>
        </p:sp>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2000">
                            <a:solidFill>
                              <a:srgbClr val="252529"/>
                            </a:solidFill>
                            <a:latin typeface="Cambria Math"/>
                          </a:rPr>
                        </m:ctrlPr>
                      </m:accPr>
                      <m:e>
                        <m:r>
                          <m:rPr>
                            <m:sty m:val="i"/>
                          </m:rPr>
                          <a:rPr sz="2000">
                            <a:solidFill>
                              <a:srgbClr val="252529"/>
                            </a:solidFill>
                            <a:latin typeface="Cambria Math"/>
                          </a:rPr>
                          <m:t xml:space="preserve">u</m:t>
                        </m:r>
                      </m:e>
                    </m:acc>
                  </m:oMath>
                </m:oMathPara>
              </a14:m>
              <a:endParaRPr sz="2000"/>
            </a:p>
          </p:txBody>
        </p:sp>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5"/>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6"/>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42</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44</a:t>
            </a:r>
            <a:endParaRPr sz="800"/>
          </a:p>
        </p:txBody>
      </p:sp>
    </p:spTree>
    <p:extLst>
      <p:ext uri="{BB962C8B-B14F-4D97-AF65-F5344CB8AC3E}">
        <p14:creationId xmlns:p14="http://schemas.microsoft.com/office/powerpoint/2010/main" val="19626724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3846</TotalTime>
  <Words>5345</Words>
  <Application>Microsoft Office PowerPoint</Application>
  <PresentationFormat>On-screen Show (16:9)</PresentationFormat>
  <Paragraphs>824</Paragraphs>
  <Slides>50</Slides>
  <Notes>37</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Feedback stabilization</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25</cp:revision>
  <dcterms:created xsi:type="dcterms:W3CDTF">2019-11-27T15:26:32Z</dcterms:created>
  <dcterms:modified xsi:type="dcterms:W3CDTF">2026-09-26T09:30:38Z</dcterms:modified>
</cp:coreProperties>
</file>