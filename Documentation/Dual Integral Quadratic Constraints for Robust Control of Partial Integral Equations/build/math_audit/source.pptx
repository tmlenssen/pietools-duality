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2"/>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53" r:id="rId16"/>
    <p:sldId id="422" r:id="rId17"/>
    <p:sldId id="424" r:id="rId18"/>
    <p:sldId id="425" r:id="rId19"/>
    <p:sldId id="440" r:id="rId20"/>
    <p:sldId id="404" r:id="rId21"/>
    <p:sldId id="405" r:id="rId22"/>
    <p:sldId id="406" r:id="rId23"/>
    <p:sldId id="407" r:id="rId24"/>
    <p:sldId id="408" r:id="rId25"/>
    <p:sldId id="409" r:id="rId26"/>
    <p:sldId id="426" r:id="rId27"/>
    <p:sldId id="441" r:id="rId28"/>
    <p:sldId id="442" r:id="rId29"/>
    <p:sldId id="443" r:id="rId30"/>
    <p:sldId id="435" r:id="rId31"/>
    <p:sldId id="436" r:id="rId32"/>
    <p:sldId id="437" r:id="rId33"/>
    <p:sldId id="438" r:id="rId34"/>
    <p:sldId id="446" r:id="rId35"/>
    <p:sldId id="447" r:id="rId36"/>
    <p:sldId id="450" r:id="rId37"/>
    <p:sldId id="451" r:id="rId38"/>
    <p:sldId id="452" r:id="rId39"/>
    <p:sldId id="448" r:id="rId40"/>
    <p:sldId id="449" r:id="rId41"/>
    <p:sldId id="439" r:id="rId42"/>
    <p:sldId id="421" r:id="rId43"/>
    <p:sldId id="427" r:id="rId44"/>
    <p:sldId id="431" r:id="rId45"/>
    <p:sldId id="428" r:id="rId46"/>
    <p:sldId id="429" r:id="rId47"/>
    <p:sldId id="432" r:id="rId48"/>
    <p:sldId id="430" r:id="rId49"/>
    <p:sldId id="433" r:id="rId50"/>
    <p:sldId id="434" r:id="rId5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1206" y="10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26/09/2026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5.xml"/><Relationship Id="rId7" Type="http://schemas.openxmlformats.org/officeDocument/2006/relationships/image" Target="../media/image1.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neurosim_s4_4.png"/><Relationship Id="rId5" Type="http://schemas.openxmlformats.org/officeDocument/2006/relationships/image" Target="../media/neurosim_s4_5.png"/><Relationship Id="rId4" Type="http://schemas.openxmlformats.org/officeDocument/2006/relationships/notesSlide" Target="../notesSlides/notesSlide4.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9.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Editable104" Type="http://schemas.openxmlformats.org/officeDocument/2006/relationships/image" Target="../media/editable_382_image157.png"/><Relationship Id="rIdEditable109" Type="http://schemas.openxmlformats.org/officeDocument/2006/relationships/image" Target="../media/editable_387_image162.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5" Type="http://schemas.openxmlformats.org/officeDocument/2006/relationships/image" Target="../media/image23.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3.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7.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6.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25.png"/><Relationship Id="rId5" Type="http://schemas.openxmlformats.org/officeDocument/2006/relationships/image" Target="../media/image24.png"/><Relationship Id="rIdEditable101" Type="http://schemas.openxmlformats.org/officeDocument/2006/relationships/image" Target="../media/editable_389_image169.png"/><Relationship Id="rId4" Type="http://schemas.openxmlformats.org/officeDocument/2006/relationships/notesSlide" Target="../notesSlides/notesSlide24.xml"/><Relationship Id="rIdEditable100" Type="http://schemas.openxmlformats.org/officeDocument/2006/relationships/image" Target="../media/editable_388_image168.png"/><Relationship Id="rIdEditable105" Type="http://schemas.openxmlformats.org/officeDocument/2006/relationships/image" Target="../media/editable_393_image162.png"/><Relationship Id="rId9" Type="http://schemas.openxmlformats.org/officeDocument/2006/relationships/image" Target="../media/image2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7.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6.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25.png"/><Relationship Id="rId5" Type="http://schemas.openxmlformats.org/officeDocument/2006/relationships/image" Target="../media/image29.png"/><Relationship Id="rIdEditable101" Type="http://schemas.openxmlformats.org/officeDocument/2006/relationships/image" Target="../media/editable_395_image169.png"/><Relationship Id="rId4" Type="http://schemas.openxmlformats.org/officeDocument/2006/relationships/notesSlide" Target="../notesSlides/notesSlide25.xml"/><Relationship Id="rIdEditable100" Type="http://schemas.openxmlformats.org/officeDocument/2006/relationships/image" Target="../media/editable_394_image168.png"/><Relationship Id="rIdEditable105" Type="http://schemas.openxmlformats.org/officeDocument/2006/relationships/image" Target="../media/editable_399_image176.png"/><Relationship Id="rId9"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52.png"/><Relationship Id="rId3" Type="http://schemas.openxmlformats.org/officeDocument/2006/relationships/image" Target="../media/image37.png"/><Relationship Id="rId12" Type="http://schemas.openxmlformats.org/officeDocument/2006/relationships/image" Target="../media/image38.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png"/><Relationship Id="rId4" Type="http://schemas.openxmlformats.org/officeDocument/2006/relationships/image" Target="../media/image96.png"/><Relationship Id="rId14" Type="http://schemas.openxmlformats.org/officeDocument/2006/relationships/image" Target="../media/image48.png"/></Relationships>
</file>

<file path=ppt/slides/_rels/slide3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png"/><Relationship Id="rId7" Type="http://schemas.openxmlformats.org/officeDocument/2006/relationships/image" Target="../media/image43.png"/><Relationship Id="rId2"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57.png"/><Relationship Id="rId4" Type="http://schemas.openxmlformats.org/officeDocument/2006/relationships/image" Target="../media/image40.png"/><Relationship Id="rId9" Type="http://schemas.openxmlformats.org/officeDocument/2006/relationships/image" Target="../media/image56.png"/></Relationships>
</file>

<file path=ppt/slides/_rels/slide3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2.png"/><Relationship Id="rId1" Type="http://schemas.openxmlformats.org/officeDocument/2006/relationships/slideLayout" Target="../slideLayouts/slideLayout1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7" name="Baked figure with larger labels"/>
          <p:cNvPicPr>
            <a:picLocks noChangeAspect="1"/>
          </p:cNvPicPr>
          <p:nvPr/>
        </p:nvPicPr>
        <p:blipFill>
          <a:blip r:embed="rId8"/>
          <a:stretch>
            <a:fillRect/>
          </a:stretch>
        </p:blipFill>
        <p:spPr>
          <a:xfrm>
            <a:off x="1057275" y="366712"/>
            <a:ext cx="6581775" cy="1109662"/>
          </a:xfrm>
          <a:prstGeom prst="rect">
            <a:avLst/>
          </a:prstGeom>
        </p:spPr>
      </p:pic>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016000" y="2590800"/>
            <a:ext cx="7493000" cy="2107406"/>
          </a:xfrm>
          <a:prstGeom prst="rect">
            <a:avLst/>
          </a:prstGeom>
        </p:spPr>
      </p:pic>
      <p:sp>
        <p:nvSpPr>
          <p:cNvPr id="1000"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1001"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1002"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1003"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1004"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1005"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1006"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1007"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1008"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1009"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1010"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1011"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1012"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1013"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1014"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1015"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p:sp>
        <p:nvSpPr>
          <p:cNvPr id="1016" name="Editable video label: δ = +0.338"/>
          <p:cNvSpPr/>
          <p:nvPr/>
        </p:nvSpPr>
        <p:spPr>
          <a:xfrm>
            <a:off x="6834717" y="2905740"/>
            <a:ext cx="706504" cy="224790"/>
          </a:xfrm>
          <a:prstGeom prst="rect">
            <a:avLst/>
          </a:prstGeom>
          <a:noFill/>
          <a:ln>
            <a:noFill/>
          </a:ln>
        </p:spPr>
        <p:txBody>
          <a:bodyPr wrap="none" lIns="0" tIns="0" rIns="0" bIns="0" anchor="ctr">
            <a:noAutofit/>
          </a:bodyPr>
          <a:lstStyle/>
          <a:p>
            <a:pPr algn="ctr">
              <a:buNone/>
            </a:pPr>
            <a:r>
              <a:rPr lang="en-GB" sz="983" b="0" i="0" u="none" baseline="0">
                <a:solidFill>
                  <a:srgbClr val="C81919"/>
                </a:solidFill>
                <a:latin typeface="Arial"/>
                <a:ea typeface="Arial"/>
                <a:cs typeface="Arial"/>
              </a:rPr>
              <a:t>δ = +0.338</a:t>
            </a:r>
            <a:endParaRPr sz="983"/>
          </a:p>
        </p:txBody>
      </p:sp>
      <p:sp>
        <p:nvSpPr>
          <p:cNvPr id="1017" name="Editable video label: δ = +0.326"/>
          <p:cNvSpPr/>
          <p:nvPr/>
        </p:nvSpPr>
        <p:spPr>
          <a:xfrm>
            <a:off x="6834717" y="3120383"/>
            <a:ext cx="706504" cy="224790"/>
          </a:xfrm>
          <a:prstGeom prst="rect">
            <a:avLst/>
          </a:prstGeom>
          <a:noFill/>
          <a:ln>
            <a:noFill/>
          </a:ln>
        </p:spPr>
        <p:txBody>
          <a:bodyPr wrap="none" lIns="0" tIns="0" rIns="0" bIns="0" anchor="ctr">
            <a:noAutofit/>
          </a:bodyPr>
          <a:lstStyle/>
          <a:p>
            <a:pPr algn="ctr">
              <a:buNone/>
            </a:pPr>
            <a:r>
              <a:rPr lang="en-GB" sz="983" b="0" i="0" u="none" baseline="0">
                <a:solidFill>
                  <a:srgbClr val="C81919"/>
                </a:solidFill>
                <a:latin typeface="Arial"/>
                <a:ea typeface="Arial"/>
                <a:cs typeface="Arial"/>
              </a:rPr>
              <a:t>δ = +0.326</a:t>
            </a:r>
            <a:endParaRPr sz="983"/>
          </a:p>
        </p:txBody>
      </p:sp>
      <p:sp>
        <p:nvSpPr>
          <p:cNvPr id="1018" name="Editable video label: δ = +0.110"/>
          <p:cNvSpPr/>
          <p:nvPr/>
        </p:nvSpPr>
        <p:spPr>
          <a:xfrm>
            <a:off x="6834717" y="3335027"/>
            <a:ext cx="706504" cy="224790"/>
          </a:xfrm>
          <a:prstGeom prst="rect">
            <a:avLst/>
          </a:prstGeom>
          <a:noFill/>
          <a:ln>
            <a:noFill/>
          </a:ln>
        </p:spPr>
        <p:txBody>
          <a:bodyPr wrap="none" lIns="0" tIns="0" rIns="0" bIns="0" anchor="ctr">
            <a:noAutofit/>
          </a:bodyPr>
          <a:lstStyle/>
          <a:p>
            <a:pPr algn="ctr">
              <a:buNone/>
            </a:pPr>
            <a:r>
              <a:rPr lang="en-GB" sz="983" b="0" i="0" u="none" baseline="0">
                <a:solidFill>
                  <a:srgbClr val="174A80"/>
                </a:solidFill>
                <a:latin typeface="Arial"/>
                <a:ea typeface="Arial"/>
                <a:cs typeface="Arial"/>
              </a:rPr>
              <a:t>δ = +0.110</a:t>
            </a:r>
            <a:endParaRPr sz="983"/>
          </a:p>
        </p:txBody>
      </p:sp>
      <p:sp>
        <p:nvSpPr>
          <p:cNvPr id="1019" name="Editable video label: δ = +0.292"/>
          <p:cNvSpPr/>
          <p:nvPr/>
        </p:nvSpPr>
        <p:spPr>
          <a:xfrm>
            <a:off x="6834717" y="3549670"/>
            <a:ext cx="706504" cy="224790"/>
          </a:xfrm>
          <a:prstGeom prst="rect">
            <a:avLst/>
          </a:prstGeom>
          <a:noFill/>
          <a:ln>
            <a:noFill/>
          </a:ln>
        </p:spPr>
        <p:txBody>
          <a:bodyPr wrap="none" lIns="0" tIns="0" rIns="0" bIns="0" anchor="ctr">
            <a:noAutofit/>
          </a:bodyPr>
          <a:lstStyle/>
          <a:p>
            <a:pPr algn="ctr">
              <a:buNone/>
            </a:pPr>
            <a:r>
              <a:rPr lang="en-GB" sz="983" b="0" i="0" u="none" baseline="0">
                <a:solidFill>
                  <a:srgbClr val="C81919"/>
                </a:solidFill>
                <a:latin typeface="Arial"/>
                <a:ea typeface="Arial"/>
                <a:cs typeface="Arial"/>
              </a:rPr>
              <a:t>δ = +0.292</a:t>
            </a:r>
            <a:endParaRPr sz="983"/>
          </a:p>
        </p:txBody>
      </p:sp>
      <p:sp>
        <p:nvSpPr>
          <p:cNvPr id="1020" name="Editable video label: δ = +0.472"/>
          <p:cNvSpPr/>
          <p:nvPr/>
        </p:nvSpPr>
        <p:spPr>
          <a:xfrm>
            <a:off x="6834717" y="3764313"/>
            <a:ext cx="706504" cy="224790"/>
          </a:xfrm>
          <a:prstGeom prst="rect">
            <a:avLst/>
          </a:prstGeom>
          <a:noFill/>
          <a:ln>
            <a:noFill/>
          </a:ln>
        </p:spPr>
        <p:txBody>
          <a:bodyPr wrap="none" lIns="0" tIns="0" rIns="0" bIns="0" anchor="ctr">
            <a:noAutofit/>
          </a:bodyPr>
          <a:lstStyle/>
          <a:p>
            <a:pPr algn="ctr">
              <a:buNone/>
            </a:pPr>
            <a:r>
              <a:rPr lang="en-GB" sz="983" b="0" i="0" u="none" baseline="0">
                <a:solidFill>
                  <a:srgbClr val="C81919"/>
                </a:solidFill>
                <a:latin typeface="Arial"/>
                <a:ea typeface="Arial"/>
                <a:cs typeface="Arial"/>
              </a:rPr>
              <a:t>δ = +0.472</a:t>
            </a:r>
            <a:endParaRPr sz="983"/>
          </a:p>
        </p:txBody>
      </p:sp>
      <p:sp>
        <p:nvSpPr>
          <p:cNvPr id="1021" name="Editable video label: δ = -0.206"/>
          <p:cNvSpPr/>
          <p:nvPr/>
        </p:nvSpPr>
        <p:spPr>
          <a:xfrm>
            <a:off x="6834717" y="3978956"/>
            <a:ext cx="675283" cy="224790"/>
          </a:xfrm>
          <a:prstGeom prst="rect">
            <a:avLst/>
          </a:prstGeom>
          <a:noFill/>
          <a:ln>
            <a:noFill/>
          </a:ln>
        </p:spPr>
        <p:txBody>
          <a:bodyPr wrap="none" lIns="0" tIns="0" rIns="0" bIns="0" anchor="ctr">
            <a:noAutofit/>
          </a:bodyPr>
          <a:lstStyle/>
          <a:p>
            <a:pPr algn="ctr">
              <a:buNone/>
            </a:pPr>
            <a:r>
              <a:rPr lang="en-GB" sz="983" b="0" i="0" u="none" baseline="0">
                <a:solidFill>
                  <a:srgbClr val="174A80"/>
                </a:solidFill>
                <a:latin typeface="Arial"/>
                <a:ea typeface="Arial"/>
                <a:cs typeface="Arial"/>
              </a:rPr>
              <a:t>δ = -0.206</a:t>
            </a:r>
            <a:endParaRPr sz="983"/>
          </a:p>
        </p:txBody>
      </p:sp>
      <p:sp>
        <p:nvSpPr>
          <p:cNvPr id="1022"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2" name="Editable video label: +"/>
          <p:cNvSpPr/>
          <p:nvPr/>
        </p:nvSpPr>
        <p:spPr>
          <a:xfrm>
            <a:off x="880745" y="1996020"/>
            <a:ext cx="202922" cy="309253"/>
          </a:xfrm>
          <a:prstGeom prst="rect">
            <a:avLst/>
          </a:prstGeom>
          <a:noFill/>
          <a:ln>
            <a:noFill/>
          </a:ln>
        </p:spPr>
        <p:txBody>
          <a:bodyPr wrap="none" lIns="0" tIns="0" rIns="0" bIns="0" anchor="ctr">
            <a:noAutofit/>
          </a:bodyPr>
          <a:lstStyle/>
          <a:p>
            <a:pPr algn="ctr">
              <a:buNone/>
            </a:pPr>
            <a:r>
              <a:rPr lang="en-GB" sz="1353" b="0" i="0" u="none" baseline="0">
                <a:solidFill>
                  <a:srgbClr val="174A80"/>
                </a:solidFill>
                <a:latin typeface="Arial"/>
                <a:ea typeface="Arial"/>
                <a:cs typeface="Arial"/>
              </a:rPr>
              <a:t>+</a:t>
            </a:r>
            <a:endParaRPr sz="1353"/>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0" i="0" u="none" baseline="0">
                <a:solidFill>
                  <a:srgbClr val="FF484D"/>
                </a:solidFill>
                <a:latin typeface="Arial"/>
                <a:ea typeface="Arial"/>
                <a:cs typeface="Arial"/>
              </a:rPr>
              <a:t>−</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0" i="0" u="none" baseline="0">
                <a:solidFill>
                  <a:srgbClr val="FF484D"/>
                </a:solidFill>
                <a:latin typeface="Arial"/>
                <a:ea typeface="Arial"/>
                <a:cs typeface="Arial"/>
              </a:rPr>
              <a:t>−</a:t>
            </a:r>
            <a:endParaRPr sz="1179"/>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2" name="Editable video label: +"/>
          <p:cNvSpPr/>
          <p:nvPr/>
        </p:nvSpPr>
        <p:spPr>
          <a:xfrm>
            <a:off x="880745" y="1996020"/>
            <a:ext cx="202922" cy="309253"/>
          </a:xfrm>
          <a:prstGeom prst="rect">
            <a:avLst/>
          </a:prstGeom>
          <a:noFill/>
          <a:ln>
            <a:noFill/>
          </a:ln>
        </p:spPr>
        <p:txBody>
          <a:bodyPr wrap="none" lIns="0" tIns="0" rIns="0" bIns="0" anchor="ctr">
            <a:noAutofit/>
          </a:bodyPr>
          <a:lstStyle/>
          <a:p>
            <a:pPr algn="ctr">
              <a:buNone/>
            </a:pPr>
            <a:r>
              <a:rPr lang="en-GB" sz="1353" b="0" i="0" u="none" baseline="0">
                <a:solidFill>
                  <a:srgbClr val="174A80"/>
                </a:solidFill>
                <a:latin typeface="Arial"/>
                <a:ea typeface="Arial"/>
                <a:cs typeface="Arial"/>
              </a:rPr>
              <a:t>+</a:t>
            </a:r>
            <a:endParaRPr sz="1353"/>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0" i="0" u="none" baseline="0">
                <a:solidFill>
                  <a:srgbClr val="FF484D"/>
                </a:solidFill>
                <a:latin typeface="Arial"/>
                <a:ea typeface="Arial"/>
                <a:cs typeface="Arial"/>
              </a:rPr>
              <a:t>−</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0" i="0" u="none" baseline="0">
                <a:solidFill>
                  <a:srgbClr val="FF484D"/>
                </a:solidFill>
                <a:latin typeface="Arial"/>
                <a:ea typeface="Arial"/>
                <a:cs typeface="Arial"/>
              </a:rPr>
              <a:t>−</a:t>
            </a:r>
            <a:endParaRPr sz="1179"/>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Proto</a:t>
            </a:r>
            <a:endParaRPr sz="1318"/>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2" name="Editable video label: +"/>
          <p:cNvSpPr/>
          <p:nvPr/>
        </p:nvSpPr>
        <p:spPr>
          <a:xfrm>
            <a:off x="873999" y="1783684"/>
            <a:ext cx="202922" cy="309253"/>
          </a:xfrm>
          <a:prstGeom prst="rect">
            <a:avLst/>
          </a:prstGeom>
          <a:noFill/>
          <a:ln>
            <a:noFill/>
          </a:ln>
        </p:spPr>
        <p:txBody>
          <a:bodyPr wrap="none" lIns="0" tIns="0" rIns="0" bIns="0" anchor="ctr">
            <a:noAutofit/>
          </a:bodyPr>
          <a:lstStyle/>
          <a:p>
            <a:pPr algn="ctr">
              <a:buNone/>
            </a:pPr>
            <a:r>
              <a:rPr lang="en-GB" sz="1353" b="0" i="0" u="none" baseline="0" dirty="0">
                <a:solidFill>
                  <a:srgbClr val="174A80"/>
                </a:solidFill>
                <a:latin typeface="Arial"/>
                <a:ea typeface="Arial"/>
                <a:cs typeface="Arial"/>
              </a:rPr>
              <a:t>+</a:t>
            </a:r>
            <a:endParaRPr sz="1353" dirty="0"/>
          </a:p>
        </p:txBody>
      </p:sp>
      <p:sp>
        <p:nvSpPr>
          <p:cNvPr id="1003" name="Editable video label: −"/>
          <p:cNvSpPr/>
          <p:nvPr/>
        </p:nvSpPr>
        <p:spPr>
          <a:xfrm>
            <a:off x="3819088" y="2590297"/>
            <a:ext cx="198517" cy="301323"/>
          </a:xfrm>
          <a:prstGeom prst="rect">
            <a:avLst/>
          </a:prstGeom>
          <a:noFill/>
          <a:ln>
            <a:noFill/>
          </a:ln>
        </p:spPr>
        <p:txBody>
          <a:bodyPr wrap="none" lIns="0" tIns="0" rIns="0" bIns="0" anchor="ctr">
            <a:noAutofit/>
          </a:bodyPr>
          <a:lstStyle/>
          <a:p>
            <a:pPr algn="ctr">
              <a:buNone/>
            </a:pPr>
            <a:r>
              <a:rPr lang="en-GB" sz="1318" b="0" i="0" u="none" baseline="0">
                <a:solidFill>
                  <a:srgbClr val="FF484D"/>
                </a:solidFill>
                <a:latin typeface="Arial"/>
                <a:ea typeface="Arial"/>
                <a:cs typeface="Arial"/>
              </a:rPr>
              <a:t>−</a:t>
            </a:r>
            <a:endParaRPr sz="1318"/>
          </a:p>
        </p:txBody>
      </p:sp>
      <p:sp>
        <p:nvSpPr>
          <p:cNvPr id="1004" name="Editable video label: −"/>
          <p:cNvSpPr/>
          <p:nvPr/>
        </p:nvSpPr>
        <p:spPr>
          <a:xfrm>
            <a:off x="669290" y="2513644"/>
            <a:ext cx="189706" cy="269605"/>
          </a:xfrm>
          <a:prstGeom prst="rect">
            <a:avLst/>
          </a:prstGeom>
          <a:noFill/>
          <a:ln>
            <a:noFill/>
          </a:ln>
        </p:spPr>
        <p:txBody>
          <a:bodyPr wrap="none" lIns="0" tIns="0" rIns="0" bIns="0" anchor="ctr">
            <a:noAutofit/>
          </a:bodyPr>
          <a:lstStyle/>
          <a:p>
            <a:pPr algn="ctr">
              <a:buNone/>
            </a:pPr>
            <a:r>
              <a:rPr lang="en-GB" sz="1179" b="0" i="0" u="none" baseline="0">
                <a:solidFill>
                  <a:srgbClr val="FF484D"/>
                </a:solidFill>
                <a:latin typeface="Arial"/>
                <a:ea typeface="Arial"/>
                <a:cs typeface="Arial"/>
              </a:rPr>
              <a:t>−</a:t>
            </a:r>
            <a:endParaRPr sz="1179"/>
          </a:p>
        </p:txBody>
      </p:sp>
      <p:sp>
        <p:nvSpPr>
          <p:cNvPr id="1005" name="Editable video label: dG"/>
          <p:cNvSpPr/>
          <p:nvPr/>
        </p:nvSpPr>
        <p:spPr>
          <a:xfrm>
            <a:off x="389137" y="1993818"/>
            <a:ext cx="246975" cy="198239"/>
          </a:xfrm>
          <a:prstGeom prst="rect">
            <a:avLst/>
          </a:prstGeom>
          <a:noFill/>
          <a:ln>
            <a:noFill/>
          </a:ln>
        </p:spPr>
        <p:txBody>
          <a:bodyPr wrap="none" lIns="0" tIns="0" rIns="0" bIns="0" anchor="ctr">
            <a:noAutofit/>
          </a:bodyPr>
          <a:lstStyle/>
          <a:p>
            <a:pPr algn="ctr">
              <a:buNone/>
            </a:pPr>
            <a:r>
              <a:rPr lang="en-GB" sz="867" b="0" i="0" u="none" baseline="0" dirty="0" err="1">
                <a:solidFill>
                  <a:srgbClr val="D68B22"/>
                </a:solidFill>
                <a:latin typeface="Arial"/>
                <a:ea typeface="Arial"/>
                <a:cs typeface="Arial"/>
              </a:rPr>
              <a:t>dG</a:t>
            </a:r>
            <a:endParaRPr sz="867" dirty="0"/>
          </a:p>
        </p:txBody>
      </p:sp>
      <p:sp>
        <p:nvSpPr>
          <p:cNvPr id="1006" name="Editable video label: dS"/>
          <p:cNvSpPr/>
          <p:nvPr/>
        </p:nvSpPr>
        <p:spPr>
          <a:xfrm>
            <a:off x="4162703" y="2093378"/>
            <a:ext cx="238165" cy="198239"/>
          </a:xfrm>
          <a:prstGeom prst="rect">
            <a:avLst/>
          </a:prstGeom>
          <a:noFill/>
          <a:ln>
            <a:noFill/>
          </a:ln>
        </p:spPr>
        <p:txBody>
          <a:bodyPr wrap="none" lIns="0" tIns="0" rIns="0" bIns="0" anchor="ctr">
            <a:noAutofit/>
          </a:bodyPr>
          <a:lstStyle/>
          <a:p>
            <a:pPr algn="ctr">
              <a:buNone/>
            </a:pPr>
            <a:r>
              <a:rPr lang="en-GB" sz="867" b="0" i="0" u="none" baseline="0">
                <a:solidFill>
                  <a:srgbClr val="D68B22"/>
                </a:solidFill>
                <a:latin typeface="Arial"/>
                <a:ea typeface="Arial"/>
                <a:cs typeface="Arial"/>
              </a:rPr>
              <a:t>dS</a:t>
            </a:r>
            <a:endParaRPr sz="867"/>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a:solidFill>
                  <a:srgbClr val="7461A5"/>
                </a:solidFill>
                <a:latin typeface="Arial"/>
                <a:ea typeface="Arial"/>
                <a:cs typeface="Arial"/>
              </a:rPr>
              <a:t>u: control</a:t>
            </a:r>
            <a:endParaRPr sz="971"/>
          </a:p>
        </p:txBody>
      </p:sp>
      <p:sp>
        <p:nvSpPr>
          <p:cNvPr id="1008" name="Editable video label: dS, dG: external pulse"/>
          <p:cNvSpPr/>
          <p:nvPr/>
        </p:nvSpPr>
        <p:spPr>
          <a:xfrm>
            <a:off x="1686917" y="3689422"/>
            <a:ext cx="1343898" cy="222028"/>
          </a:xfrm>
          <a:prstGeom prst="rect">
            <a:avLst/>
          </a:prstGeom>
          <a:noFill/>
          <a:ln>
            <a:noFill/>
          </a:ln>
        </p:spPr>
        <p:txBody>
          <a:bodyPr wrap="none" lIns="0" tIns="0" rIns="0" bIns="0" anchor="ctr">
            <a:noAutofit/>
          </a:bodyPr>
          <a:lstStyle/>
          <a:p>
            <a:pPr algn="ctr">
              <a:buNone/>
            </a:pPr>
            <a:r>
              <a:rPr lang="en-GB" sz="971" b="0" i="0" u="none" baseline="0">
                <a:solidFill>
                  <a:srgbClr val="D68B22"/>
                </a:solidFill>
                <a:latin typeface="Arial"/>
                <a:ea typeface="Arial"/>
                <a:cs typeface="Arial"/>
              </a:rPr>
              <a:t>dS, dG: external pulse</a:t>
            </a:r>
            <a:endParaRPr sz="971"/>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mc:Choice xmlns:a14="http://schemas.microsoft.com/office/drawing/2010/main"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a:p>
            </p:txBody>
          </p:sp>
        </mc:Choice>
        <mc:Fallback>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xmlns:m="http://schemas.openxmlformats.org/officeDocument/2006/math">
          <p:sp>
            <p:nvSpPr>
              <p:cNvPr id="156"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9"/>
                <a:stretch>
                  <a:fillRect l="-126667" r="-194444" b="-125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xmlns:m="http://schemas.openxmlformats.org/officeDocument/2006/math">
          <p:sp>
            <p:nvSpPr>
              <p:cNvPr id="151"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l="-126667" r="-194444" b="-12546"/>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7"/>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9"/>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xmlns:m="http://schemas.openxmlformats.org/officeDocument/2006/math">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Editable105"/>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7"/>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mc:Choice xmlns:a14="http://schemas.microsoft.com/office/drawing/2010/main"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9"/>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spTree>
    <p:extLst>
      <p:ext uri="{BB962C8B-B14F-4D97-AF65-F5344CB8AC3E}">
        <p14:creationId xmlns:p14="http://schemas.microsoft.com/office/powerpoint/2010/main" val="2622388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5"/>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6"/>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42</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3846</TotalTime>
  <Words>5345</Words>
  <Application>Microsoft Office PowerPoint</Application>
  <PresentationFormat>On-screen Show (16:9)</PresentationFormat>
  <Paragraphs>824</Paragraphs>
  <Slides>50</Slides>
  <Notes>37</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Feedback stabilization</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25</cp:revision>
  <dcterms:created xsi:type="dcterms:W3CDTF">2019-11-27T15:26:32Z</dcterms:created>
  <dcterms:modified xsi:type="dcterms:W3CDTF">2026-09-26T09:30:38Z</dcterms:modified>
</cp:coreProperties>
</file>