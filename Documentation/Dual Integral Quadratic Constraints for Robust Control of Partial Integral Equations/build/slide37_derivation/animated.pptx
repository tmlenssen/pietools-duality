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slide37norm_slide37narrative_image106.png"/><Relationship Id="rId7" Type="http://schemas.openxmlformats.org/officeDocument/2006/relationships/image" Target="../media/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10.png"/><Relationship Id="rId5" Type="http://schemas.openxmlformats.org/officeDocument/2006/relationships/image" Target="../media/slide37norm_slide37narrative_image108.png"/><Relationship Id="rId10" Type="http://schemas.openxmlformats.org/officeDocument/2006/relationships/image" Target="../media/image109.png"/><Relationship Id="rId4" Type="http://schemas.openxmlformats.org/officeDocument/2006/relationships/image" Target="../media/slide37norm_image106.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5.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7.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6.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8.png"/></Relationships>
</file>

<file path=ppt/slides/_rels/slide5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9.png"/></Relationships>
</file>

<file path=ppt/slides/_rels/slide5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2474395"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2474395" cy="559640"/>
              </a:xfrm>
              <a:prstGeom prst="rect">
                <a:avLst/>
              </a:prstGeom>
              <a:blipFill>
                <a:blip r:embed="rId19"/>
                <a:stretch>
                  <a:fillRect l="-24877" t="-145055" r="-369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379357"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mc:Choice xmlns:a14="http://schemas.microsoft.com/office/drawing/2010/main"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a:p>
            </p:txBody>
          </p:sp>
        </mc:Choice>
        <mc:Fallback>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  </m:t>
                      </m:r>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oMath>
                  </m:oMathPara>
                </a14:m>
                <a:endParaRPr sz="2100"/>
              </a:p>
            </p:txBody>
          </p:sp>
        </mc:Choice>
        <mc:Fallback>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038"/>
                                        </p:tgtEl>
                                        <p:attrNameLst>
                                          <p:attrName>style.visibility</p:attrName>
                                        </p:attrNameLst>
                                      </p:cBhvr>
                                      <p:to>
                                        <p:strVal val="visible"/>
                                      </p:to>
                                    </p:set>
                                    <p:animEffect transition="in" filter="fade">
                                      <p:cBhvr>
                                        <p:cTn id="30" dur="350"/>
                                        <p:tgtEl>
                                          <p:spTgt spid="80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023"/>
                                        </p:tgtEl>
                                        <p:attrNameLst>
                                          <p:attrName>style.visibility</p:attrName>
                                        </p:attrNameLst>
                                      </p:cBhvr>
                                      <p:to>
                                        <p:strVal val="visible"/>
                                      </p:to>
                                    </p:set>
                                    <p:animEffect transition="in" filter="fade">
                                      <p:cBhvr>
                                        <p:cTn id="35" dur="350"/>
                                        <p:tgtEl>
                                          <p:spTgt spid="80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024"/>
                                        </p:tgtEl>
                                        <p:attrNameLst>
                                          <p:attrName>style.visibility</p:attrName>
                                        </p:attrNameLst>
                                      </p:cBhvr>
                                      <p:to>
                                        <p:strVal val="visible"/>
                                      </p:to>
                                    </p:set>
                                    <p:animEffect transition="in" filter="fade">
                                      <p:cBhvr>
                                        <p:cTn id="38"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5548</TotalTime>
  <Words>7845</Words>
  <Application>Microsoft Office PowerPoint</Application>
  <PresentationFormat>On-screen Show (16:9)</PresentationFormat>
  <Paragraphs>1040</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40</cp:revision>
  <dcterms:created xsi:type="dcterms:W3CDTF">2019-11-27T15:26:32Z</dcterms:created>
  <dcterms:modified xsi:type="dcterms:W3CDTF">2026-09-27T16:48:43Z</dcterms:modified>
</cp:coreProperties>
</file>