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49" r:id="rId37"/>
    <p:sldId id="439" r:id="rId38"/>
    <p:sldId id="421" r:id="rId39"/>
    <p:sldId id="427" r:id="rId40"/>
    <p:sldId id="431" r:id="rId41"/>
    <p:sldId id="428" r:id="rId42"/>
    <p:sldId id="429" r:id="rId43"/>
    <p:sldId id="432" r:id="rId44"/>
    <p:sldId id="430" r:id="rId45"/>
    <p:sldId id="433" r:id="rId46"/>
    <p:sldId id="434" r:id="rId4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360" y="18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2791</TotalTime>
  <Words>4693</Words>
  <Application>Microsoft Office PowerPoint</Application>
  <PresentationFormat>On-screen Show (16:9)</PresentationFormat>
  <Paragraphs>507</Paragraphs>
  <Slides>46</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24</cp:revision>
  <dcterms:created xsi:type="dcterms:W3CDTF">2019-11-27T15:26:32Z</dcterms:created>
  <dcterms:modified xsi:type="dcterms:W3CDTF">2026-09-25T15:04:23Z</dcterms:modified>
</cp:coreProperties>
</file>