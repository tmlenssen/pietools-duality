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18"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3" Type="http://schemas.openxmlformats.org/officeDocument/2006/relationships/image" Target="../media/image106.png"/><Relationship Id="rIdSectorRefinement36_4" Type="http://schemas.openxmlformats.org/officeDocument/2006/relationships/image" Target="../media/sectorrefinement36_image552.png"/><Relationship Id="rId2" Type="http://schemas.openxmlformats.org/officeDocument/2006/relationships/notesSlide" Target="../notesSlides/notesSlide31.xml"/><Relationship Id="rIdSectorRefinement36_3" Type="http://schemas.openxmlformats.org/officeDocument/2006/relationships/image" Target="../media/sectorrefinement36_image553.png"/><Relationship Id="rId1" Type="http://schemas.openxmlformats.org/officeDocument/2006/relationships/slideLayout" Target="../slideLayouts/slideLayout12.xml"/><Relationship Id="rIdSectorRefinement36_5" Type="http://schemas.openxmlformats.org/officeDocument/2006/relationships/image" Target="../media/sectorrefinement36_image551.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1.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4.png"/></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mc:Choice xmlns:p159="http://schemas.microsoft.com/office/powerpoint/2015/09/main" Requires="p159">
      <p:transition spd="slow" advClick="0" advTm="0">
        <p159:morph option="byObject"/>
      </p:transition>
    </mc:Choice>
    <mc:Fallback>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mc:Choice xmlns:p159="http://schemas.microsoft.com/office/powerpoint/2015/09/main" Requires="p159">
      <p:transition spd="slow"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mc:Choice xmlns:a14="http://schemas.microsoft.com/office/drawing/2010/main"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Choose Θ so the nonlinearity </a:t>
            </a:r>
            <a:r>
              <a:rPr lang="en-GB" sz="2500" b="1" dirty="0">
                <a:solidFill>
                  <a:srgbClr val="252529"/>
                </a:solidFill>
                <a:latin typeface="Aptos"/>
                <a:ea typeface="Aptos"/>
                <a:cs typeface="Aptos"/>
              </a:rPr>
              <a:t>loses energy</a:t>
            </a:r>
            <a:endParaRPr sz="2500" dirty="0"/>
          </a:p>
        </p:txBody>
      </p:sp>
      <mc:AlternateContent xmlns:mc="http://schemas.openxmlformats.org/markup-compatibility/2006">
        <mc:Choice xmlns:a14="http://schemas.microsoft.com/office/drawing/2010/main"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v</m:t>
                      </m:r>
                      <m:r>
                        <m:rPr>
                          <m:lit/>
                          <m:brk m:alnAt="1"/>
                        </m:rPr>
                        <a:rPr lang="en-US" sz="2500" i="1" smtClean="0">
                          <a:solidFill>
                            <a:srgbClr val="252529"/>
                          </a:solidFill>
                          <a:latin typeface="Cambria Math"/>
                        </a:rPr>
                        <m:t>a</m:t>
                      </m:r>
                      <m:r>
                        <m:rPr>
                          <m:lit/>
                          <m:brk m:alnAt="1"/>
                        </m:rPr>
                        <a:rPr lang="en-US" sz="2500" i="1" smtClean="0">
                          <a:solidFill>
                            <a:srgbClr val="252529"/>
                          </a:solidFill>
                          <a:latin typeface="Cambria Math"/>
                        </a:rPr>
                        <m:t>r</m:t>
                      </m:r>
                      <m:r>
                        <m:rPr>
                          <m:lit/>
                          <m:brk m:alnAt="1"/>
                        </m:rPr>
                        <a:rPr lang="en-US" sz="2500" i="1" smtClean="0">
                          <a:solidFill>
                            <a:srgbClr val="252529"/>
                          </a:solidFill>
                          <a:latin typeface="Cambria Math"/>
                        </a:rPr>
                        <m:t>T</m:t>
                      </m:r>
                      <m:r>
                        <m:rPr>
                          <m:lit/>
                          <m:brk m:alnAt="1"/>
                        </m:rPr>
                        <a:rPr lang="en-US" sz="2500" i="1" smtClean="0">
                          <a:solidFill>
                            <a:srgbClr val="252529"/>
                          </a:solidFill>
                          <a:latin typeface="Cambria Math"/>
                        </a:rPr>
                        <m:t>h</m:t>
                      </m:r>
                      <m:r>
                        <m:rPr>
                          <m:lit/>
                          <m:brk m:alnAt="1"/>
                        </m:rPr>
                        <a:rPr lang="en-US" sz="2500" i="1" smtClean="0">
                          <a:solidFill>
                            <a:srgbClr val="252529"/>
                          </a:solidFill>
                          <a:latin typeface="Cambria Math"/>
                        </a:rPr>
                        <m:t>e</m:t>
                      </m:r>
                      <m:r>
                        <m:rPr>
                          <m:lit/>
                          <m:brk m:alnAt="1"/>
                        </m:rPr>
                        <a:rPr lang="en-US" sz="2500" i="1" smtClean="0">
                          <a:solidFill>
                            <a:srgbClr val="252529"/>
                          </a:solidFill>
                          <a:latin typeface="Cambria Math"/>
                        </a:rPr>
                        <m:t>t</m:t>
                      </m:r>
                      <m:r>
                        <m:rPr>
                          <m:lit/>
                          <m:brk m:alnAt="1"/>
                        </m:rPr>
                        <a:rPr lang="en-US" sz="2500" i="1" smtClean="0">
                          <a:solidFill>
                            <a:srgbClr val="252529"/>
                          </a:solidFill>
                          <a:latin typeface="Cambria Math"/>
                        </a:rPr>
                        <m:t>a</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l</m:t>
                      </m:r>
                      <m:r>
                        <m:rPr>
                          <m:lit/>
                          <m:brk m:alnAt="1"/>
                        </m:rPr>
                        <a:rPr lang="en-US" sz="2500" i="1" smtClean="0">
                          <a:solidFill>
                            <a:srgbClr val="252529"/>
                          </a:solidFill>
                          <a:latin typeface="Cambria Math"/>
                        </a:rPr>
                        <m:t>e</m:t>
                      </m:r>
                      <m:r>
                        <m:rPr>
                          <m:lit/>
                          <m:brk m:alnAt="1"/>
                        </m:rPr>
                        <a:rPr lang="en-US" sz="2500" i="1" smtClean="0">
                          <a:solidFill>
                            <a:srgbClr val="252529"/>
                          </a:solidFill>
                          <a:latin typeface="Cambria Math"/>
                        </a:rPr>
                        <m:t>f</m:t>
                      </m:r>
                      <m:r>
                        <m:rPr>
                          <m:lit/>
                          <m:brk m:alnAt="1"/>
                        </m:rPr>
                        <a:rPr lang="en-US" sz="2500" i="1" smtClean="0">
                          <a:solidFill>
                            <a:srgbClr val="252529"/>
                          </a:solidFill>
                          <a:latin typeface="Cambria Math"/>
                        </a:rPr>
                        <m:t>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v</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r</m:t>
                      </m:r>
                      <m:r>
                        <m:rPr>
                          <m:lit/>
                          <m:brk m:alnAt="1"/>
                        </m:rPr>
                        <a:rPr lang="en-US" sz="2500" i="1" smtClean="0">
                          <a:solidFill>
                            <a:srgbClr val="252529"/>
                          </a:solidFill>
                          <a:latin typeface="Cambria Math"/>
                        </a:rPr>
                        <m:t>i</m:t>
                      </m:r>
                      <m:r>
                        <m:rPr>
                          <m:lit/>
                          <m:brk m:alnAt="1"/>
                        </m:rPr>
                        <a:rPr lang="en-US" sz="2500" i="1" smtClean="0">
                          <a:solidFill>
                            <a:srgbClr val="252529"/>
                          </a:solidFill>
                          <a:latin typeface="Cambria Math"/>
                        </a:rPr>
                        <m:t>g</m:t>
                      </m:r>
                      <m:r>
                        <m:rPr>
                          <m:lit/>
                          <m:brk m:alnAt="1"/>
                        </m:rPr>
                        <a:rPr lang="en-US" sz="2500" i="1" smtClean="0">
                          <a:solidFill>
                            <a:srgbClr val="252529"/>
                          </a:solidFill>
                          <a:latin typeface="Cambria Math"/>
                        </a:rPr>
                        <m:t>h</m:t>
                      </m:r>
                      <m:r>
                        <m:rPr>
                          <m:lit/>
                          <m:brk m:alnAt="1"/>
                        </m:rPr>
                        <a:rPr lang="en-US" sz="2500" i="1" smtClean="0">
                          <a:solidFill>
                            <a:srgbClr val="252529"/>
                          </a:solidFill>
                          <a:latin typeface="Cambria Math"/>
                        </a:rPr>
                        <m:t>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b</m:t>
                      </m:r>
                      <m:r>
                        <m:rPr>
                          <m:lit/>
                          <m:brk m:alnAt="1"/>
                        </m:rPr>
                        <a:rPr lang="en-US" sz="2500" i="1" smtClean="0">
                          <a:solidFill>
                            <a:srgbClr val="252529"/>
                          </a:solidFill>
                          <a:latin typeface="Cambria Math"/>
                        </a:rPr>
                        <m:t>e</m:t>
                      </m:r>
                      <m:r>
                        <m:rPr>
                          <m:lit/>
                          <m:brk m:alnAt="1"/>
                        </m:rPr>
                        <a:rPr lang="en-US" sz="2500" i="1" smtClean="0">
                          <a:solidFill>
                            <a:srgbClr val="252529"/>
                          </a:solidFill>
                          <a:latin typeface="Cambria Math"/>
                        </a:rPr>
                        <m:t>g</m:t>
                      </m:r>
                      <m:r>
                        <m:rPr>
                          <m:lit/>
                          <m:brk m:alnAt="1"/>
                        </m:rPr>
                        <a:rPr lang="en-US" sz="2500" i="1" smtClean="0">
                          <a:solidFill>
                            <a:srgbClr val="252529"/>
                          </a:solidFill>
                          <a:latin typeface="Cambria Math"/>
                        </a:rPr>
                        <m:t>i</m:t>
                      </m:r>
                      <m:r>
                        <m:rPr>
                          <m:lit/>
                          <m:brk m:alnAt="1"/>
                        </m:rPr>
                        <a:rPr lang="en-US" sz="2500" i="1" smtClean="0">
                          <a:solidFill>
                            <a:srgbClr val="252529"/>
                          </a:solidFill>
                          <a:latin typeface="Cambria Math"/>
                        </a:rPr>
                        <m:t>n</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b</m:t>
                      </m:r>
                      <m:r>
                        <m:rPr>
                          <m:lit/>
                          <m:brk m:alnAt="1"/>
                        </m:rPr>
                        <a:rPr lang="en-US" sz="2500" i="1" smtClean="0">
                          <a:solidFill>
                            <a:srgbClr val="252529"/>
                          </a:solidFill>
                          <a:latin typeface="Cambria Math"/>
                        </a:rPr>
                        <m:t>m</m:t>
                      </m:r>
                      <m:r>
                        <m:rPr>
                          <m:lit/>
                          <m:brk m:alnAt="1"/>
                        </m:rPr>
                        <a:rPr lang="en-US" sz="2500" i="1" smtClean="0">
                          <a:solidFill>
                            <a:srgbClr val="252529"/>
                          </a:solidFill>
                          <a:latin typeface="Cambria Math"/>
                        </a:rPr>
                        <m:t>a</m:t>
                      </m:r>
                      <m:r>
                        <m:rPr>
                          <m:lit/>
                          <m:brk m:alnAt="1"/>
                        </m:rPr>
                        <a:rPr lang="en-US" sz="2500" i="1" smtClean="0">
                          <a:solidFill>
                            <a:srgbClr val="252529"/>
                          </a:solidFill>
                          <a:latin typeface="Cambria Math"/>
                        </a:rPr>
                        <m:t>t</m:t>
                      </m:r>
                      <m:r>
                        <m:rPr>
                          <m:lit/>
                          <m:brk m:alnAt="1"/>
                        </m:rPr>
                        <a:rPr lang="en-US" sz="2500" i="1" smtClean="0">
                          <a:solidFill>
                            <a:srgbClr val="252529"/>
                          </a:solidFill>
                          <a:latin typeface="Cambria Math"/>
                        </a:rPr>
                        <m:t>r</m:t>
                      </m:r>
                      <m:r>
                        <m:rPr>
                          <m:lit/>
                          <m:brk m:alnAt="1"/>
                        </m:rPr>
                        <a:rPr lang="en-US" sz="2500" i="1" smtClean="0">
                          <a:solidFill>
                            <a:srgbClr val="252529"/>
                          </a:solidFill>
                          <a:latin typeface="Cambria Math"/>
                        </a:rPr>
                        <m:t>i</m:t>
                      </m:r>
                      <m:r>
                        <m:rPr>
                          <m:lit/>
                          <m:brk m:alnAt="1"/>
                        </m:rPr>
                        <a:rPr lang="en-US" sz="2500" i="1" smtClean="0">
                          <a:solidFill>
                            <a:srgbClr val="252529"/>
                          </a:solidFill>
                          <a:latin typeface="Cambria Math"/>
                        </a:rPr>
                        <m:t>x</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v</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&amp;</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1</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v</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&amp;</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1</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e</m:t>
                      </m:r>
                      <m:r>
                        <m:rPr>
                          <m:lit/>
                          <m:brk m:alnAt="1"/>
                        </m:rPr>
                        <a:rPr lang="en-US" sz="2500" i="1" smtClean="0">
                          <a:solidFill>
                            <a:srgbClr val="252529"/>
                          </a:solidFill>
                          <a:latin typeface="Cambria Math"/>
                        </a:rPr>
                        <m:t>n</m:t>
                      </m:r>
                      <m:r>
                        <m:rPr>
                          <m:lit/>
                          <m:brk m:alnAt="1"/>
                        </m:rPr>
                        <a:rPr lang="en-US" sz="2500" i="1" smtClean="0">
                          <a:solidFill>
                            <a:srgbClr val="252529"/>
                          </a:solidFill>
                          <a:latin typeface="Cambria Math"/>
                        </a:rPr>
                        <m:t>d</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b</m:t>
                      </m:r>
                      <m:r>
                        <m:rPr>
                          <m:lit/>
                          <m:brk m:alnAt="1"/>
                        </m:rPr>
                        <a:rPr lang="en-US" sz="2500" i="1" smtClean="0">
                          <a:solidFill>
                            <a:srgbClr val="252529"/>
                          </a:solidFill>
                          <a:latin typeface="Cambria Math"/>
                        </a:rPr>
                        <m:t>m</m:t>
                      </m:r>
                      <m:r>
                        <m:rPr>
                          <m:lit/>
                          <m:brk m:alnAt="1"/>
                        </m:rPr>
                        <a:rPr lang="en-US" sz="2500" i="1" smtClean="0">
                          <a:solidFill>
                            <a:srgbClr val="252529"/>
                          </a:solidFill>
                          <a:latin typeface="Cambria Math"/>
                        </a:rPr>
                        <m:t>a</m:t>
                      </m:r>
                      <m:r>
                        <m:rPr>
                          <m:lit/>
                          <m:brk m:alnAt="1"/>
                        </m:rPr>
                        <a:rPr lang="en-US" sz="2500" i="1" smtClean="0">
                          <a:solidFill>
                            <a:srgbClr val="252529"/>
                          </a:solidFill>
                          <a:latin typeface="Cambria Math"/>
                        </a:rPr>
                        <m:t>t</m:t>
                      </m:r>
                      <m:r>
                        <m:rPr>
                          <m:lit/>
                          <m:brk m:alnAt="1"/>
                        </m:rPr>
                        <a:rPr lang="en-US" sz="2500" i="1" smtClean="0">
                          <a:solidFill>
                            <a:srgbClr val="252529"/>
                          </a:solidFill>
                          <a:latin typeface="Cambria Math"/>
                        </a:rPr>
                        <m:t>r</m:t>
                      </m:r>
                      <m:r>
                        <m:rPr>
                          <m:lit/>
                          <m:brk m:alnAt="1"/>
                        </m:rPr>
                        <a:rPr lang="en-US" sz="2500" i="1" smtClean="0">
                          <a:solidFill>
                            <a:srgbClr val="252529"/>
                          </a:solidFill>
                          <a:latin typeface="Cambria Math"/>
                        </a:rPr>
                        <m:t>i</m:t>
                      </m:r>
                      <m:r>
                        <m:rPr>
                          <m:lit/>
                          <m:brk m:alnAt="1"/>
                        </m:rPr>
                        <a:rPr lang="en-US" sz="2500" i="1" smtClean="0">
                          <a:solidFill>
                            <a:srgbClr val="252529"/>
                          </a:solidFill>
                          <a:latin typeface="Cambria Math"/>
                        </a:rPr>
                        <m:t>x</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b</m:t>
                      </m:r>
                      <m:r>
                        <m:rPr>
                          <m:lit/>
                          <m:brk m:alnAt="1"/>
                        </m:rPr>
                        <a:rPr lang="en-US" sz="2500" i="1" smtClean="0">
                          <a:solidFill>
                            <a:srgbClr val="252529"/>
                          </a:solidFill>
                          <a:latin typeface="Cambria Math"/>
                        </a:rPr>
                        <m:t>e</m:t>
                      </m:r>
                      <m:r>
                        <m:rPr>
                          <m:lit/>
                          <m:brk m:alnAt="1"/>
                        </m:rPr>
                        <a:rPr lang="en-US" sz="2500" i="1" smtClean="0">
                          <a:solidFill>
                            <a:srgbClr val="252529"/>
                          </a:solidFill>
                          <a:latin typeface="Cambria Math"/>
                        </a:rPr>
                        <m:t>g</m:t>
                      </m:r>
                      <m:r>
                        <m:rPr>
                          <m:lit/>
                          <m:brk m:alnAt="1"/>
                        </m:rPr>
                        <a:rPr lang="en-US" sz="2500" i="1" smtClean="0">
                          <a:solidFill>
                            <a:srgbClr val="252529"/>
                          </a:solidFill>
                          <a:latin typeface="Cambria Math"/>
                        </a:rPr>
                        <m:t>i</m:t>
                      </m:r>
                      <m:r>
                        <m:rPr>
                          <m:lit/>
                          <m:brk m:alnAt="1"/>
                        </m:rPr>
                        <a:rPr lang="en-US" sz="2500" i="1" smtClean="0">
                          <a:solidFill>
                            <a:srgbClr val="252529"/>
                          </a:solidFill>
                          <a:latin typeface="Cambria Math"/>
                        </a:rPr>
                        <m:t>n</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b</m:t>
                      </m:r>
                      <m:r>
                        <m:rPr>
                          <m:lit/>
                          <m:brk m:alnAt="1"/>
                        </m:rPr>
                        <a:rPr lang="en-US" sz="2500" i="1" smtClean="0">
                          <a:solidFill>
                            <a:srgbClr val="252529"/>
                          </a:solidFill>
                          <a:latin typeface="Cambria Math"/>
                        </a:rPr>
                        <m:t>m</m:t>
                      </m:r>
                      <m:r>
                        <m:rPr>
                          <m:lit/>
                          <m:brk m:alnAt="1"/>
                        </m:rPr>
                        <a:rPr lang="en-US" sz="2500" i="1" smtClean="0">
                          <a:solidFill>
                            <a:srgbClr val="252529"/>
                          </a:solidFill>
                          <a:latin typeface="Cambria Math"/>
                        </a:rPr>
                        <m:t>a</m:t>
                      </m:r>
                      <m:r>
                        <m:rPr>
                          <m:lit/>
                          <m:brk m:alnAt="1"/>
                        </m:rPr>
                        <a:rPr lang="en-US" sz="2500" i="1" smtClean="0">
                          <a:solidFill>
                            <a:srgbClr val="252529"/>
                          </a:solidFill>
                          <a:latin typeface="Cambria Math"/>
                        </a:rPr>
                        <m:t>t</m:t>
                      </m:r>
                      <m:r>
                        <m:rPr>
                          <m:lit/>
                          <m:brk m:alnAt="1"/>
                        </m:rPr>
                        <a:rPr lang="en-US" sz="2500" i="1" smtClean="0">
                          <a:solidFill>
                            <a:srgbClr val="252529"/>
                          </a:solidFill>
                          <a:latin typeface="Cambria Math"/>
                        </a:rPr>
                        <m:t>r</m:t>
                      </m:r>
                      <m:r>
                        <m:rPr>
                          <m:lit/>
                          <m:brk m:alnAt="1"/>
                        </m:rPr>
                        <a:rPr lang="en-US" sz="2500" i="1" smtClean="0">
                          <a:solidFill>
                            <a:srgbClr val="252529"/>
                          </a:solidFill>
                          <a:latin typeface="Cambria Math"/>
                        </a:rPr>
                        <m:t>i</m:t>
                      </m:r>
                      <m:r>
                        <m:rPr>
                          <m:lit/>
                          <m:brk m:alnAt="1"/>
                        </m:rPr>
                        <a:rPr lang="en-US" sz="2500" i="1" smtClean="0">
                          <a:solidFill>
                            <a:srgbClr val="252529"/>
                          </a:solidFill>
                          <a:latin typeface="Cambria Math"/>
                        </a:rPr>
                        <m:t>x</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b</m:t>
                      </m:r>
                      <m:r>
                        <m:rPr>
                          <m:lit/>
                          <m:brk m:alnAt="1"/>
                        </m:rPr>
                        <a:rPr lang="en-US" sz="2500" i="1" smtClean="0">
                          <a:solidFill>
                            <a:srgbClr val="252529"/>
                          </a:solidFill>
                          <a:latin typeface="Cambria Math"/>
                        </a:rPr>
                        <m:t>e</m:t>
                      </m:r>
                      <m:r>
                        <m:rPr>
                          <m:lit/>
                          <m:brk m:alnAt="1"/>
                        </m:rPr>
                        <a:rPr lang="en-US" sz="2500" i="1" smtClean="0">
                          <a:solidFill>
                            <a:srgbClr val="252529"/>
                          </a:solidFill>
                          <a:latin typeface="Cambria Math"/>
                        </a:rPr>
                        <m:t>t</m:t>
                      </m:r>
                      <m:r>
                        <m:rPr>
                          <m:lit/>
                          <m:brk m:alnAt="1"/>
                        </m:rPr>
                        <a:rPr lang="en-US" sz="2500" i="1" smtClean="0">
                          <a:solidFill>
                            <a:srgbClr val="252529"/>
                          </a:solidFill>
                          <a:latin typeface="Cambria Math"/>
                        </a:rPr>
                        <m:t>a</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&amp;</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1</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a</m:t>
                      </m:r>
                      <m:r>
                        <m:rPr>
                          <m:lit/>
                          <m:brk m:alnAt="1"/>
                        </m:rPr>
                        <a:rPr lang="en-US" sz="2500" i="1" smtClean="0">
                          <a:solidFill>
                            <a:srgbClr val="252529"/>
                          </a:solidFill>
                          <a:latin typeface="Cambria Math"/>
                        </a:rPr>
                        <m:t>l</m:t>
                      </m:r>
                      <m:r>
                        <m:rPr>
                          <m:lit/>
                          <m:brk m:alnAt="1"/>
                        </m:rPr>
                        <a:rPr lang="en-US" sz="2500" i="1" smtClean="0">
                          <a:solidFill>
                            <a:srgbClr val="252529"/>
                          </a:solidFill>
                          <a:latin typeface="Cambria Math"/>
                        </a:rPr>
                        <m:t>p</m:t>
                      </m:r>
                      <m:r>
                        <m:rPr>
                          <m:lit/>
                          <m:brk m:alnAt="1"/>
                        </m:rPr>
                        <a:rPr lang="en-US" sz="2500" i="1" smtClean="0">
                          <a:solidFill>
                            <a:srgbClr val="252529"/>
                          </a:solidFill>
                          <a:latin typeface="Cambria Math"/>
                        </a:rPr>
                        <m:t>h</m:t>
                      </m:r>
                      <m:r>
                        <m:rPr>
                          <m:lit/>
                          <m:brk m:alnAt="1"/>
                        </m:rPr>
                        <a:rPr lang="en-US" sz="2500" i="1" smtClean="0">
                          <a:solidFill>
                            <a:srgbClr val="252529"/>
                          </a:solidFill>
                          <a:latin typeface="Cambria Math"/>
                        </a:rPr>
                        <m:t>a</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&amp;</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1</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e</m:t>
                      </m:r>
                      <m:r>
                        <m:rPr>
                          <m:lit/>
                          <m:brk m:alnAt="1"/>
                        </m:rPr>
                        <a:rPr lang="en-US" sz="2500" i="1" smtClean="0">
                          <a:solidFill>
                            <a:srgbClr val="252529"/>
                          </a:solidFill>
                          <a:latin typeface="Cambria Math"/>
                        </a:rPr>
                        <m:t>n</m:t>
                      </m:r>
                      <m:r>
                        <m:rPr>
                          <m:lit/>
                          <m:brk m:alnAt="1"/>
                        </m:rPr>
                        <a:rPr lang="en-US" sz="2500" i="1" smtClean="0">
                          <a:solidFill>
                            <a:srgbClr val="252529"/>
                          </a:solidFill>
                          <a:latin typeface="Cambria Math"/>
                        </a:rPr>
                        <m:t>d</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b</m:t>
                      </m:r>
                      <m:r>
                        <m:rPr>
                          <m:lit/>
                          <m:brk m:alnAt="1"/>
                        </m:rPr>
                        <a:rPr lang="en-US" sz="2500" i="1" smtClean="0">
                          <a:solidFill>
                            <a:srgbClr val="252529"/>
                          </a:solidFill>
                          <a:latin typeface="Cambria Math"/>
                        </a:rPr>
                        <m:t>m</m:t>
                      </m:r>
                      <m:r>
                        <m:rPr>
                          <m:lit/>
                          <m:brk m:alnAt="1"/>
                        </m:rPr>
                        <a:rPr lang="en-US" sz="2500" i="1" smtClean="0">
                          <a:solidFill>
                            <a:srgbClr val="252529"/>
                          </a:solidFill>
                          <a:latin typeface="Cambria Math"/>
                        </a:rPr>
                        <m:t>a</m:t>
                      </m:r>
                      <m:r>
                        <m:rPr>
                          <m:lit/>
                          <m:brk m:alnAt="1"/>
                        </m:rPr>
                        <a:rPr lang="en-US" sz="2500" i="1" smtClean="0">
                          <a:solidFill>
                            <a:srgbClr val="252529"/>
                          </a:solidFill>
                          <a:latin typeface="Cambria Math"/>
                        </a:rPr>
                        <m:t>t</m:t>
                      </m:r>
                      <m:r>
                        <m:rPr>
                          <m:lit/>
                          <m:brk m:alnAt="1"/>
                        </m:rPr>
                        <a:rPr lang="en-US" sz="2500" i="1" smtClean="0">
                          <a:solidFill>
                            <a:srgbClr val="252529"/>
                          </a:solidFill>
                          <a:latin typeface="Cambria Math"/>
                        </a:rPr>
                        <m:t>r</m:t>
                      </m:r>
                      <m:r>
                        <m:rPr>
                          <m:lit/>
                          <m:brk m:alnAt="1"/>
                        </m:rPr>
                        <a:rPr lang="en-US" sz="2500" i="1" smtClean="0">
                          <a:solidFill>
                            <a:srgbClr val="252529"/>
                          </a:solidFill>
                          <a:latin typeface="Cambria Math"/>
                        </a:rPr>
                        <m:t>i</m:t>
                      </m:r>
                      <m:r>
                        <m:rPr>
                          <m:lit/>
                          <m:brk m:alnAt="1"/>
                        </m:rPr>
                        <a:rPr lang="en-US" sz="2500" i="1" smtClean="0">
                          <a:solidFill>
                            <a:srgbClr val="252529"/>
                          </a:solidFill>
                          <a:latin typeface="Cambria Math"/>
                        </a:rPr>
                        <m:t>x</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v</m:t>
                      </m:r>
                      <m:r>
                        <m:rPr>
                          <m:lit/>
                          <m:brk m:alnAt="1"/>
                        </m:rPr>
                        <a:rPr lang="en-US" sz="2500" i="1" smtClean="0">
                          <a:solidFill>
                            <a:srgbClr val="252529"/>
                          </a:solidFill>
                          <a:latin typeface="Cambria Math"/>
                        </a:rPr>
                        <m:t>\</m:t>
                      </m:r>
                      <m:r>
                        <m:rPr>
                          <m:lit/>
                          <m:brk m:alnAt="1"/>
                        </m:rPr>
                        <a:rPr lang="en-US" sz="2500" i="1" smtClean="0">
                          <a:solidFill>
                            <a:srgbClr val="252529"/>
                          </a:solidFill>
                          <a:latin typeface="Cambria Math"/>
                        </a:rPr>
                        <m:t>g</m:t>
                      </m:r>
                      <m:r>
                        <m:rPr>
                          <m:lit/>
                          <m:brk m:alnAt="1"/>
                        </m:rPr>
                        <a:rPr lang="en-US" sz="2500" i="1" smtClean="0">
                          <a:solidFill>
                            <a:srgbClr val="252529"/>
                          </a:solidFill>
                          <a:latin typeface="Cambria Math"/>
                        </a:rPr>
                        <m:t>t</m:t>
                      </m:r>
                      <m:r>
                        <m:rPr>
                          <m:lit/>
                          <m:brk m:alnAt="1"/>
                        </m:rPr>
                        <a:rPr lang="en-US" sz="2500" i="1" smtClean="0">
                          <a:solidFill>
                            <a:srgbClr val="252529"/>
                          </a:solidFill>
                          <a:latin typeface="Cambria Math"/>
                        </a:rPr>
                        <m:t> </m:t>
                      </m:r>
                      <m:r>
                        <m:rPr>
                          <m:lit/>
                          <m:brk m:alnAt="1"/>
                        </m:rPr>
                        <a:rPr lang="en-US" sz="2500" i="1" smtClean="0">
                          <a:solidFill>
                            <a:srgbClr val="252529"/>
                          </a:solidFill>
                          <a:latin typeface="Cambria Math"/>
                        </a:rPr>
                        <m:t>0</m:t>
                      </m:r>
                    </m:oMath>
                  </m:oMathPara>
                </a14:m>
                <a:endParaRPr sz="2500" dirty="0"/>
              </a:p>
            </p:txBody>
          </p:sp>
        </mc:Choice>
        <mc:Fallback>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3"/>
                <a:stretch>
                  <a:fillRect t="-55479" b="-705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xmlns="" xmlns:m="http://schemas.openxmlformats.org/officeDocument/2006/math">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xmlns="" xmlns:m="http://schemas.openxmlformats.org/officeDocument/2006/math">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xmlns="" xmlns:m="http://schemas.openxmlformats.org/officeDocument/2006/math">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5533</TotalTime>
  <Words>7861</Words>
  <Application>Microsoft Office PowerPoint</Application>
  <PresentationFormat>On-screen Show (16:9)</PresentationFormat>
  <Paragraphs>1032</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37</cp:revision>
  <dcterms:created xsi:type="dcterms:W3CDTF">2019-11-27T15:26:32Z</dcterms:created>
  <dcterms:modified xsi:type="dcterms:W3CDTF">2026-09-27T16:23:13Z</dcterms:modified>
</cp:coreProperties>
</file>