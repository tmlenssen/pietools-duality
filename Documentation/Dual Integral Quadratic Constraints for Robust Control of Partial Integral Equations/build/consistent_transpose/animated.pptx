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image140.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2026-09-27T21:55:03Z</dcterms:modified>
</cp:coreProperties>
</file>