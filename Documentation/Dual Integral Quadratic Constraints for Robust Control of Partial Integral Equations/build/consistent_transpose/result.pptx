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Relationships xmlns="http://schemas.openxmlformats.org/package/2006/relationships"><Relationship Id="rId3" Type="http://schemas.openxmlformats.org/officeDocument/2006/relationships/image" Target="../media/transpose_slide23_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Relationships xmlns="http://schemas.openxmlformats.org/package/2006/relationships"><Relationship Id="rId3" Type="http://schemas.openxmlformats.org/officeDocument/2006/relationships/image" Target="../media/transpose_slide24_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