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5"/>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39" r:id="rId35"/>
    <p:sldId id="421" r:id="rId36"/>
    <p:sldId id="427" r:id="rId37"/>
    <p:sldId id="431" r:id="rId38"/>
    <p:sldId id="428" r:id="rId39"/>
    <p:sldId id="429" r:id="rId40"/>
    <p:sldId id="432" r:id="rId41"/>
    <p:sldId id="430" r:id="rId42"/>
    <p:sldId id="433" r:id="rId43"/>
    <p:sldId id="434" r:id="rId4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1140" y="68"/>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38</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39</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2"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39.png"/></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xmlns:m="http://schemas.openxmlformats.org/officeDocument/2006/math">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endParaRPr lang="en-NL"/>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172464"/>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30498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35" name="Filtered z">
                <a:extLst>
                  <a:ext uri="{FF2B5EF4-FFF2-40B4-BE49-F238E27FC236}">
                    <a16:creationId xmlns:a16="http://schemas.microsoft.com/office/drawing/2014/main" id="{11777D22-5BB5-F0C4-718C-9556ED7FA2BC}"/>
                  </a:ext>
                </a:extLst>
              </p:cNvPr>
              <p:cNvSpPr/>
              <p:nvPr/>
            </p:nvSpPr>
            <p:spPr>
              <a:xfrm>
                <a:off x="4290941" y="312737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127374"/>
                <a:ext cx="422910" cy="380619"/>
              </a:xfrm>
              <a:prstGeom prst="rect">
                <a:avLst/>
              </a:prstGeom>
              <a:blipFill>
                <a:blip r:embed="rId12"/>
                <a:stretch>
                  <a:fillRect r="-47826" b="-11290"/>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6809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37" name="Filtered w">
                <a:extLst>
                  <a:ext uri="{FF2B5EF4-FFF2-40B4-BE49-F238E27FC236}">
                    <a16:creationId xmlns:a16="http://schemas.microsoft.com/office/drawing/2014/main" id="{2C44D234-86C7-6AEA-2E5F-29BD4BFF3C12}"/>
                  </a:ext>
                </a:extLst>
              </p:cNvPr>
              <p:cNvSpPr/>
              <p:nvPr/>
            </p:nvSpPr>
            <p:spPr>
              <a:xfrm>
                <a:off x="4290941" y="35032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503294"/>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03574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28994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289940"/>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666492"/>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sp>
      <p:sp>
        <p:nvSpPr>
          <p:cNvPr id="61" name="Connector: Elbow 60">
            <a:extLst>
              <a:ext uri="{FF2B5EF4-FFF2-40B4-BE49-F238E27FC236}">
                <a16:creationId xmlns:a16="http://schemas.microsoft.com/office/drawing/2014/main" id="{716F66D3-F773-9545-1661-892E4869BCFF}"/>
              </a:ext>
            </a:extLst>
          </p:cNvPr>
          <p:cNvSpPr/>
          <p:nvPr/>
        </p:nvSpPr>
        <p:spPr>
          <a:xfrm>
            <a:off x="1241246" y="2666492"/>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sp>
      <p:sp>
        <p:nvSpPr>
          <p:cNvPr id="200" name="Signal tap 200"/>
          <p:cNvSpPr/>
          <p:nvPr/>
        </p:nvSpPr>
        <p:spPr>
          <a:xfrm>
            <a:off x="2469388" y="2661412"/>
            <a:ext cx="35560" cy="35560"/>
          </a:xfrm>
          <a:prstGeom prst="ellipse">
            <a:avLst/>
          </a:prstGeom>
          <a:solidFill>
            <a:srgbClr val="252529"/>
          </a:solidFill>
          <a:ln>
            <a:noFill/>
          </a:ln>
        </p:spPr>
      </p:sp>
      <p:sp>
        <p:nvSpPr>
          <p:cNvPr id="201" name="Signal tap 201"/>
          <p:cNvSpPr/>
          <p:nvPr/>
        </p:nvSpPr>
        <p:spPr>
          <a:xfrm>
            <a:off x="1236166" y="2661412"/>
            <a:ext cx="35560" cy="35560"/>
          </a:xfrm>
          <a:prstGeom prst="ellipse">
            <a:avLst/>
          </a:prstGeom>
          <a:solidFill>
            <a:srgbClr val="252529"/>
          </a:solidFill>
          <a:ln>
            <a:noFill/>
          </a:ln>
        </p:spPr>
      </p:sp>
    </p:spTree>
    <p:extLst>
      <p:ext uri="{BB962C8B-B14F-4D97-AF65-F5344CB8AC3E}">
        <p14:creationId xmlns:p14="http://schemas.microsoft.com/office/powerpoint/2010/main" val="33793407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2736</TotalTime>
  <Words>4397</Words>
  <Application>Microsoft Office PowerPoint</Application>
  <PresentationFormat>On-screen Show (16:9)</PresentationFormat>
  <Paragraphs>438</Paragraphs>
  <Slides>43</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21</cp:revision>
  <dcterms:created xsi:type="dcterms:W3CDTF">2019-11-27T15:26:32Z</dcterms:created>
  <dcterms:modified xsi:type="dcterms:W3CDTF">2026-09-25T12:48:30Z</dcterms:modified>
</cp:coreProperties>
</file>