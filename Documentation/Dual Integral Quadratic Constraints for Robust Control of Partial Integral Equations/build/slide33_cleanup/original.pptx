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5"/>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46" r:id="rId34"/>
    <p:sldId id="439" r:id="rId35"/>
    <p:sldId id="421" r:id="rId36"/>
    <p:sldId id="427" r:id="rId37"/>
    <p:sldId id="431" r:id="rId38"/>
    <p:sldId id="428" r:id="rId39"/>
    <p:sldId id="429" r:id="rId40"/>
    <p:sldId id="432" r:id="rId41"/>
    <p:sldId id="430" r:id="rId42"/>
    <p:sldId id="433" r:id="rId43"/>
    <p:sldId id="434" r:id="rId44"/>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1140" y="68"/>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38</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39</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40</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4.png"/><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5.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6.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3" Type="http://schemas.openxmlformats.org/officeDocument/2006/relationships/image" Target="../media/image34.png"/><Relationship Id="rId12" Type="http://schemas.openxmlformats.org/officeDocument/2006/relationships/image" Target="../media/image33.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3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3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39.png"/></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3"/>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4"/>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pic>
        <p:nvPicPr>
          <p:cNvPr id="7" name="Baked figure with larger labels"/>
          <p:cNvPicPr>
            <a:picLocks noChangeAspect="1"/>
          </p:cNvPicPr>
          <p:nvPr/>
        </p:nvPicPr>
        <p:blipFill>
          <a:blip r:embed="rId6"/>
          <a:stretch>
            <a:fillRect/>
          </a:stretch>
        </p:blipFill>
        <p:spPr>
          <a:xfrm>
            <a:off x="1057275" y="366712"/>
            <a:ext cx="6581775" cy="1109662"/>
          </a:xfrm>
          <a:prstGeom prst="rect">
            <a:avLst/>
          </a:prstGeom>
        </p:spPr>
      </p:pic>
      <p:pic>
        <p:nvPicPr>
          <p:cNvPr id="18" name="Baked figure with larger labels"/>
          <p:cNvPicPr>
            <a:picLocks noChangeAspect="1"/>
          </p:cNvPicPr>
          <p:nvPr/>
        </p:nvPicPr>
        <p:blipFill>
          <a:blip r:embed="rId7"/>
          <a:stretch>
            <a:fillRect/>
          </a:stretch>
        </p:blipFill>
        <p:spPr>
          <a:xfrm>
            <a:off x="1201737" y="2616244"/>
            <a:ext cx="3590925" cy="2009775"/>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m="http://schemas.openxmlformats.org/officeDocument/2006/math"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Baked figure with larger labels"/>
          <p:cNvPicPr>
            <a:picLocks noChangeAspect="1"/>
          </p:cNvPicPr>
          <p:nvPr/>
        </p:nvPicPr>
        <p:blipFill>
          <a:blip r:embed="rId3"/>
          <a:stretch>
            <a:fillRect/>
          </a:stretch>
        </p:blipFill>
        <p:spPr>
          <a:xfrm>
            <a:off x="438150" y="1190625"/>
            <a:ext cx="4157662" cy="1785938"/>
          </a:xfrm>
          <a:prstGeom prst="rect">
            <a:avLst/>
          </a:prstGeom>
        </p:spPr>
      </p:pic>
      <p:pic>
        <p:nvPicPr>
          <p:cNvPr id="76" name="Baked figure with larger labels"/>
          <p:cNvPicPr>
            <a:picLocks noChangeAspect="1"/>
          </p:cNvPicPr>
          <p:nvPr/>
        </p:nvPicPr>
        <p:blipFill>
          <a:blip r:embed="rId4"/>
          <a:stretch>
            <a:fillRect/>
          </a:stretch>
        </p:blipFill>
        <p:spPr>
          <a:xfrm>
            <a:off x="4943475" y="1219200"/>
            <a:ext cx="3952875" cy="2305050"/>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Baked figure with larger labels"/>
          <p:cNvPicPr>
            <a:picLocks noChangeAspect="1"/>
          </p:cNvPicPr>
          <p:nvPr/>
        </p:nvPicPr>
        <p:blipFill>
          <a:blip r:embed="rId3"/>
          <a:stretch>
            <a:fillRect/>
          </a:stretch>
        </p:blipFill>
        <p:spPr>
          <a:xfrm>
            <a:off x="4962525" y="1452562"/>
            <a:ext cx="3805238" cy="1819275"/>
          </a:xfrm>
          <a:prstGeom prst="rect">
            <a:avLst/>
          </a:prstGeom>
        </p:spPr>
      </p:pic>
      <p:pic>
        <p:nvPicPr>
          <p:cNvPr id="80" name="Baked figure with larger labels"/>
          <p:cNvPicPr>
            <a:picLocks noChangeAspect="1"/>
          </p:cNvPicPr>
          <p:nvPr/>
        </p:nvPicPr>
        <p:blipFill>
          <a:blip r:embed="rId4"/>
          <a:stretch>
            <a:fillRect/>
          </a:stretch>
        </p:blipFill>
        <p:spPr>
          <a:xfrm>
            <a:off x="438150" y="1190625"/>
            <a:ext cx="4157662" cy="1785938"/>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endParaRPr lang="en-NL"/>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172464"/>
            <a:ext cx="3138932" cy="1710436"/>
            <a:chOff x="1995932" y="2514600"/>
            <a:chExt cx="3138932" cy="171043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3206750"/>
              <a:ext cx="739648" cy="692658"/>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54838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30498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12737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127374"/>
                <a:ext cx="422910" cy="380619"/>
              </a:xfrm>
              <a:prstGeom prst="rect">
                <a:avLst/>
              </a:prstGeom>
              <a:blipFill>
                <a:blip r:embed="rId12"/>
                <a:stretch>
                  <a:fillRect r="-47826" b="-11290"/>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6809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5032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503294"/>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03574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28994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289940"/>
                <a:ext cx="283732" cy="398571"/>
              </a:xfrm>
              <a:prstGeom prst="rect">
                <a:avLst/>
              </a:prstGeom>
              <a:blipFill>
                <a:blip r:embed="rId14"/>
                <a:stretch>
                  <a:fillRect l="-25532" r="-27660" b="-4615"/>
                </a:stretch>
              </a:blipFill>
            </p:spPr>
            <p:txBody>
              <a:bodyPr/>
              <a:lstStyle/>
              <a:p>
                <a:r>
                  <a:rPr lang="en-NL">
                    <a:noFill/>
                  </a:rPr>
                  <a:t> </a:t>
                </a:r>
              </a:p>
            </p:txBody>
          </p:sp>
        </mc:Fallback>
      </mc:AlternateContent>
      <p:cxnSp>
        <p:nvCxnSpPr>
          <p:cNvPr id="55" name="Connector: Elbow 54">
            <a:extLst>
              <a:ext uri="{FF2B5EF4-FFF2-40B4-BE49-F238E27FC236}">
                <a16:creationId xmlns:a16="http://schemas.microsoft.com/office/drawing/2014/main" id="{98B18962-A47F-3CCD-4CB7-B1700598B92E}"/>
              </a:ext>
            </a:extLst>
          </p:cNvPr>
          <p:cNvCxnSpPr>
            <a:cxnSpLocks/>
          </p:cNvCxnSpPr>
          <p:nvPr/>
        </p:nvCxnSpPr>
        <p:spPr>
          <a:xfrm rot="16200000" flipH="1">
            <a:off x="2242687" y="2787656"/>
            <a:ext cx="746765" cy="257802"/>
          </a:xfrm>
          <a:prstGeom prst="bentConnector3">
            <a:avLst>
              <a:gd name="adj1" fmla="val 10017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716F66D3-F773-9545-1661-892E4869BCFF}"/>
              </a:ext>
            </a:extLst>
          </p:cNvPr>
          <p:cNvCxnSpPr>
            <a:cxnSpLocks/>
          </p:cNvCxnSpPr>
          <p:nvPr/>
        </p:nvCxnSpPr>
        <p:spPr>
          <a:xfrm>
            <a:off x="1253946" y="2543173"/>
            <a:ext cx="1458776" cy="1184597"/>
          </a:xfrm>
          <a:prstGeom prst="bentConnector3">
            <a:avLst>
              <a:gd name="adj1" fmla="val 20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93407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35</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2736</TotalTime>
  <Words>4397</Words>
  <Application>Microsoft Office PowerPoint</Application>
  <PresentationFormat>On-screen Show (16:9)</PresentationFormat>
  <Paragraphs>438</Paragraphs>
  <Slides>43</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21</cp:revision>
  <dcterms:created xsi:type="dcterms:W3CDTF">2019-11-27T15:26:32Z</dcterms:created>
  <dcterms:modified xsi:type="dcterms:W3CDTF">2026-09-25T12:51:21Z</dcterms:modified>
</cp:coreProperties>
</file>