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slideLayout" Target="../slideLayouts/slideLayout12.xml"/><Relationship Id="rIdSectorRefinement35_325" Type="http://schemas.openxmlformats.org/officeDocument/2006/relationships/image" Target="../media/slide36smooth_sectorrefinement35_image116.png"/><Relationship Id="rIdSectorRefinement35_105" Type="http://schemas.openxmlformats.org/officeDocument/2006/relationships/image" Target="../media/slide36smooth_sectorrefinement35_image119.png"/><Relationship Id="rId7" Type="http://schemas.openxmlformats.org/officeDocument/2006/relationships/image" Target="../media/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smooth_sectorrefinement35_image117.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3.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5.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mc:Choice xmlns:a14="http://schemas.microsoft.com/office/drawing/2010/main"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mc:Choice xmlns:a14="http://schemas.microsoft.com/office/drawing/2010/main"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E771155F-19A4-AF1C-149A-9C338574766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m:t>
                      </m:r>
                      <m:r>
                        <a:rPr lang="en-US" sz="2400" b="0" i="0" smtClean="0">
                          <a:solidFill>
                            <a:srgbClr val="216F9C"/>
                          </a:solidFill>
                          <a:latin typeface="Cambria Math" panose="02040503050406030204" pitchFamily="18" charset="0"/>
                        </a:rPr>
                        <m:t>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m="http://schemas.openxmlformats.org/officeDocument/2006/math" xmlns="">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m="http://schemas.openxmlformats.org/officeDocument/2006/math" xmlns="">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m="http://schemas.openxmlformats.org/officeDocument/2006/math" xmlns="">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m="http://schemas.openxmlformats.org/officeDocument/2006/math" xmlns="">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5513</TotalTime>
  <Words>7839</Words>
  <Application>Microsoft Office PowerPoint</Application>
  <PresentationFormat>On-screen Show (16:9)</PresentationFormat>
  <Paragraphs>1042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35</cp:revision>
  <dcterms:created xsi:type="dcterms:W3CDTF">2019-11-27T15:26:32Z</dcterms:created>
  <dcterms:modified xsi:type="dcterms:W3CDTF">2026-09-27T16:00:39Z</dcterms:modified>
</cp:coreProperties>
</file>