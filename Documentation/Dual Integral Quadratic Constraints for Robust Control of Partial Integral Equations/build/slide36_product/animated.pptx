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slideLayout" Target="../slideLayouts/slideLayout12.xml"/><Relationship Id="rIdSectorRefinement35_325" Type="http://schemas.openxmlformats.org/officeDocument/2006/relationships/image" Target="../media/slide36smooth_sectorrefinement35_image116.png"/><Relationship Id="rIdSectorRefinement35_105" Type="http://schemas.openxmlformats.org/officeDocument/2006/relationships/image" Target="../media/slide36smooth_sectorrefinement35_image119.png"/><Relationship Id="rId7" Type="http://schemas.openxmlformats.org/officeDocument/2006/relationships/image" Target="../media/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smooth_sectorrefinement35_image117.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1.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2.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3.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5.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 xmlns:m="http://schemas.openxmlformats.org/officeDocument/2006/math">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 xmlns:m="http://schemas.openxmlformats.org/officeDocument/2006/math">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 xmlns:m="http://schemas.openxmlformats.org/officeDocument/2006/math">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 xmlns:m="http://schemas.openxmlformats.org/officeDocument/2006/math">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5513</TotalTime>
  <Words>7839</Words>
  <Application>Microsoft Office PowerPoint</Application>
  <PresentationFormat>On-screen Show (16:9)</PresentationFormat>
  <Paragraphs>1042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36</cp:revision>
  <dcterms:created xsi:type="dcterms:W3CDTF">2019-11-27T15:26:32Z</dcterms:created>
  <dcterms:modified xsi:type="dcterms:W3CDTF">2026-09-27T16:02:42Z</dcterms:modified>
</cp:coreProperties>
</file>