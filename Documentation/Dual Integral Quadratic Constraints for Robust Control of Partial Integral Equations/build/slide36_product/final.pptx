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8.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slide36product_media6.mp4"/><Relationship Id="rId1" Type="http://schemas.microsoft.com/office/2007/relationships/media" Target="../media/slide36product_media6.mp4"/><Relationship Id="rId6" Type="http://schemas.openxmlformats.org/officeDocument/2006/relationships/image" Target="../media/slide36product_image106.png"/><Relationship Id="rId5" Type="http://schemas.openxmlformats.org/officeDocument/2006/relationships/image" Target="../media/slide36product_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SectorRefinement36_0" Type="http://schemas.openxmlformats.org/officeDocument/2006/relationships/image" Target="../media/sectorrefinement36_image550.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1.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2.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3.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5.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4.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6.png"/></Relationships>
</file>

<file path=ppt/slides/_rels/slide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7.png"/></Relationships>
</file>

<file path=ppt/slides/_rels/slide5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mc:Choice xmlns:a14="http://schemas.microsoft.com/office/drawing/2010/main"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mc:Choice xmlns:a14="http://schemas.microsoft.com/office/drawing/2010/main"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42" presetClass="path" presetSubtype="0" accel="50000" decel="50000" fill="hold" grpId="0" nodeType="withEffect">
                                  <p:stCondLst>
                                    <p:cond delay="0"/>
                                  </p:stCondLst>
                                  <p:childTnLst>
                                    <p:animMotion origin="layout" path="M -1.94444E-6 -2.71605E-6 L -0.00035 -0.0574 " pathEditMode="relative" rAng="0" ptsTypes="AA">
                                      <p:cBhvr>
                                        <p:cTn id="58" dur="200" fill="hold"/>
                                        <p:tgtEl>
                                          <p:spTgt spid="41"/>
                                        </p:tgtEl>
                                        <p:attrNameLst>
                                          <p:attrName>ppt_x</p:attrName>
                                          <p:attrName>ppt_y</p:attrName>
                                        </p:attrNameLst>
                                      </p:cBhvr>
                                      <p:rCtr x="-17" y="-2870"/>
                                    </p:animMotion>
                                  </p:childTnLst>
                                </p:cTn>
                              </p:par>
                              <p:par>
                                <p:cTn id="59" presetID="42" presetClass="path" presetSubtype="0" accel="50000" decel="50000" fill="hold" grpId="0" nodeType="withEffect">
                                  <p:stCondLst>
                                    <p:cond delay="0"/>
                                  </p:stCondLst>
                                  <p:childTnLst>
                                    <p:animMotion origin="layout" path="M 5.55556E-7 7.40741E-7 L -0.00017 -0.04907 " pathEditMode="relative" rAng="0" ptsTypes="AA">
                                      <p:cBhvr>
                                        <p:cTn id="60" dur="200" fill="hold"/>
                                        <p:tgtEl>
                                          <p:spTgt spid="42"/>
                                        </p:tgtEl>
                                        <p:attrNameLst>
                                          <p:attrName>ppt_x</p:attrName>
                                          <p:attrName>ppt_y</p:attrName>
                                        </p:attrNameLst>
                                      </p:cBhvr>
                                      <p:rCtr x="-17" y="-2469"/>
                                    </p:animMotion>
                                  </p:childTnLst>
                                </p:cTn>
                              </p:par>
                              <p:par>
                                <p:cTn id="61" presetID="1" presetClass="exit"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200"/>
                            </p:stCondLst>
                            <p:childTnLst>
                              <p:par>
                                <p:cTn id="64" presetID="1" presetClass="entr" presetSubtype="0" fill="hold" grpId="0" nodeType="after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2FB18F4B-2236-523A-2C86-767EE3939B8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6D98CA0-CFBA-5408-497D-681581CCB5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C257D065-3694-D66C-9004-F35444862B6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3" name="PIE heading">
            <a:extLst>
              <a:ext uri="{FF2B5EF4-FFF2-40B4-BE49-F238E27FC236}">
                <a16:creationId xmlns:a16="http://schemas.microsoft.com/office/drawing/2014/main" id="{31C8934E-BD94-C385-678D-D60B6C9CEEAA}"/>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8EF6E350-E45D-F4D6-7FFF-331F6BE6001C}"/>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0E23315-8767-A7BE-57EC-DDC704C91932}"/>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25339B7E-6623-01B0-82B1-CCA9B2F3A53A}"/>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A6011637-8AE0-6FD4-7296-D4F056AE64BA}"/>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4F1C7DC2-080D-C281-5953-266F1A050E78}"/>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dirty="0"/>
            </a:p>
          </p:txBody>
        </p:sp>
        <p:sp>
          <p:nvSpPr>
            <p:cNvPr id="11" name="Uncertainty to plant">
              <a:extLst>
                <a:ext uri="{FF2B5EF4-FFF2-40B4-BE49-F238E27FC236}">
                  <a16:creationId xmlns:a16="http://schemas.microsoft.com/office/drawing/2014/main" id="{039640D8-4A94-28D3-10ED-D71315C3C19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A8663027-6C03-9202-0252-150CDC2D31C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834D4F2-8AD2-C253-6E2C-7C68AE71889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8D9D6958-1C87-9D15-4F94-61633F4E618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FB3A25E-FFAC-5C20-5AEA-474809C3D776}"/>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BE714BD9-BDA0-B2DF-99A9-2EE484764C1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6793EE4A-3760-4184-CE7B-8849124E305C}"/>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B2A08AF7-32A9-C465-900C-D1BC781312C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584C5CA0-99C5-C57B-678C-E7EFC47849F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D0C63EBA-3504-E2A1-4EC9-1C7E7082221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7BBE42E4-780F-4533-3C8F-8EC7FA1291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323519C5-0B3C-85AA-F970-7689577612E1}"/>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0277D5B-E4DE-3C80-447E-E48EB62C0B81}"/>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8C4C69C-0D67-2812-ABEC-1B19532CFBE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F67F84CA-A01D-8465-4158-A8592AE81C42}"/>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a14="http://schemas.microsoft.com/office/drawing/2010/main">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xmlns:a14="http://schemas.microsoft.com/office/drawing/2010/main">
        <mc:Choice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xmlns:m="http://schemas.openxmlformats.org/officeDocument/2006/math" xmlns="">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xmlns:m="http://schemas.openxmlformats.org/officeDocument/2006/math" xmlns="">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m="http://schemas.openxmlformats.org/officeDocument/2006/math" xmlns="">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xmlns:m="http://schemas.openxmlformats.org/officeDocument/2006/math" xmlns="">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5513</TotalTime>
  <Words>7839</Words>
  <Application>Microsoft Office PowerPoint</Application>
  <PresentationFormat>On-screen Show (16:9)</PresentationFormat>
  <Paragraphs>1042</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35</cp:revision>
  <dcterms:created xsi:type="dcterms:W3CDTF">2019-11-27T15:26:32Z</dcterms:created>
  <dcterms:modified xsi:type="dcterms:W3CDTF">2026-09-27T16:00:39Z</dcterms:modified>
</cp:coreProperties>
</file>