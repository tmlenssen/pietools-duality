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9.xml" ContentType="application/vnd.openxmlformats-officedocument.presentationml.slide+xml"/>
  <Override PartName="/ppt/notesSlides/notesSlide3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0"/>
  </p:notesMasterIdLst>
  <p:sldIdLst>
    <p:sldId id="401" r:id="rId2"/>
    <p:sldId id="402" r:id="rId3"/>
    <p:sldId id="403" r:id="rId4"/>
    <p:sldId id="410" r:id="rId5"/>
    <p:sldId id="411" r:id="rId6"/>
    <p:sldId id="412" r:id="rId7"/>
    <p:sldId id="414" r:id="rId8"/>
    <p:sldId id="415" r:id="rId9"/>
    <p:sldId id="416" r:id="rId10"/>
    <p:sldId id="417" r:id="rId11"/>
    <p:sldId id="418" r:id="rId12"/>
    <p:sldId id="419" r:id="rId13"/>
    <p:sldId id="420" r:id="rId14"/>
    <p:sldId id="422" r:id="rId15"/>
    <p:sldId id="424" r:id="rId16"/>
    <p:sldId id="425" r:id="rId17"/>
    <p:sldId id="440" r:id="rId18"/>
    <p:sldId id="404" r:id="rId19"/>
    <p:sldId id="405" r:id="rId20"/>
    <p:sldId id="406" r:id="rId21"/>
    <p:sldId id="407" r:id="rId22"/>
    <p:sldId id="408" r:id="rId23"/>
    <p:sldId id="409" r:id="rId24"/>
    <p:sldId id="426" r:id="rId25"/>
    <p:sldId r:id="rIdSectorSimulation" id="441"/>
    <p:sldId id="435" r:id="rId26"/>
    <p:sldId id="436" r:id="rId27"/>
    <p:sldId id="437" r:id="rId28"/>
    <p:sldId id="438" r:id="rId29"/>
    <p:sldId id="439" r:id="rId30"/>
    <p:sldId id="421" r:id="rId31"/>
    <p:sldId id="427" r:id="rId32"/>
    <p:sldId id="431" r:id="rId33"/>
    <p:sldId id="428" r:id="rId34"/>
    <p:sldId id="429" r:id="rId35"/>
    <p:sldId id="432" r:id="rId36"/>
    <p:sldId id="430" r:id="rId37"/>
    <p:sldId id="433" r:id="rId38"/>
    <p:sldId id="434" r:id="rId39"/>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1206" y="10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SectorSimulation"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24/09/2026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15</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28</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35</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36</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37</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3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Parkinsonian GPe-STN sector simulation. Each channel satisfies q_i=w_i(beta_i*z_i-w_i)&gt;=0. The supply function panel plots the accumulated supply integral, giving the hard IQC and dissipativity with zero storage. beta_S=0.7344121335837432, beta_G=0.7048314668921489. Click to play the embedded clean 4K video; all text and math labels are editable PowerPoint overlays.</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3.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3.png"/><Relationship Id="rId5" Type="http://schemas.openxmlformats.org/officeDocument/2006/relationships/image" Target="../media/image271.png"/><Relationship Id="rId10" Type="http://schemas.openxmlformats.org/officeDocument/2006/relationships/image" Target="../media/image32.png"/><Relationship Id="rId4" Type="http://schemas.openxmlformats.org/officeDocument/2006/relationships/image" Target="../media/image260.png"/><Relationship Id="rId9" Type="http://schemas.openxmlformats.org/officeDocument/2006/relationships/image" Target="../media/image31.png"/></Relationships>
</file>

<file path=ppt/slides/_rels/slide2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7.png"/><Relationship Id="rId5" Type="http://schemas.openxmlformats.org/officeDocument/2006/relationships/image" Target="../media/image271.png"/><Relationship Id="rId10" Type="http://schemas.openxmlformats.org/officeDocument/2006/relationships/image" Target="../media/image36.png"/><Relationship Id="rId4" Type="http://schemas.openxmlformats.org/officeDocument/2006/relationships/image" Target="../media/image260.png"/><Relationship Id="rId9" Type="http://schemas.openxmlformats.org/officeDocument/2006/relationships/image" Target="../media/image31.png"/></Relationships>
</file>

<file path=ppt/slides/_rels/slide2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9.png"/><Relationship Id="rId5" Type="http://schemas.openxmlformats.org/officeDocument/2006/relationships/image" Target="../media/image271.png"/><Relationship Id="rId10" Type="http://schemas.openxmlformats.org/officeDocument/2006/relationships/image" Target="../media/image36.png"/><Relationship Id="rId4" Type="http://schemas.openxmlformats.org/officeDocument/2006/relationships/image" Target="../media/image260.png"/><Relationship Id="rId9" Type="http://schemas.openxmlformats.org/officeDocument/2006/relationships/image" Target="../media/image31.png"/></Relationships>
</file>

<file path=ppt/slides/_rels/slide2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250.png"/><Relationship Id="rId7"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3.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3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49.png"/><Relationship Id="rId7" Type="http://schemas.openxmlformats.org/officeDocument/2006/relationships/image" Target="../media/image57.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56.png"/><Relationship Id="rId5" Type="http://schemas.openxmlformats.org/officeDocument/2006/relationships/image" Target="../media/image51.png"/><Relationship Id="rId10" Type="http://schemas.openxmlformats.org/officeDocument/2006/relationships/image" Target="../media/image52.png"/><Relationship Id="rId4" Type="http://schemas.openxmlformats.org/officeDocument/2006/relationships/image" Target="../media/image50.png"/><Relationship Id="rId9" Type="http://schemas.openxmlformats.org/officeDocument/2006/relationships/image" Target="../media/image59.png"/></Relationships>
</file>

<file path=ppt/slides/_rels/slide3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9.png"/><Relationship Id="rId7" Type="http://schemas.openxmlformats.org/officeDocument/2006/relationships/image" Target="../media/image59.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58.png"/><Relationship Id="rId5" Type="http://schemas.openxmlformats.org/officeDocument/2006/relationships/image" Target="../media/image54.png"/><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49.png"/><Relationship Id="rId7"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56.png"/><Relationship Id="rId5" Type="http://schemas.openxmlformats.org/officeDocument/2006/relationships/image" Target="../media/image61.png"/><Relationship Id="rId10" Type="http://schemas.openxmlformats.org/officeDocument/2006/relationships/image" Target="../media/image62.png"/><Relationship Id="rId4" Type="http://schemas.openxmlformats.org/officeDocument/2006/relationships/image" Target="../media/image60.png"/><Relationship Id="rId9" Type="http://schemas.openxmlformats.org/officeDocument/2006/relationships/image" Target="../media/image59.png"/></Relationships>
</file>

<file path=ppt/slides/_rels/slide38.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49.png"/><Relationship Id="rId7" Type="http://schemas.openxmlformats.org/officeDocument/2006/relationships/image" Target="../media/image64.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63.png"/><Relationship Id="rId11" Type="http://schemas.openxmlformats.org/officeDocument/2006/relationships/image" Target="../media/image66.png"/><Relationship Id="rId5" Type="http://schemas.openxmlformats.org/officeDocument/2006/relationships/image" Target="../media/image61.png"/><Relationship Id="rId10" Type="http://schemas.openxmlformats.org/officeDocument/2006/relationships/image" Target="../media/image65.png"/><Relationship Id="rId4" Type="http://schemas.openxmlformats.org/officeDocument/2006/relationships/image" Target="../media/image60.png"/><Relationship Id="rId9" Type="http://schemas.openxmlformats.org/officeDocument/2006/relationships/image" Target="../media/image59.png"/></Relationships>
</file>

<file path=ppt/slides/_rels/slide39.xml.rels><?xml version="1.0" encoding="utf-8"?><Relationships xmlns="http://schemas.openxmlformats.org/package/2006/relationships"><Relationship Id="rIdLayout" Type="http://schemas.openxmlformats.org/officeDocument/2006/relationships/slideLayout" Target="../slideLayouts/slideLayout12.xml"/><Relationship Id="rIdPoster" Type="http://schemas.openxmlformats.org/officeDocument/2006/relationships/image" Target="../media/sector_clean.png"/><Relationship Id="rIdVideo" Type="http://schemas.openxmlformats.org/officeDocument/2006/relationships/video" Target="../media/sector_clean.mp4"/><Relationship Id="rIdMedia" Type="http://schemas.microsoft.com/office/2007/relationships/media" Target="../media/sector_clean.mp4"/><Relationship Id="rIdHeatNotes"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grpSp>
        <p:nvGrpSpPr>
          <p:cNvPr id="10" name="Original title response figure — editable labels"/>
          <p:cNvGrpSpPr/>
          <p:nvPr/>
        </p:nvGrpSpPr>
        <p:grpSpPr>
          <a:xfrm>
            <a:off x="4387883" y="2349500"/>
            <a:ext cx="4063933" cy="2070100"/>
            <a:chOff x="4387883" y="2349500"/>
            <a:chExt cx="4063933" cy="2070100"/>
          </a:xfrm>
        </p:grpSpPr>
        <p:pic>
          <p:nvPicPr>
            <p:cNvPr id="190" name="Original title response figure"/>
            <p:cNvPicPr>
              <a:picLocks noChangeAspect="1"/>
            </p:cNvPicPr>
            <p:nvPr/>
          </p:nvPicPr>
          <p:blipFill>
            <a:blip r:embed="rId3"/>
            <a:srcRect l="20719" t="2278" r="21000" b="44944"/>
            <a:stretch>
              <a:fillRect/>
            </a:stretch>
          </p:blipFill>
          <p:spPr>
            <a:xfrm>
              <a:off x="4387883" y="2349500"/>
              <a:ext cx="4063933" cy="2070100"/>
            </a:xfrm>
            <a:prstGeom prst="rect">
              <a:avLst/>
            </a:prstGeom>
          </p:spPr>
        </p:pic>
        <p:sp>
          <p:nvSpPr>
            <p:cNvPr id="112" name="Label background"/>
            <p:cNvSpPr/>
            <p:nvPr/>
          </p:nvSpPr>
          <p:spPr>
            <a:xfrm>
              <a:off x="4747683" y="2386126"/>
              <a:ext cx="1191674" cy="132785"/>
            </a:xfrm>
            <a:prstGeom prst="rect">
              <a:avLst/>
            </a:prstGeom>
            <a:solidFill>
              <a:srgbClr val="FFFFFF"/>
            </a:solidFill>
            <a:ln>
              <a:noFill/>
            </a:ln>
          </p:spPr>
        </p:sp>
        <p:sp>
          <p:nvSpPr>
            <p:cNvPr id="113" name="Editable label (a) Open-loop response"/>
            <p:cNvSpPr/>
            <p:nvPr/>
          </p:nvSpPr>
          <p:spPr>
            <a:xfrm>
              <a:off x="4719764" y="2361272"/>
              <a:ext cx="1213465" cy="165471"/>
            </a:xfrm>
            <a:prstGeom prst="rect">
              <a:avLst/>
            </a:prstGeom>
            <a:noFill/>
            <a:ln>
              <a:noFill/>
            </a:ln>
          </p:spPr>
          <p:txBody>
            <a:bodyPr wrap="none" lIns="0" tIns="0" rIns="0" bIns="0" anchor="ctr">
              <a:noAutofit/>
            </a:bodyPr>
            <a:lstStyle/>
            <a:p>
              <a:pPr algn="ctr">
                <a:buNone/>
              </a:pPr>
              <a:r>
                <a:rPr lang="en-GB" sz="724" baseline="0" b="0" i="0" u="none">
                  <a:solidFill>
                    <a:srgbClr val="333333"/>
                  </a:solidFill>
                  <a:latin typeface="Arial"/>
                  <a:ea typeface="Arial"/>
                  <a:cs typeface="Arial"/>
                </a:rPr>
                <a:t xml:space="preserve">(a) Open-loop response</a:t>
              </a:r>
              <a:endParaRPr sz="724"/>
            </a:p>
          </p:txBody>
        </p:sp>
        <p:sp>
          <p:nvSpPr>
            <p:cNvPr id="114" name="Label background"/>
            <p:cNvSpPr/>
            <p:nvPr/>
          </p:nvSpPr>
          <p:spPr>
            <a:xfrm>
              <a:off x="6790554" y="2386126"/>
              <a:ext cx="1191674" cy="132785"/>
            </a:xfrm>
            <a:prstGeom prst="rect">
              <a:avLst/>
            </a:prstGeom>
            <a:solidFill>
              <a:srgbClr val="FFFFFF"/>
            </a:solidFill>
            <a:ln>
              <a:noFill/>
            </a:ln>
          </p:spPr>
        </p:sp>
        <p:sp>
          <p:nvSpPr>
            <p:cNvPr id="115" name="Editable label (b) Closed-loop response"/>
            <p:cNvSpPr/>
            <p:nvPr/>
          </p:nvSpPr>
          <p:spPr>
            <a:xfrm>
              <a:off x="6707477" y="2361272"/>
              <a:ext cx="1323780" cy="165471"/>
            </a:xfrm>
            <a:prstGeom prst="rect">
              <a:avLst/>
            </a:prstGeom>
            <a:noFill/>
            <a:ln>
              <a:noFill/>
            </a:ln>
          </p:spPr>
          <p:txBody>
            <a:bodyPr wrap="none" lIns="0" tIns="0" rIns="0" bIns="0" anchor="ctr">
              <a:noAutofit/>
            </a:bodyPr>
            <a:lstStyle/>
            <a:p>
              <a:pPr algn="ctr">
                <a:buNone/>
              </a:pPr>
              <a:r>
                <a:rPr lang="en-GB" sz="724" baseline="0" b="0" i="0" u="none">
                  <a:solidFill>
                    <a:srgbClr val="333333"/>
                  </a:solidFill>
                  <a:latin typeface="Arial"/>
                  <a:ea typeface="Arial"/>
                  <a:cs typeface="Arial"/>
                </a:rPr>
                <a:t xml:space="preserve">(b) Closed-loop response</a:t>
              </a:r>
              <a:endParaRPr sz="724"/>
            </a:p>
          </p:txBody>
        </p:sp>
        <p:sp>
          <p:nvSpPr>
            <p:cNvPr id="116" name="Label background"/>
            <p:cNvSpPr/>
            <p:nvPr/>
          </p:nvSpPr>
          <p:spPr>
            <a:xfrm>
              <a:off x="6123216" y="3026220"/>
              <a:ext cx="238335" cy="531142"/>
            </a:xfrm>
            <a:prstGeom prst="rect">
              <a:avLst/>
            </a:prstGeom>
            <a:solidFill>
              <a:srgbClr val="FFFFFF"/>
            </a:solidFill>
            <a:ln>
              <a:noFill/>
            </a:ln>
          </p:spPr>
        </p:sp>
        <p:sp>
          <p:nvSpPr>
            <p:cNvPr id="117" name="Label background"/>
            <p:cNvSpPr/>
            <p:nvPr/>
          </p:nvSpPr>
          <p:spPr>
            <a:xfrm>
              <a:off x="8172896" y="2944506"/>
              <a:ext cx="251954" cy="677546"/>
            </a:xfrm>
            <a:prstGeom prst="rect">
              <a:avLst/>
            </a:prstGeom>
            <a:solidFill>
              <a:srgbClr val="FFFFFF"/>
            </a:solidFill>
            <a:ln>
              <a:noFill/>
            </a:ln>
          </p:spPr>
        </p:sp>
        <p:sp>
          <p:nvSpPr>
            <p:cNvPr id="118" name="Label background"/>
            <p:cNvSpPr/>
            <p:nvPr/>
          </p:nvSpPr>
          <p:spPr>
            <a:xfrm>
              <a:off x="4417419" y="3284982"/>
              <a:ext cx="88524" cy="115762"/>
            </a:xfrm>
            <a:prstGeom prst="rect">
              <a:avLst/>
            </a:prstGeom>
            <a:solidFill>
              <a:srgbClr val="FFFFFF"/>
            </a:solidFill>
            <a:ln>
              <a:noFill/>
            </a:ln>
          </p:spPr>
        </p:sp>
        <p:sp>
          <p:nvSpPr>
            <p:cNvPr id="119" name="Label background"/>
            <p:cNvSpPr/>
            <p:nvPr/>
          </p:nvSpPr>
          <p:spPr>
            <a:xfrm>
              <a:off x="4526372" y="3346267"/>
              <a:ext cx="88524" cy="115762"/>
            </a:xfrm>
            <a:prstGeom prst="rect">
              <a:avLst/>
            </a:prstGeom>
            <a:solidFill>
              <a:srgbClr val="FFFFFF"/>
            </a:solidFill>
            <a:ln>
              <a:noFill/>
            </a:ln>
          </p:spPr>
        </p:sp>
        <p:sp>
          <p:nvSpPr>
            <p:cNvPr id="120" name="Label background"/>
            <p:cNvSpPr/>
            <p:nvPr/>
          </p:nvSpPr>
          <p:spPr>
            <a:xfrm>
              <a:off x="4587658" y="3410958"/>
              <a:ext cx="136191" cy="115762"/>
            </a:xfrm>
            <a:prstGeom prst="rect">
              <a:avLst/>
            </a:prstGeom>
            <a:solidFill>
              <a:srgbClr val="FFFFFF"/>
            </a:solidFill>
            <a:ln>
              <a:noFill/>
            </a:ln>
          </p:spPr>
        </p:sp>
        <p:sp>
          <p:nvSpPr>
            <p:cNvPr id="121" name="Label background"/>
            <p:cNvSpPr/>
            <p:nvPr/>
          </p:nvSpPr>
          <p:spPr>
            <a:xfrm>
              <a:off x="4700016" y="3472243"/>
              <a:ext cx="136191" cy="115762"/>
            </a:xfrm>
            <a:prstGeom prst="rect">
              <a:avLst/>
            </a:prstGeom>
            <a:solidFill>
              <a:srgbClr val="FFFFFF"/>
            </a:solidFill>
            <a:ln>
              <a:noFill/>
            </a:ln>
          </p:spPr>
        </p:sp>
        <p:sp>
          <p:nvSpPr>
            <p:cNvPr id="122" name="Label background"/>
            <p:cNvSpPr/>
            <p:nvPr/>
          </p:nvSpPr>
          <p:spPr>
            <a:xfrm>
              <a:off x="4645540" y="3533529"/>
              <a:ext cx="326859" cy="115762"/>
            </a:xfrm>
            <a:prstGeom prst="rect">
              <a:avLst/>
            </a:prstGeom>
            <a:solidFill>
              <a:srgbClr val="FFFFFF"/>
            </a:solidFill>
            <a:ln>
              <a:noFill/>
            </a:ln>
          </p:spPr>
        </p:sp>
        <p:sp>
          <p:nvSpPr>
            <p:cNvPr id="123" name="Label background"/>
            <p:cNvSpPr/>
            <p:nvPr/>
          </p:nvSpPr>
          <p:spPr>
            <a:xfrm>
              <a:off x="4924732" y="3594815"/>
              <a:ext cx="136191" cy="115762"/>
            </a:xfrm>
            <a:prstGeom prst="rect">
              <a:avLst/>
            </a:prstGeom>
            <a:solidFill>
              <a:srgbClr val="FFFFFF"/>
            </a:solidFill>
            <a:ln>
              <a:noFill/>
            </a:ln>
          </p:spPr>
        </p:sp>
        <p:sp>
          <p:nvSpPr>
            <p:cNvPr id="124" name="Label background"/>
            <p:cNvSpPr/>
            <p:nvPr/>
          </p:nvSpPr>
          <p:spPr>
            <a:xfrm>
              <a:off x="5033685" y="3652695"/>
              <a:ext cx="136191" cy="115762"/>
            </a:xfrm>
            <a:prstGeom prst="rect">
              <a:avLst/>
            </a:prstGeom>
            <a:solidFill>
              <a:srgbClr val="FFFFFF"/>
            </a:solidFill>
            <a:ln>
              <a:noFill/>
            </a:ln>
          </p:spPr>
        </p:sp>
        <p:sp>
          <p:nvSpPr>
            <p:cNvPr id="125" name="Label background"/>
            <p:cNvSpPr/>
            <p:nvPr/>
          </p:nvSpPr>
          <p:spPr>
            <a:xfrm>
              <a:off x="5142638" y="3713981"/>
              <a:ext cx="136191" cy="115762"/>
            </a:xfrm>
            <a:prstGeom prst="rect">
              <a:avLst/>
            </a:prstGeom>
            <a:solidFill>
              <a:srgbClr val="FFFFFF"/>
            </a:solidFill>
            <a:ln>
              <a:noFill/>
            </a:ln>
          </p:spPr>
        </p:sp>
        <p:sp>
          <p:nvSpPr>
            <p:cNvPr id="126" name="Label background"/>
            <p:cNvSpPr/>
            <p:nvPr/>
          </p:nvSpPr>
          <p:spPr>
            <a:xfrm>
              <a:off x="5343520" y="3710576"/>
              <a:ext cx="88524" cy="115762"/>
            </a:xfrm>
            <a:prstGeom prst="rect">
              <a:avLst/>
            </a:prstGeom>
            <a:solidFill>
              <a:srgbClr val="FFFFFF"/>
            </a:solidFill>
            <a:ln>
              <a:noFill/>
            </a:ln>
          </p:spPr>
        </p:sp>
        <p:sp>
          <p:nvSpPr>
            <p:cNvPr id="127" name="Label background"/>
            <p:cNvSpPr/>
            <p:nvPr/>
          </p:nvSpPr>
          <p:spPr>
            <a:xfrm>
              <a:off x="5530784" y="3605029"/>
              <a:ext cx="231525" cy="115762"/>
            </a:xfrm>
            <a:prstGeom prst="rect">
              <a:avLst/>
            </a:prstGeom>
            <a:solidFill>
              <a:srgbClr val="FFFFFF"/>
            </a:solidFill>
            <a:ln>
              <a:noFill/>
            </a:ln>
          </p:spPr>
        </p:sp>
        <p:sp>
          <p:nvSpPr>
            <p:cNvPr id="128" name="Label background"/>
            <p:cNvSpPr/>
            <p:nvPr/>
          </p:nvSpPr>
          <p:spPr>
            <a:xfrm>
              <a:off x="5714642" y="3496077"/>
              <a:ext cx="374526" cy="115762"/>
            </a:xfrm>
            <a:prstGeom prst="rect">
              <a:avLst/>
            </a:prstGeom>
            <a:solidFill>
              <a:srgbClr val="FFFFFF"/>
            </a:solidFill>
            <a:ln>
              <a:noFill/>
            </a:ln>
          </p:spPr>
        </p:sp>
        <p:sp>
          <p:nvSpPr>
            <p:cNvPr id="129" name="Label background"/>
            <p:cNvSpPr/>
            <p:nvPr/>
          </p:nvSpPr>
          <p:spPr>
            <a:xfrm>
              <a:off x="5922334" y="3387125"/>
              <a:ext cx="231525" cy="115762"/>
            </a:xfrm>
            <a:prstGeom prst="rect">
              <a:avLst/>
            </a:prstGeom>
            <a:solidFill>
              <a:srgbClr val="FFFFFF"/>
            </a:solidFill>
            <a:ln>
              <a:noFill/>
            </a:ln>
          </p:spPr>
        </p:sp>
        <p:sp>
          <p:nvSpPr>
            <p:cNvPr id="130" name="Label background"/>
            <p:cNvSpPr/>
            <p:nvPr/>
          </p:nvSpPr>
          <p:spPr>
            <a:xfrm>
              <a:off x="6106192" y="3230506"/>
              <a:ext cx="279192" cy="115762"/>
            </a:xfrm>
            <a:prstGeom prst="rect">
              <a:avLst/>
            </a:prstGeom>
            <a:solidFill>
              <a:srgbClr val="FFFFFF"/>
            </a:solidFill>
            <a:ln>
              <a:noFill/>
            </a:ln>
          </p:spPr>
        </p:sp>
        <p:sp>
          <p:nvSpPr>
            <p:cNvPr id="131" name="Label background"/>
            <p:cNvSpPr/>
            <p:nvPr/>
          </p:nvSpPr>
          <p:spPr>
            <a:xfrm>
              <a:off x="6119811" y="3039839"/>
              <a:ext cx="88524" cy="115762"/>
            </a:xfrm>
            <a:prstGeom prst="rect">
              <a:avLst/>
            </a:prstGeom>
            <a:solidFill>
              <a:srgbClr val="FFFFFF"/>
            </a:solidFill>
            <a:ln>
              <a:noFill/>
            </a:ln>
          </p:spPr>
        </p:sp>
        <p:sp>
          <p:nvSpPr>
            <p:cNvPr id="132" name="Label background"/>
            <p:cNvSpPr/>
            <p:nvPr/>
          </p:nvSpPr>
          <p:spPr>
            <a:xfrm>
              <a:off x="6113002" y="3424577"/>
              <a:ext cx="136191" cy="115762"/>
            </a:xfrm>
            <a:prstGeom prst="rect">
              <a:avLst/>
            </a:prstGeom>
            <a:solidFill>
              <a:srgbClr val="FFFFFF"/>
            </a:solidFill>
            <a:ln>
              <a:noFill/>
            </a:ln>
          </p:spPr>
        </p:sp>
        <p:sp>
          <p:nvSpPr>
            <p:cNvPr id="133" name="Label background"/>
            <p:cNvSpPr/>
            <p:nvPr/>
          </p:nvSpPr>
          <p:spPr>
            <a:xfrm>
              <a:off x="6467099" y="3284982"/>
              <a:ext cx="88524" cy="115762"/>
            </a:xfrm>
            <a:prstGeom prst="rect">
              <a:avLst/>
            </a:prstGeom>
            <a:solidFill>
              <a:srgbClr val="FFFFFF"/>
            </a:solidFill>
            <a:ln>
              <a:noFill/>
            </a:ln>
          </p:spPr>
        </p:sp>
        <p:sp>
          <p:nvSpPr>
            <p:cNvPr id="134" name="Label background"/>
            <p:cNvSpPr/>
            <p:nvPr/>
          </p:nvSpPr>
          <p:spPr>
            <a:xfrm>
              <a:off x="6576052" y="3346267"/>
              <a:ext cx="88524" cy="115762"/>
            </a:xfrm>
            <a:prstGeom prst="rect">
              <a:avLst/>
            </a:prstGeom>
            <a:solidFill>
              <a:srgbClr val="FFFFFF"/>
            </a:solidFill>
            <a:ln>
              <a:noFill/>
            </a:ln>
          </p:spPr>
        </p:sp>
        <p:sp>
          <p:nvSpPr>
            <p:cNvPr id="135" name="Label background"/>
            <p:cNvSpPr/>
            <p:nvPr/>
          </p:nvSpPr>
          <p:spPr>
            <a:xfrm>
              <a:off x="6637338" y="3410958"/>
              <a:ext cx="136191" cy="115762"/>
            </a:xfrm>
            <a:prstGeom prst="rect">
              <a:avLst/>
            </a:prstGeom>
            <a:solidFill>
              <a:srgbClr val="FFFFFF"/>
            </a:solidFill>
            <a:ln>
              <a:noFill/>
            </a:ln>
          </p:spPr>
        </p:sp>
        <p:sp>
          <p:nvSpPr>
            <p:cNvPr id="136" name="Label background"/>
            <p:cNvSpPr/>
            <p:nvPr/>
          </p:nvSpPr>
          <p:spPr>
            <a:xfrm>
              <a:off x="6749696" y="3472243"/>
              <a:ext cx="136191" cy="115762"/>
            </a:xfrm>
            <a:prstGeom prst="rect">
              <a:avLst/>
            </a:prstGeom>
            <a:solidFill>
              <a:srgbClr val="FFFFFF"/>
            </a:solidFill>
            <a:ln>
              <a:noFill/>
            </a:ln>
          </p:spPr>
        </p:sp>
        <p:sp>
          <p:nvSpPr>
            <p:cNvPr id="137" name="Label background"/>
            <p:cNvSpPr/>
            <p:nvPr/>
          </p:nvSpPr>
          <p:spPr>
            <a:xfrm>
              <a:off x="6695220" y="3533529"/>
              <a:ext cx="326859" cy="115762"/>
            </a:xfrm>
            <a:prstGeom prst="rect">
              <a:avLst/>
            </a:prstGeom>
            <a:solidFill>
              <a:srgbClr val="FFFFFF"/>
            </a:solidFill>
            <a:ln>
              <a:noFill/>
            </a:ln>
          </p:spPr>
        </p:sp>
        <p:sp>
          <p:nvSpPr>
            <p:cNvPr id="138" name="Label background"/>
            <p:cNvSpPr/>
            <p:nvPr/>
          </p:nvSpPr>
          <p:spPr>
            <a:xfrm>
              <a:off x="6974412" y="3594815"/>
              <a:ext cx="136191" cy="115762"/>
            </a:xfrm>
            <a:prstGeom prst="rect">
              <a:avLst/>
            </a:prstGeom>
            <a:solidFill>
              <a:srgbClr val="FFFFFF"/>
            </a:solidFill>
            <a:ln>
              <a:noFill/>
            </a:ln>
          </p:spPr>
        </p:sp>
        <p:sp>
          <p:nvSpPr>
            <p:cNvPr id="139" name="Label background"/>
            <p:cNvSpPr/>
            <p:nvPr/>
          </p:nvSpPr>
          <p:spPr>
            <a:xfrm>
              <a:off x="7083365" y="3652695"/>
              <a:ext cx="136191" cy="115762"/>
            </a:xfrm>
            <a:prstGeom prst="rect">
              <a:avLst/>
            </a:prstGeom>
            <a:solidFill>
              <a:srgbClr val="FFFFFF"/>
            </a:solidFill>
            <a:ln>
              <a:noFill/>
            </a:ln>
          </p:spPr>
        </p:sp>
        <p:sp>
          <p:nvSpPr>
            <p:cNvPr id="140" name="Label background"/>
            <p:cNvSpPr/>
            <p:nvPr/>
          </p:nvSpPr>
          <p:spPr>
            <a:xfrm>
              <a:off x="7192318" y="3713981"/>
              <a:ext cx="136191" cy="115762"/>
            </a:xfrm>
            <a:prstGeom prst="rect">
              <a:avLst/>
            </a:prstGeom>
            <a:solidFill>
              <a:srgbClr val="FFFFFF"/>
            </a:solidFill>
            <a:ln>
              <a:noFill/>
            </a:ln>
          </p:spPr>
        </p:sp>
        <p:sp>
          <p:nvSpPr>
            <p:cNvPr id="141" name="Label background"/>
            <p:cNvSpPr/>
            <p:nvPr/>
          </p:nvSpPr>
          <p:spPr>
            <a:xfrm>
              <a:off x="7393200" y="3710576"/>
              <a:ext cx="88524" cy="115762"/>
            </a:xfrm>
            <a:prstGeom prst="rect">
              <a:avLst/>
            </a:prstGeom>
            <a:solidFill>
              <a:srgbClr val="FFFFFF"/>
            </a:solidFill>
            <a:ln>
              <a:noFill/>
            </a:ln>
          </p:spPr>
        </p:sp>
        <p:sp>
          <p:nvSpPr>
            <p:cNvPr id="142" name="Label background"/>
            <p:cNvSpPr/>
            <p:nvPr/>
          </p:nvSpPr>
          <p:spPr>
            <a:xfrm>
              <a:off x="7580464" y="3605029"/>
              <a:ext cx="231525" cy="115762"/>
            </a:xfrm>
            <a:prstGeom prst="rect">
              <a:avLst/>
            </a:prstGeom>
            <a:solidFill>
              <a:srgbClr val="FFFFFF"/>
            </a:solidFill>
            <a:ln>
              <a:noFill/>
            </a:ln>
          </p:spPr>
        </p:sp>
        <p:sp>
          <p:nvSpPr>
            <p:cNvPr id="143" name="Label background"/>
            <p:cNvSpPr/>
            <p:nvPr/>
          </p:nvSpPr>
          <p:spPr>
            <a:xfrm>
              <a:off x="7764322" y="3496077"/>
              <a:ext cx="374526" cy="115762"/>
            </a:xfrm>
            <a:prstGeom prst="rect">
              <a:avLst/>
            </a:prstGeom>
            <a:solidFill>
              <a:srgbClr val="FFFFFF"/>
            </a:solidFill>
            <a:ln>
              <a:noFill/>
            </a:ln>
          </p:spPr>
        </p:sp>
        <p:sp>
          <p:nvSpPr>
            <p:cNvPr id="144" name="Label background"/>
            <p:cNvSpPr/>
            <p:nvPr/>
          </p:nvSpPr>
          <p:spPr>
            <a:xfrm>
              <a:off x="7972014" y="3387125"/>
              <a:ext cx="231525" cy="115762"/>
            </a:xfrm>
            <a:prstGeom prst="rect">
              <a:avLst/>
            </a:prstGeom>
            <a:solidFill>
              <a:srgbClr val="FFFFFF"/>
            </a:solidFill>
            <a:ln>
              <a:noFill/>
            </a:ln>
          </p:spPr>
        </p:sp>
        <p:sp>
          <p:nvSpPr>
            <p:cNvPr id="145" name="Label background"/>
            <p:cNvSpPr/>
            <p:nvPr/>
          </p:nvSpPr>
          <p:spPr>
            <a:xfrm>
              <a:off x="8155872" y="3230506"/>
              <a:ext cx="279192" cy="115762"/>
            </a:xfrm>
            <a:prstGeom prst="rect">
              <a:avLst/>
            </a:prstGeom>
            <a:solidFill>
              <a:srgbClr val="FFFFFF"/>
            </a:solidFill>
            <a:ln>
              <a:noFill/>
            </a:ln>
          </p:spPr>
        </p:sp>
        <p:sp>
          <p:nvSpPr>
            <p:cNvPr id="146" name="Label background"/>
            <p:cNvSpPr/>
            <p:nvPr/>
          </p:nvSpPr>
          <p:spPr>
            <a:xfrm>
              <a:off x="8169491" y="2954721"/>
              <a:ext cx="88524" cy="115762"/>
            </a:xfrm>
            <a:prstGeom prst="rect">
              <a:avLst/>
            </a:prstGeom>
            <a:solidFill>
              <a:srgbClr val="FFFFFF"/>
            </a:solidFill>
            <a:ln>
              <a:noFill/>
            </a:ln>
          </p:spPr>
        </p:sp>
        <p:sp>
          <p:nvSpPr>
            <p:cNvPr id="147" name="Label background"/>
            <p:cNvSpPr/>
            <p:nvPr/>
          </p:nvSpPr>
          <p:spPr>
            <a:xfrm>
              <a:off x="8162682" y="3506291"/>
              <a:ext cx="136191" cy="115762"/>
            </a:xfrm>
            <a:prstGeom prst="rect">
              <a:avLst/>
            </a:prstGeom>
            <a:solidFill>
              <a:srgbClr val="FFFFFF"/>
            </a:solidFill>
            <a:ln>
              <a:noFill/>
            </a:ln>
          </p:spPr>
        </p:sp>
        <p:sp>
          <p:nvSpPr>
            <p:cNvPr id="148" name="Editable label 0"/>
            <p:cNvSpPr/>
            <p:nvPr/>
          </p:nvSpPr>
          <p:spPr>
            <a:xfrm>
              <a:off x="4424229" y="3275449"/>
              <a:ext cx="74905"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0</m:t>
                    </m:r>
                  </m:oMath>
                </m:oMathPara>
              </a14:m>
              <a:endParaRPr sz="590"/>
            </a:p>
          </p:txBody>
        </p:sp>
        <p:sp>
          <p:nvSpPr>
            <p:cNvPr id="149" name="Editable label 5"/>
            <p:cNvSpPr/>
            <p:nvPr/>
          </p:nvSpPr>
          <p:spPr>
            <a:xfrm>
              <a:off x="4533182" y="3336734"/>
              <a:ext cx="74905"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5</m:t>
                    </m:r>
                  </m:oMath>
                </m:oMathPara>
              </a14:m>
              <a:endParaRPr sz="590"/>
            </a:p>
          </p:txBody>
        </p:sp>
        <p:sp>
          <p:nvSpPr>
            <p:cNvPr id="150" name="Editable label 10"/>
            <p:cNvSpPr/>
            <p:nvPr/>
          </p:nvSpPr>
          <p:spPr>
            <a:xfrm>
              <a:off x="4610811" y="3401425"/>
              <a:ext cx="8988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10</m:t>
                    </m:r>
                  </m:oMath>
                </m:oMathPara>
              </a14:m>
              <a:endParaRPr sz="590"/>
            </a:p>
          </p:txBody>
        </p:sp>
        <p:sp>
          <p:nvSpPr>
            <p:cNvPr id="151" name="Editable label 15"/>
            <p:cNvSpPr/>
            <p:nvPr/>
          </p:nvSpPr>
          <p:spPr>
            <a:xfrm>
              <a:off x="4723169" y="3462710"/>
              <a:ext cx="8988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15</m:t>
                    </m:r>
                  </m:oMath>
                </m:oMathPara>
              </a14:m>
              <a:endParaRPr sz="590"/>
            </a:p>
          </p:txBody>
        </p:sp>
        <p:sp>
          <p:nvSpPr>
            <p:cNvPr id="152" name="Editable label t = 20"/>
            <p:cNvSpPr/>
            <p:nvPr/>
          </p:nvSpPr>
          <p:spPr>
            <a:xfrm>
              <a:off x="4674140" y="3523996"/>
              <a:ext cx="269659"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590">
                        <a:solidFill>
                          <a:srgbClr val="333333"/>
                        </a:solidFill>
                        <a:latin typeface="Cambria Math"/>
                      </a:rPr>
                      <m:t xml:space="preserve">t = 20</m:t>
                    </m:r>
                  </m:oMath>
                </m:oMathPara>
              </a14:m>
              <a:endParaRPr sz="590"/>
            </a:p>
          </p:txBody>
        </p:sp>
        <p:sp>
          <p:nvSpPr>
            <p:cNvPr id="153" name="Editable label 25"/>
            <p:cNvSpPr/>
            <p:nvPr/>
          </p:nvSpPr>
          <p:spPr>
            <a:xfrm>
              <a:off x="4947884" y="3585281"/>
              <a:ext cx="8988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25</m:t>
                    </m:r>
                  </m:oMath>
                </m:oMathPara>
              </a14:m>
              <a:endParaRPr sz="590"/>
            </a:p>
          </p:txBody>
        </p:sp>
        <p:sp>
          <p:nvSpPr>
            <p:cNvPr id="154" name="Editable label 30"/>
            <p:cNvSpPr/>
            <p:nvPr/>
          </p:nvSpPr>
          <p:spPr>
            <a:xfrm>
              <a:off x="5056838" y="3643162"/>
              <a:ext cx="8988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30</m:t>
                    </m:r>
                  </m:oMath>
                </m:oMathPara>
              </a14:m>
              <a:endParaRPr sz="590"/>
            </a:p>
          </p:txBody>
        </p:sp>
        <p:sp>
          <p:nvSpPr>
            <p:cNvPr id="155" name="Editable label 35"/>
            <p:cNvSpPr/>
            <p:nvPr/>
          </p:nvSpPr>
          <p:spPr>
            <a:xfrm>
              <a:off x="5165791" y="3704448"/>
              <a:ext cx="8988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35</m:t>
                    </m:r>
                  </m:oMath>
                </m:oMathPara>
              </a14:m>
              <a:endParaRPr sz="590"/>
            </a:p>
          </p:txBody>
        </p:sp>
        <p:sp>
          <p:nvSpPr>
            <p:cNvPr id="156" name="Editable label 0"/>
            <p:cNvSpPr/>
            <p:nvPr/>
          </p:nvSpPr>
          <p:spPr>
            <a:xfrm>
              <a:off x="5350330" y="3701043"/>
              <a:ext cx="74905"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0</m:t>
                    </m:r>
                  </m:oMath>
                </m:oMathPara>
              </a14:m>
              <a:endParaRPr sz="590"/>
            </a:p>
          </p:txBody>
        </p:sp>
        <p:sp>
          <p:nvSpPr>
            <p:cNvPr id="157" name="Editable label 0.25"/>
            <p:cNvSpPr/>
            <p:nvPr/>
          </p:nvSpPr>
          <p:spPr>
            <a:xfrm>
              <a:off x="5556660" y="3595496"/>
              <a:ext cx="179773"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0.25</m:t>
                    </m:r>
                  </m:oMath>
                </m:oMathPara>
              </a14:m>
              <a:endParaRPr sz="590"/>
            </a:p>
          </p:txBody>
        </p:sp>
        <p:sp>
          <p:nvSpPr>
            <p:cNvPr id="158" name="Editable label s = 0.5"/>
            <p:cNvSpPr/>
            <p:nvPr/>
          </p:nvSpPr>
          <p:spPr>
            <a:xfrm>
              <a:off x="5744604" y="3486543"/>
              <a:ext cx="314602"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590">
                        <a:solidFill>
                          <a:srgbClr val="333333"/>
                        </a:solidFill>
                        <a:latin typeface="Cambria Math"/>
                      </a:rPr>
                      <m:t xml:space="preserve">s = 0.5</m:t>
                    </m:r>
                  </m:oMath>
                </m:oMathPara>
              </a14:m>
              <a:endParaRPr sz="590"/>
            </a:p>
          </p:txBody>
        </p:sp>
        <p:sp>
          <p:nvSpPr>
            <p:cNvPr id="159" name="Editable label 0.75"/>
            <p:cNvSpPr/>
            <p:nvPr/>
          </p:nvSpPr>
          <p:spPr>
            <a:xfrm>
              <a:off x="5948210" y="3377591"/>
              <a:ext cx="179773"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0.75</m:t>
                    </m:r>
                  </m:oMath>
                </m:oMathPara>
              </a14:m>
              <a:endParaRPr sz="590"/>
            </a:p>
          </p:txBody>
        </p:sp>
        <p:sp>
          <p:nvSpPr>
            <p:cNvPr id="160" name="Editable label (1,0)"/>
            <p:cNvSpPr/>
            <p:nvPr/>
          </p:nvSpPr>
          <p:spPr>
            <a:xfrm>
              <a:off x="6133430" y="3220972"/>
              <a:ext cx="22471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(1,0)</m:t>
                    </m:r>
                  </m:oMath>
                </m:oMathPara>
              </a14:m>
              <a:endParaRPr sz="590"/>
            </a:p>
          </p:txBody>
        </p:sp>
        <p:sp>
          <p:nvSpPr>
            <p:cNvPr id="161" name="Editable label 2"/>
            <p:cNvSpPr/>
            <p:nvPr/>
          </p:nvSpPr>
          <p:spPr>
            <a:xfrm>
              <a:off x="6126621" y="3030306"/>
              <a:ext cx="74905"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2</m:t>
                    </m:r>
                  </m:oMath>
                </m:oMathPara>
              </a14:m>
              <a:endParaRPr sz="590"/>
            </a:p>
          </p:txBody>
        </p:sp>
        <p:sp>
          <p:nvSpPr>
            <p:cNvPr id="162" name="Editable label -2"/>
            <p:cNvSpPr/>
            <p:nvPr/>
          </p:nvSpPr>
          <p:spPr>
            <a:xfrm>
              <a:off x="6136154" y="3415044"/>
              <a:ext cx="8988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-2</m:t>
                    </m:r>
                  </m:oMath>
                </m:oMathPara>
              </a14:m>
              <a:endParaRPr sz="590"/>
            </a:p>
          </p:txBody>
        </p:sp>
        <p:sp>
          <p:nvSpPr>
            <p:cNvPr id="163" name="Editable label 0"/>
            <p:cNvSpPr/>
            <p:nvPr/>
          </p:nvSpPr>
          <p:spPr>
            <a:xfrm>
              <a:off x="6473909" y="3275449"/>
              <a:ext cx="74905"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0</m:t>
                    </m:r>
                  </m:oMath>
                </m:oMathPara>
              </a14:m>
              <a:endParaRPr sz="590"/>
            </a:p>
          </p:txBody>
        </p:sp>
        <p:sp>
          <p:nvSpPr>
            <p:cNvPr id="164" name="Editable label 5"/>
            <p:cNvSpPr/>
            <p:nvPr/>
          </p:nvSpPr>
          <p:spPr>
            <a:xfrm>
              <a:off x="6582862" y="3336734"/>
              <a:ext cx="74905"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5</m:t>
                    </m:r>
                  </m:oMath>
                </m:oMathPara>
              </a14:m>
              <a:endParaRPr sz="590"/>
            </a:p>
          </p:txBody>
        </p:sp>
        <p:sp>
          <p:nvSpPr>
            <p:cNvPr id="165" name="Editable label 10"/>
            <p:cNvSpPr/>
            <p:nvPr/>
          </p:nvSpPr>
          <p:spPr>
            <a:xfrm>
              <a:off x="6660491" y="3401425"/>
              <a:ext cx="8988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10</m:t>
                    </m:r>
                  </m:oMath>
                </m:oMathPara>
              </a14:m>
              <a:endParaRPr sz="590"/>
            </a:p>
          </p:txBody>
        </p:sp>
        <p:sp>
          <p:nvSpPr>
            <p:cNvPr id="166" name="Editable label 15"/>
            <p:cNvSpPr/>
            <p:nvPr/>
          </p:nvSpPr>
          <p:spPr>
            <a:xfrm>
              <a:off x="6772849" y="3462710"/>
              <a:ext cx="8988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15</m:t>
                    </m:r>
                  </m:oMath>
                </m:oMathPara>
              </a14:m>
              <a:endParaRPr sz="590"/>
            </a:p>
          </p:txBody>
        </p:sp>
        <p:sp>
          <p:nvSpPr>
            <p:cNvPr id="167" name="Editable label t = 20"/>
            <p:cNvSpPr/>
            <p:nvPr/>
          </p:nvSpPr>
          <p:spPr>
            <a:xfrm>
              <a:off x="6723820" y="3523996"/>
              <a:ext cx="269659"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590">
                        <a:solidFill>
                          <a:srgbClr val="333333"/>
                        </a:solidFill>
                        <a:latin typeface="Cambria Math"/>
                      </a:rPr>
                      <m:t xml:space="preserve">t = 20</m:t>
                    </m:r>
                  </m:oMath>
                </m:oMathPara>
              </a14:m>
              <a:endParaRPr sz="590"/>
            </a:p>
          </p:txBody>
        </p:sp>
        <p:sp>
          <p:nvSpPr>
            <p:cNvPr id="168" name="Editable label 25"/>
            <p:cNvSpPr/>
            <p:nvPr/>
          </p:nvSpPr>
          <p:spPr>
            <a:xfrm>
              <a:off x="6997565" y="3585281"/>
              <a:ext cx="8988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25</m:t>
                    </m:r>
                  </m:oMath>
                </m:oMathPara>
              </a14:m>
              <a:endParaRPr sz="590"/>
            </a:p>
          </p:txBody>
        </p:sp>
        <p:sp>
          <p:nvSpPr>
            <p:cNvPr id="169" name="Editable label 30"/>
            <p:cNvSpPr/>
            <p:nvPr/>
          </p:nvSpPr>
          <p:spPr>
            <a:xfrm>
              <a:off x="7106518" y="3643162"/>
              <a:ext cx="8988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30</m:t>
                    </m:r>
                  </m:oMath>
                </m:oMathPara>
              </a14:m>
              <a:endParaRPr sz="590"/>
            </a:p>
          </p:txBody>
        </p:sp>
        <p:sp>
          <p:nvSpPr>
            <p:cNvPr id="170" name="Editable label 35"/>
            <p:cNvSpPr/>
            <p:nvPr/>
          </p:nvSpPr>
          <p:spPr>
            <a:xfrm>
              <a:off x="7215471" y="3704448"/>
              <a:ext cx="8988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35</m:t>
                    </m:r>
                  </m:oMath>
                </m:oMathPara>
              </a14:m>
              <a:endParaRPr sz="590"/>
            </a:p>
          </p:txBody>
        </p:sp>
        <p:sp>
          <p:nvSpPr>
            <p:cNvPr id="171" name="Editable label 0"/>
            <p:cNvSpPr/>
            <p:nvPr/>
          </p:nvSpPr>
          <p:spPr>
            <a:xfrm>
              <a:off x="7400010" y="3701043"/>
              <a:ext cx="74905"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0</m:t>
                    </m:r>
                  </m:oMath>
                </m:oMathPara>
              </a14:m>
              <a:endParaRPr sz="590"/>
            </a:p>
          </p:txBody>
        </p:sp>
        <p:sp>
          <p:nvSpPr>
            <p:cNvPr id="172" name="Editable label 0.25"/>
            <p:cNvSpPr/>
            <p:nvPr/>
          </p:nvSpPr>
          <p:spPr>
            <a:xfrm>
              <a:off x="7606340" y="3595496"/>
              <a:ext cx="179773"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0.25</m:t>
                    </m:r>
                  </m:oMath>
                </m:oMathPara>
              </a14:m>
              <a:endParaRPr sz="590"/>
            </a:p>
          </p:txBody>
        </p:sp>
        <p:sp>
          <p:nvSpPr>
            <p:cNvPr id="173" name="Editable label s = 0.5"/>
            <p:cNvSpPr/>
            <p:nvPr/>
          </p:nvSpPr>
          <p:spPr>
            <a:xfrm>
              <a:off x="7794284" y="3486543"/>
              <a:ext cx="314602"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590">
                        <a:solidFill>
                          <a:srgbClr val="333333"/>
                        </a:solidFill>
                        <a:latin typeface="Cambria Math"/>
                      </a:rPr>
                      <m:t xml:space="preserve">s = 0.5</m:t>
                    </m:r>
                  </m:oMath>
                </m:oMathPara>
              </a14:m>
              <a:endParaRPr sz="590"/>
            </a:p>
          </p:txBody>
        </p:sp>
        <p:sp>
          <p:nvSpPr>
            <p:cNvPr id="174" name="Editable label 0.75"/>
            <p:cNvSpPr/>
            <p:nvPr/>
          </p:nvSpPr>
          <p:spPr>
            <a:xfrm>
              <a:off x="7997890" y="3377591"/>
              <a:ext cx="179773"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0.75</m:t>
                    </m:r>
                  </m:oMath>
                </m:oMathPara>
              </a14:m>
              <a:endParaRPr sz="590"/>
            </a:p>
          </p:txBody>
        </p:sp>
        <p:sp>
          <p:nvSpPr>
            <p:cNvPr id="175" name="Editable label (1,0)"/>
            <p:cNvSpPr/>
            <p:nvPr/>
          </p:nvSpPr>
          <p:spPr>
            <a:xfrm>
              <a:off x="8183110" y="3220972"/>
              <a:ext cx="22471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(1,0)</m:t>
                    </m:r>
                  </m:oMath>
                </m:oMathPara>
              </a14:m>
              <a:endParaRPr sz="590"/>
            </a:p>
          </p:txBody>
        </p:sp>
        <p:sp>
          <p:nvSpPr>
            <p:cNvPr id="176" name="Editable label 2"/>
            <p:cNvSpPr/>
            <p:nvPr/>
          </p:nvSpPr>
          <p:spPr>
            <a:xfrm>
              <a:off x="8176301" y="2945187"/>
              <a:ext cx="74905"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2</m:t>
                    </m:r>
                  </m:oMath>
                </m:oMathPara>
              </a14:m>
              <a:endParaRPr sz="590"/>
            </a:p>
          </p:txBody>
        </p:sp>
        <p:sp>
          <p:nvSpPr>
            <p:cNvPr id="177" name="Editable label -2"/>
            <p:cNvSpPr/>
            <p:nvPr/>
          </p:nvSpPr>
          <p:spPr>
            <a:xfrm>
              <a:off x="8185834" y="3496758"/>
              <a:ext cx="89886" cy="134828"/>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90">
                        <a:solidFill>
                          <a:srgbClr val="333333"/>
                        </a:solidFill>
                        <a:latin typeface="Cambria Math"/>
                      </a:rPr>
                      <m:t xml:space="preserve">-2</m:t>
                    </m:r>
                  </m:oMath>
                </m:oMathPara>
              </a14:m>
              <a:endParaRPr sz="590"/>
            </a:p>
          </p:txBody>
        </p:sp>
        <p:sp>
          <p:nvSpPr>
            <p:cNvPr id="178" name="Label background"/>
            <p:cNvSpPr/>
            <p:nvPr/>
          </p:nvSpPr>
          <p:spPr>
            <a:xfrm>
              <a:off x="4757898" y="4248528"/>
              <a:ext cx="122572" cy="132785"/>
            </a:xfrm>
            <a:prstGeom prst="rect">
              <a:avLst/>
            </a:prstGeom>
            <a:solidFill>
              <a:srgbClr val="FFFFFF"/>
            </a:solidFill>
            <a:ln>
              <a:noFill/>
            </a:ln>
          </p:spPr>
        </p:sp>
        <p:sp>
          <p:nvSpPr>
            <p:cNvPr id="179" name="Editable label -2"/>
            <p:cNvSpPr/>
            <p:nvPr/>
          </p:nvSpPr>
          <p:spPr>
            <a:xfrm>
              <a:off x="4768112" y="4236611"/>
              <a:ext cx="102144" cy="153214"/>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70">
                        <a:solidFill>
                          <a:srgbClr val="333333"/>
                        </a:solidFill>
                        <a:latin typeface="Cambria Math"/>
                      </a:rPr>
                      <m:t xml:space="preserve">-2</m:t>
                    </m:r>
                  </m:oMath>
                </m:oMathPara>
              </a14:m>
              <a:endParaRPr sz="670"/>
            </a:p>
          </p:txBody>
        </p:sp>
        <p:sp>
          <p:nvSpPr>
            <p:cNvPr id="180" name="Label background"/>
            <p:cNvSpPr/>
            <p:nvPr/>
          </p:nvSpPr>
          <p:spPr>
            <a:xfrm>
              <a:off x="5077947" y="4248528"/>
              <a:ext cx="503908" cy="132785"/>
            </a:xfrm>
            <a:prstGeom prst="rect">
              <a:avLst/>
            </a:prstGeom>
            <a:solidFill>
              <a:srgbClr val="FFFFFF"/>
            </a:solidFill>
            <a:ln>
              <a:noFill/>
            </a:ln>
          </p:spPr>
        </p:sp>
        <p:sp>
          <p:nvSpPr>
            <p:cNvPr id="181" name="Editable label x(t,s) = 0"/>
            <p:cNvSpPr/>
            <p:nvPr/>
          </p:nvSpPr>
          <p:spPr>
            <a:xfrm>
              <a:off x="5074542" y="4236611"/>
              <a:ext cx="510718" cy="153214"/>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670">
                        <a:solidFill>
                          <a:srgbClr val="333333"/>
                        </a:solidFill>
                        <a:latin typeface="Cambria Math"/>
                      </a:rPr>
                      <m:t xml:space="preserve">x(t,s) = 0</m:t>
                    </m:r>
                  </m:oMath>
                </m:oMathPara>
              </a14:m>
              <a:endParaRPr sz="670"/>
            </a:p>
          </p:txBody>
        </p:sp>
        <p:sp>
          <p:nvSpPr>
            <p:cNvPr id="182" name="Label background"/>
            <p:cNvSpPr/>
            <p:nvPr/>
          </p:nvSpPr>
          <p:spPr>
            <a:xfrm>
              <a:off x="5799761" y="4248528"/>
              <a:ext cx="74905" cy="132785"/>
            </a:xfrm>
            <a:prstGeom prst="rect">
              <a:avLst/>
            </a:prstGeom>
            <a:solidFill>
              <a:srgbClr val="FFFFFF"/>
            </a:solidFill>
            <a:ln>
              <a:noFill/>
            </a:ln>
          </p:spPr>
        </p:sp>
        <p:sp>
          <p:nvSpPr>
            <p:cNvPr id="183" name="Editable label 2"/>
            <p:cNvSpPr/>
            <p:nvPr/>
          </p:nvSpPr>
          <p:spPr>
            <a:xfrm>
              <a:off x="5794654" y="4236611"/>
              <a:ext cx="85120" cy="153214"/>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70">
                        <a:solidFill>
                          <a:srgbClr val="333333"/>
                        </a:solidFill>
                        <a:latin typeface="Cambria Math"/>
                      </a:rPr>
                      <m:t xml:space="preserve">2</m:t>
                    </m:r>
                  </m:oMath>
                </m:oMathPara>
              </a14:m>
              <a:endParaRPr sz="670"/>
            </a:p>
          </p:txBody>
        </p:sp>
        <p:sp>
          <p:nvSpPr>
            <p:cNvPr id="184" name="Label background"/>
            <p:cNvSpPr/>
            <p:nvPr/>
          </p:nvSpPr>
          <p:spPr>
            <a:xfrm>
              <a:off x="6596481" y="4248528"/>
              <a:ext cx="122572" cy="132785"/>
            </a:xfrm>
            <a:prstGeom prst="rect">
              <a:avLst/>
            </a:prstGeom>
            <a:solidFill>
              <a:srgbClr val="FFFFFF"/>
            </a:solidFill>
            <a:ln>
              <a:noFill/>
            </a:ln>
          </p:spPr>
        </p:sp>
        <p:sp>
          <p:nvSpPr>
            <p:cNvPr id="185" name="Editable label -2"/>
            <p:cNvSpPr/>
            <p:nvPr/>
          </p:nvSpPr>
          <p:spPr>
            <a:xfrm>
              <a:off x="6606695" y="4236611"/>
              <a:ext cx="102144" cy="153214"/>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70">
                        <a:solidFill>
                          <a:srgbClr val="333333"/>
                        </a:solidFill>
                        <a:latin typeface="Cambria Math"/>
                      </a:rPr>
                      <m:t xml:space="preserve">-2</m:t>
                    </m:r>
                  </m:oMath>
                </m:oMathPara>
              </a14:m>
              <a:endParaRPr sz="670"/>
            </a:p>
          </p:txBody>
        </p:sp>
        <p:sp>
          <p:nvSpPr>
            <p:cNvPr id="186" name="Label background"/>
            <p:cNvSpPr/>
            <p:nvPr/>
          </p:nvSpPr>
          <p:spPr>
            <a:xfrm>
              <a:off x="7124223" y="4248528"/>
              <a:ext cx="503908" cy="132785"/>
            </a:xfrm>
            <a:prstGeom prst="rect">
              <a:avLst/>
            </a:prstGeom>
            <a:solidFill>
              <a:srgbClr val="FFFFFF"/>
            </a:solidFill>
            <a:ln>
              <a:noFill/>
            </a:ln>
          </p:spPr>
        </p:sp>
        <p:sp>
          <p:nvSpPr>
            <p:cNvPr id="187" name="Editable label x(t,s) = 0"/>
            <p:cNvSpPr/>
            <p:nvPr/>
          </p:nvSpPr>
          <p:spPr>
            <a:xfrm>
              <a:off x="7120818" y="4236611"/>
              <a:ext cx="510718" cy="153214"/>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670">
                        <a:solidFill>
                          <a:srgbClr val="333333"/>
                        </a:solidFill>
                        <a:latin typeface="Cambria Math"/>
                      </a:rPr>
                      <m:t xml:space="preserve">x(t,s) = 0</m:t>
                    </m:r>
                  </m:oMath>
                </m:oMathPara>
              </a14:m>
              <a:endParaRPr sz="670"/>
            </a:p>
          </p:txBody>
        </p:sp>
        <p:sp>
          <p:nvSpPr>
            <p:cNvPr id="188" name="Label background"/>
            <p:cNvSpPr/>
            <p:nvPr/>
          </p:nvSpPr>
          <p:spPr>
            <a:xfrm>
              <a:off x="8036705" y="4248528"/>
              <a:ext cx="74905" cy="132785"/>
            </a:xfrm>
            <a:prstGeom prst="rect">
              <a:avLst/>
            </a:prstGeom>
            <a:solidFill>
              <a:srgbClr val="FFFFFF"/>
            </a:solidFill>
            <a:ln>
              <a:noFill/>
            </a:ln>
          </p:spPr>
        </p:sp>
        <p:sp>
          <p:nvSpPr>
            <p:cNvPr id="189" name="Editable label 2"/>
            <p:cNvSpPr/>
            <p:nvPr/>
          </p:nvSpPr>
          <p:spPr>
            <a:xfrm>
              <a:off x="8031598" y="4236611"/>
              <a:ext cx="85120" cy="153214"/>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70">
                        <a:solidFill>
                          <a:srgbClr val="333333"/>
                        </a:solidFill>
                        <a:latin typeface="Cambria Math"/>
                      </a:rPr>
                      <m:t xml:space="preserve">2</m:t>
                    </m:r>
                  </m:oMath>
                </m:oMathPara>
              </a14:m>
              <a:endParaRPr sz="670"/>
            </a:p>
          </p:txBody>
        </p:sp>
      </p:grpSp>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706">
                      <a:solidFill>
                        <a:srgbClr val="B87916"/>
                      </a:solidFill>
                      <a:latin typeface="Cambria Math"/>
                    </a:rPr>
                    <m:t xml:space="preserve">Target </m:t>
                  </m:r>
                  <m:r>
                    <m:rPr>
                      <m:sty m:val="i"/>
                    </m:rPr>
                    <a:rPr sz="706">
                      <a:solidFill>
                        <a:srgbClr val="B87916"/>
                      </a:solidFill>
                      <a:latin typeface="Cambria Math"/>
                    </a:rPr>
                    <m:t xml:space="preserve">r</m:t>
                  </m:r>
                  <m:d>
                    <m:dPr>
                      <m:begChr m:val="("/>
                      <m:endChr m:val=")"/>
                      <m:ctrlPr>
                        <a:rPr sz="706">
                          <a:solidFill>
                            <a:srgbClr val="B87916"/>
                          </a:solidFill>
                          <a:latin typeface="Cambria Math"/>
                        </a:rPr>
                      </m:ctrlPr>
                    </m:dPr>
                    <m:e>
                      <m:r>
                        <m:rPr>
                          <m:sty m:val="i"/>
                        </m:rPr>
                        <a:rPr sz="706">
                          <a:solidFill>
                            <a:srgbClr val="B87916"/>
                          </a:solidFill>
                          <a:latin typeface="Cambria Math"/>
                        </a:rPr>
                        <m:t xml:space="preserve">t</m:t>
                      </m:r>
                    </m:e>
                  </m:d>
                </m:oMath>
              </m:oMathPara>
            </a14:m>
            <a:endParaRPr sz="706"/>
          </a:p>
        </p:txBody>
      </p:sp>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06">
                      <a:solidFill>
                        <a:srgbClr val="192B3C"/>
                      </a:solidFill>
                      <a:latin typeface="Cambria Math"/>
                    </a:rPr>
                    <m:t xml:space="preserve">q</m:t>
                  </m:r>
                  <m:d>
                    <m:dPr>
                      <m:begChr m:val="("/>
                      <m:endChr m:val=")"/>
                      <m:ctrlPr>
                        <a:rPr sz="706">
                          <a:solidFill>
                            <a:srgbClr val="192B3C"/>
                          </a:solidFill>
                          <a:latin typeface="Cambria Math"/>
                        </a:rPr>
                      </m:ctrlPr>
                    </m:dPr>
                    <m:e>
                      <m:r>
                        <m:rPr>
                          <m:sty m:val="i"/>
                        </m:rPr>
                        <a:rPr sz="706">
                          <a:solidFill>
                            <a:srgbClr val="192B3C"/>
                          </a:solidFill>
                          <a:latin typeface="Cambria Math"/>
                        </a:rPr>
                        <m:t xml:space="preserve">t</m:t>
                      </m:r>
                    </m:e>
                  </m:d>
                </m:oMath>
              </m:oMathPara>
            </a14:m>
            <a:endParaRPr sz="706"/>
          </a:p>
        </p:txBody>
      </p:sp>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06">
                      <a:solidFill>
                        <a:srgbClr val="192B3C"/>
                      </a:solidFill>
                      <a:latin typeface="Cambria Math"/>
                    </a:rPr>
                    <m:t xml:space="preserve">q</m:t>
                  </m:r>
                  <m:d>
                    <m:dPr>
                      <m:begChr m:val="("/>
                      <m:endChr m:val=")"/>
                      <m:ctrlPr>
                        <a:rPr sz="706">
                          <a:solidFill>
                            <a:srgbClr val="192B3C"/>
                          </a:solidFill>
                          <a:latin typeface="Cambria Math"/>
                        </a:rPr>
                      </m:ctrlPr>
                    </m:dPr>
                    <m:e>
                      <m:r>
                        <m:rPr>
                          <m:sty m:val="i"/>
                        </m:rPr>
                        <a:rPr sz="706">
                          <a:solidFill>
                            <a:srgbClr val="192B3C"/>
                          </a:solidFill>
                          <a:latin typeface="Cambria Math"/>
                        </a:rPr>
                        <m:t xml:space="preserve">t</m:t>
                      </m:r>
                    </m:e>
                  </m:d>
                </m:oMath>
              </m:oMathPara>
            </a14:m>
            <a:endParaRPr sz="706"/>
          </a:p>
        </p:txBody>
      </p:sp>
      <p:sp>
        <p:nvSpPr>
          <p:cNvPr id="10004" name="Rigid cart equation"/>
          <p:cNvSpPr/>
          <p:nvPr/>
        </p:nvSpPr>
        <p:spPr>
          <a:xfrm>
            <a:off x="742421" y="3528980"/>
            <a:ext cx="3341158" cy="293327"/>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642">
                      <a:solidFill>
                        <a:srgbClr val="333333"/>
                      </a:solidFill>
                      <a:latin typeface="Cambria Math"/>
                    </a:rPr>
                    <m:t xml:space="preserve">M</m:t>
                  </m:r>
                  <m:acc>
                    <m:accPr>
                      <m:chr m:val="̈"/>
                      <m:ctrlPr>
                        <a:rPr sz="642">
                          <a:solidFill>
                            <a:srgbClr val="333333"/>
                          </a:solidFill>
                          <a:latin typeface="Cambria Math"/>
                        </a:rPr>
                      </m:ctrlPr>
                    </m:accPr>
                    <m:e>
                      <m:r>
                        <m:rPr>
                          <m:sty m:val="i"/>
                        </m:rPr>
                        <a:rPr sz="642">
                          <a:solidFill>
                            <a:srgbClr val="333333"/>
                          </a:solidFill>
                          <a:latin typeface="Cambria Math"/>
                        </a:rPr>
                        <m:t xml:space="preserve">q</m:t>
                      </m:r>
                    </m:e>
                  </m:acc>
                  <m:d>
                    <m:dPr>
                      <m:begChr m:val="("/>
                      <m:endChr m:val=")"/>
                      <m:ctrlPr>
                        <a:rPr sz="642">
                          <a:solidFill>
                            <a:srgbClr val="333333"/>
                          </a:solidFill>
                          <a:latin typeface="Cambria Math"/>
                        </a:rPr>
                      </m:ctrlPr>
                    </m:dPr>
                    <m:e>
                      <m:r>
                        <m:rPr>
                          <m:sty m:val="i"/>
                        </m:rPr>
                        <a:rPr sz="642">
                          <a:solidFill>
                            <a:srgbClr val="333333"/>
                          </a:solidFill>
                          <a:latin typeface="Cambria Math"/>
                        </a:rPr>
                        <m:t xml:space="preserve">t</m:t>
                      </m:r>
                    </m:e>
                  </m:d>
                  <m:r>
                    <m:rPr>
                      <m:sty m:val="p"/>
                    </m:rPr>
                    <a:rPr sz="642">
                      <a:solidFill>
                        <a:srgbClr val="333333"/>
                      </a:solidFill>
                      <a:latin typeface="Cambria Math"/>
                    </a:rPr>
                    <m:t xml:space="preserve">=</m:t>
                  </m:r>
                  <m:r>
                    <m:rPr>
                      <m:sty m:val="i"/>
                    </m:rPr>
                    <a:rPr sz="642">
                      <a:solidFill>
                        <a:srgbClr val="333333"/>
                      </a:solidFill>
                      <a:latin typeface="Cambria Math"/>
                    </a:rPr>
                    <m:t xml:space="preserve">F</m:t>
                  </m:r>
                  <m:d>
                    <m:dPr>
                      <m:begChr m:val="("/>
                      <m:endChr m:val=")"/>
                      <m:ctrlPr>
                        <a:rPr sz="642">
                          <a:solidFill>
                            <a:srgbClr val="333333"/>
                          </a:solidFill>
                          <a:latin typeface="Cambria Math"/>
                        </a:rPr>
                      </m:ctrlPr>
                    </m:dPr>
                    <m:e>
                      <m:r>
                        <m:rPr>
                          <m:sty m:val="i"/>
                        </m:rPr>
                        <a:rPr sz="642">
                          <a:solidFill>
                            <a:srgbClr val="333333"/>
                          </a:solidFill>
                          <a:latin typeface="Cambria Math"/>
                        </a:rPr>
                        <m:t xml:space="preserve">t</m:t>
                      </m:r>
                    </m:e>
                  </m:d>
                </m:oMath>
              </m:oMathPara>
            </a14:m>
            <a:endParaRPr sz="642"/>
          </a:p>
        </p:txBody>
      </p:sp>
      <p:sp>
        <p:nvSpPr>
          <p:cNvPr id="10005" name="Rigid cart drive"/>
          <p:cNvSpPr/>
          <p:nvPr/>
        </p:nvSpPr>
        <p:spPr>
          <a:xfrm>
            <a:off x="579438" y="3698458"/>
            <a:ext cx="3667125" cy="263994"/>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577">
                      <a:solidFill>
                        <a:srgbClr val="333333"/>
                      </a:solidFill>
                      <a:latin typeface="Cambria Math"/>
                    </a:rPr>
                    <m:t xml:space="preserve">F</m:t>
                  </m:r>
                  <m:d>
                    <m:dPr>
                      <m:begChr m:val="("/>
                      <m:endChr m:val=")"/>
                      <m:ctrlPr>
                        <a:rPr sz="577">
                          <a:solidFill>
                            <a:srgbClr val="333333"/>
                          </a:solidFill>
                          <a:latin typeface="Cambria Math"/>
                        </a:rPr>
                      </m:ctrlPr>
                    </m:dPr>
                    <m:e>
                      <m:r>
                        <m:rPr>
                          <m:sty m:val="i"/>
                        </m:rPr>
                        <a:rPr sz="577">
                          <a:solidFill>
                            <a:srgbClr val="333333"/>
                          </a:solidFill>
                          <a:latin typeface="Cambria Math"/>
                        </a:rPr>
                        <m:t xml:space="preserve">t</m:t>
                      </m:r>
                    </m:e>
                  </m:d>
                  <m:r>
                    <m:rPr>
                      <m:sty m:val="i"/>
                    </m:rPr>
                    <a:rPr sz="577">
                      <a:solidFill>
                        <a:srgbClr val="333333"/>
                      </a:solidFill>
                      <a:latin typeface="Cambria Math"/>
                    </a:rPr>
                    <m:t xml:space="preserve">=M</m:t>
                  </m:r>
                  <m:d>
                    <m:dPr>
                      <m:begChr m:val="["/>
                      <m:endChr m:val="]"/>
                      <m:ctrlPr>
                        <a:rPr sz="577">
                          <a:solidFill>
                            <a:srgbClr val="333333"/>
                          </a:solidFill>
                          <a:latin typeface="Cambria Math"/>
                        </a:rPr>
                      </m:ctrlPr>
                    </m:dPr>
                    <m:e>
                      <m:sSup>
                        <m:sSupPr>
                          <m:ctrlPr>
                            <a:rPr sz="577">
                              <a:solidFill>
                                <a:srgbClr val="333333"/>
                              </a:solidFill>
                              <a:latin typeface="Cambria Math"/>
                            </a:rPr>
                          </m:ctrlPr>
                        </m:sSupPr>
                        <m:e>
                          <m:sSub>
                            <m:sSubPr>
                              <m:ctrlPr>
                                <a:rPr sz="577">
                                  <a:solidFill>
                                    <a:srgbClr val="333333"/>
                                  </a:solidFill>
                                  <a:latin typeface="Cambria Math"/>
                                </a:rPr>
                              </m:ctrlPr>
                            </m:sSubPr>
                            <m:e>
                              <m:r>
                                <m:rPr>
                                  <m:sty m:val="p"/>
                                </m:rPr>
                                <a:rPr sz="577">
                                  <a:solidFill>
                                    <a:srgbClr val="333333"/>
                                  </a:solidFill>
                                  <a:latin typeface="Cambria Math"/>
                                </a:rPr>
                                <m:t xml:space="preserve">ω</m:t>
                              </m:r>
                            </m:e>
                            <m:sub>
                              <m:r>
                                <m:rPr>
                                  <m:sty m:val="i"/>
                                </m:rPr>
                                <a:rPr sz="577">
                                  <a:solidFill>
                                    <a:srgbClr val="333333"/>
                                  </a:solidFill>
                                  <a:latin typeface="Cambria Math"/>
                                </a:rPr>
                                <m:t xml:space="preserve">c</m:t>
                              </m:r>
                            </m:sub>
                          </m:sSub>
                          <m:d>
                            <m:dPr>
                              <m:begChr m:val="("/>
                              <m:endChr m:val=")"/>
                              <m:ctrlPr>
                                <a:rPr sz="577">
                                  <a:solidFill>
                                    <a:srgbClr val="333333"/>
                                  </a:solidFill>
                                  <a:latin typeface="Cambria Math"/>
                                </a:rPr>
                              </m:ctrlPr>
                            </m:dPr>
                            <m:e>
                              <m:r>
                                <m:rPr>
                                  <m:sty m:val="i"/>
                                </m:rPr>
                                <a:rPr sz="577">
                                  <a:solidFill>
                                    <a:srgbClr val="333333"/>
                                  </a:solidFill>
                                  <a:latin typeface="Cambria Math"/>
                                </a:rPr>
                                <m:t xml:space="preserve">t</m:t>
                              </m:r>
                            </m:e>
                          </m:d>
                        </m:e>
                        <m:sup>
                          <m:r>
                            <m:rPr>
                              <m:sty m:val="p"/>
                            </m:rPr>
                            <a:rPr sz="577">
                              <a:solidFill>
                                <a:srgbClr val="333333"/>
                              </a:solidFill>
                              <a:latin typeface="Cambria Math"/>
                            </a:rPr>
                            <m:t xml:space="preserve">2</m:t>
                          </m:r>
                        </m:sup>
                      </m:sSup>
                      <m:d>
                        <m:dPr>
                          <m:begChr m:val="("/>
                          <m:endChr m:val=")"/>
                          <m:ctrlPr>
                            <a:rPr sz="577">
                              <a:solidFill>
                                <a:srgbClr val="333333"/>
                              </a:solidFill>
                              <a:latin typeface="Cambria Math"/>
                            </a:rPr>
                          </m:ctrlPr>
                        </m:dPr>
                        <m:e>
                          <m:r>
                            <m:rPr>
                              <m:sty m:val="i"/>
                            </m:rPr>
                            <a:rPr sz="577">
                              <a:solidFill>
                                <a:srgbClr val="333333"/>
                              </a:solidFill>
                              <a:latin typeface="Cambria Math"/>
                            </a:rPr>
                            <m:t xml:space="preserve">r</m:t>
                          </m:r>
                          <m:d>
                            <m:dPr>
                              <m:begChr m:val="("/>
                              <m:endChr m:val=")"/>
                              <m:ctrlPr>
                                <a:rPr sz="577">
                                  <a:solidFill>
                                    <a:srgbClr val="333333"/>
                                  </a:solidFill>
                                  <a:latin typeface="Cambria Math"/>
                                </a:rPr>
                              </m:ctrlPr>
                            </m:dPr>
                            <m:e>
                              <m:r>
                                <m:rPr>
                                  <m:sty m:val="i"/>
                                </m:rPr>
                                <a:rPr sz="577">
                                  <a:solidFill>
                                    <a:srgbClr val="333333"/>
                                  </a:solidFill>
                                  <a:latin typeface="Cambria Math"/>
                                </a:rPr>
                                <m:t xml:space="preserve">t</m:t>
                              </m:r>
                            </m:e>
                          </m:d>
                          <m:r>
                            <m:rPr>
                              <m:sty m:val="p"/>
                            </m:rPr>
                            <a:rPr sz="577">
                              <a:solidFill>
                                <a:srgbClr val="333333"/>
                              </a:solidFill>
                              <a:latin typeface="Cambria Math"/>
                            </a:rPr>
                            <m:t xml:space="preserve">−</m:t>
                          </m:r>
                          <m:r>
                            <m:rPr>
                              <m:sty m:val="i"/>
                            </m:rPr>
                            <a:rPr sz="577">
                              <a:solidFill>
                                <a:srgbClr val="333333"/>
                              </a:solidFill>
                              <a:latin typeface="Cambria Math"/>
                            </a:rPr>
                            <m:t xml:space="preserve">q</m:t>
                          </m:r>
                          <m:d>
                            <m:dPr>
                              <m:begChr m:val="("/>
                              <m:endChr m:val=")"/>
                              <m:ctrlPr>
                                <a:rPr sz="577">
                                  <a:solidFill>
                                    <a:srgbClr val="333333"/>
                                  </a:solidFill>
                                  <a:latin typeface="Cambria Math"/>
                                </a:rPr>
                              </m:ctrlPr>
                            </m:dPr>
                            <m:e>
                              <m:r>
                                <m:rPr>
                                  <m:sty m:val="i"/>
                                </m:rPr>
                                <a:rPr sz="577">
                                  <a:solidFill>
                                    <a:srgbClr val="333333"/>
                                  </a:solidFill>
                                  <a:latin typeface="Cambria Math"/>
                                </a:rPr>
                                <m:t xml:space="preserve">t</m:t>
                              </m:r>
                            </m:e>
                          </m:d>
                        </m:e>
                      </m:d>
                      <m:r>
                        <m:rPr>
                          <m:sty m:val="p"/>
                        </m:rPr>
                        <a:rPr sz="577">
                          <a:solidFill>
                            <a:srgbClr val="333333"/>
                          </a:solidFill>
                          <a:latin typeface="Cambria Math"/>
                        </a:rPr>
                        <m:t xml:space="preserve">−2</m:t>
                      </m:r>
                      <m:sSub>
                        <m:sSubPr>
                          <m:ctrlPr>
                            <a:rPr sz="577">
                              <a:solidFill>
                                <a:srgbClr val="333333"/>
                              </a:solidFill>
                              <a:latin typeface="Cambria Math"/>
                            </a:rPr>
                          </m:ctrlPr>
                        </m:sSubPr>
                        <m:e>
                          <m:r>
                            <m:rPr>
                              <m:sty m:val="p"/>
                            </m:rPr>
                            <a:rPr sz="577">
                              <a:solidFill>
                                <a:srgbClr val="333333"/>
                              </a:solidFill>
                              <a:latin typeface="Cambria Math"/>
                            </a:rPr>
                            <m:t xml:space="preserve">ω</m:t>
                          </m:r>
                        </m:e>
                        <m:sub>
                          <m:r>
                            <m:rPr>
                              <m:sty m:val="i"/>
                            </m:rPr>
                            <a:rPr sz="577">
                              <a:solidFill>
                                <a:srgbClr val="333333"/>
                              </a:solidFill>
                              <a:latin typeface="Cambria Math"/>
                            </a:rPr>
                            <m:t xml:space="preserve">c</m:t>
                          </m:r>
                        </m:sub>
                      </m:sSub>
                      <m:d>
                        <m:dPr>
                          <m:begChr m:val="("/>
                          <m:endChr m:val=")"/>
                          <m:ctrlPr>
                            <a:rPr sz="577">
                              <a:solidFill>
                                <a:srgbClr val="333333"/>
                              </a:solidFill>
                              <a:latin typeface="Cambria Math"/>
                            </a:rPr>
                          </m:ctrlPr>
                        </m:dPr>
                        <m:e>
                          <m:r>
                            <m:rPr>
                              <m:sty m:val="i"/>
                            </m:rPr>
                            <a:rPr sz="577">
                              <a:solidFill>
                                <a:srgbClr val="333333"/>
                              </a:solidFill>
                              <a:latin typeface="Cambria Math"/>
                            </a:rPr>
                            <m:t xml:space="preserve">t</m:t>
                          </m:r>
                        </m:e>
                      </m:d>
                      <m:acc>
                        <m:accPr>
                          <m:chr m:val="̇"/>
                          <m:ctrlPr>
                            <a:rPr sz="577">
                              <a:solidFill>
                                <a:srgbClr val="333333"/>
                              </a:solidFill>
                              <a:latin typeface="Cambria Math"/>
                            </a:rPr>
                          </m:ctrlPr>
                        </m:accPr>
                        <m:e>
                          <m:r>
                            <m:rPr>
                              <m:sty m:val="i"/>
                            </m:rPr>
                            <a:rPr sz="577">
                              <a:solidFill>
                                <a:srgbClr val="333333"/>
                              </a:solidFill>
                              <a:latin typeface="Cambria Math"/>
                            </a:rPr>
                            <m:t xml:space="preserve">q</m:t>
                          </m:r>
                        </m:e>
                      </m:acc>
                      <m:d>
                        <m:dPr>
                          <m:begChr m:val="("/>
                          <m:endChr m:val=")"/>
                          <m:ctrlPr>
                            <a:rPr sz="577">
                              <a:solidFill>
                                <a:srgbClr val="333333"/>
                              </a:solidFill>
                              <a:latin typeface="Cambria Math"/>
                            </a:rPr>
                          </m:ctrlPr>
                        </m:dPr>
                        <m:e>
                          <m:r>
                            <m:rPr>
                              <m:sty m:val="i"/>
                            </m:rPr>
                            <a:rPr sz="577">
                              <a:solidFill>
                                <a:srgbClr val="333333"/>
                              </a:solidFill>
                              <a:latin typeface="Cambria Math"/>
                            </a:rPr>
                            <m:t xml:space="preserve">t</m:t>
                          </m:r>
                        </m:e>
                      </m:d>
                    </m:e>
                  </m:d>
                </m:oMath>
              </m:oMathPara>
            </a14:m>
            <a:endParaRPr sz="577"/>
          </a:p>
        </p:txBody>
      </p:sp>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706">
                      <a:solidFill>
                        <a:srgbClr val="B87916"/>
                      </a:solidFill>
                      <a:latin typeface="Cambria Math"/>
                    </a:rPr>
                    <m:t xml:space="preserve">Target </m:t>
                  </m:r>
                  <m:r>
                    <m:rPr>
                      <m:sty m:val="i"/>
                    </m:rPr>
                    <a:rPr sz="706">
                      <a:solidFill>
                        <a:srgbClr val="B87916"/>
                      </a:solidFill>
                      <a:latin typeface="Cambria Math"/>
                    </a:rPr>
                    <m:t xml:space="preserve">r</m:t>
                  </m:r>
                  <m:d>
                    <m:dPr>
                      <m:begChr m:val="("/>
                      <m:endChr m:val=")"/>
                      <m:ctrlPr>
                        <a:rPr sz="706">
                          <a:solidFill>
                            <a:srgbClr val="B87916"/>
                          </a:solidFill>
                          <a:latin typeface="Cambria Math"/>
                        </a:rPr>
                      </m:ctrlPr>
                    </m:dPr>
                    <m:e>
                      <m:r>
                        <m:rPr>
                          <m:sty m:val="i"/>
                        </m:rPr>
                        <a:rPr sz="706">
                          <a:solidFill>
                            <a:srgbClr val="B87916"/>
                          </a:solidFill>
                          <a:latin typeface="Cambria Math"/>
                        </a:rPr>
                        <m:t xml:space="preserve">t</m:t>
                      </m:r>
                    </m:e>
                  </m:d>
                </m:oMath>
              </m:oMathPara>
            </a14:m>
            <a:endParaRPr sz="706"/>
          </a:p>
        </p:txBody>
      </p:sp>
      <p:sp>
        <p:nvSpPr>
          <p:cNvPr id="10027" name="Moving tip displacement"/>
          <p:cNvSpPr/>
          <p:nvPr/>
        </p:nvSpPr>
        <p:spPr>
          <a:xfrm>
            <a:off x="6698403" y="2275527"/>
            <a:ext cx="835290" cy="322802"/>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06">
                      <a:solidFill>
                        <a:srgbClr val="192B3C"/>
                      </a:solidFill>
                      <a:latin typeface="Cambria Math"/>
                    </a:rPr>
                    <m:t xml:space="preserve">q</m:t>
                  </m:r>
                  <m:d>
                    <m:dPr>
                      <m:begChr m:val="("/>
                      <m:endChr m:val=")"/>
                      <m:ctrlPr>
                        <a:rPr sz="706">
                          <a:solidFill>
                            <a:srgbClr val="192B3C"/>
                          </a:solidFill>
                          <a:latin typeface="Cambria Math"/>
                        </a:rPr>
                      </m:ctrlPr>
                    </m:dPr>
                    <m:e>
                      <m:r>
                        <m:rPr>
                          <m:sty m:val="i"/>
                        </m:rPr>
                        <a:rPr sz="706">
                          <a:solidFill>
                            <a:srgbClr val="192B3C"/>
                          </a:solidFill>
                          <a:latin typeface="Cambria Math"/>
                        </a:rPr>
                        <m:t xml:space="preserve">t</m:t>
                      </m:r>
                    </m:e>
                  </m:d>
                  <m:r>
                    <m:rPr>
                      <m:sty m:val="i"/>
                    </m:rPr>
                    <a:rPr sz="706">
                      <a:solidFill>
                        <a:srgbClr val="192B3C"/>
                      </a:solidFill>
                      <a:latin typeface="Cambria Math"/>
                    </a:rPr>
                    <m:t xml:space="preserve">+w</m:t>
                  </m:r>
                  <m:d>
                    <m:dPr>
                      <m:begChr m:val="("/>
                      <m:endChr m:val=")"/>
                      <m:ctrlPr>
                        <a:rPr sz="706">
                          <a:solidFill>
                            <a:srgbClr val="192B3C"/>
                          </a:solidFill>
                          <a:latin typeface="Cambria Math"/>
                        </a:rPr>
                      </m:ctrlPr>
                    </m:dPr>
                    <m:e>
                      <m:r>
                        <m:rPr>
                          <m:sty m:val="i"/>
                        </m:rPr>
                        <a:rPr sz="706">
                          <a:solidFill>
                            <a:srgbClr val="192B3C"/>
                          </a:solidFill>
                          <a:latin typeface="Cambria Math"/>
                        </a:rPr>
                        <m:t xml:space="preserve">t,L</m:t>
                      </m:r>
                    </m:e>
                  </m:d>
                </m:oMath>
              </m:oMathPara>
            </a14:m>
            <a:endParaRPr sz="706"/>
          </a:p>
        </p:txBody>
      </p:sp>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06">
                      <a:solidFill>
                        <a:srgbClr val="192B3C"/>
                      </a:solidFill>
                      <a:latin typeface="Cambria Math"/>
                    </a:rPr>
                    <m:t xml:space="preserve">q</m:t>
                  </m:r>
                  <m:d>
                    <m:dPr>
                      <m:begChr m:val="("/>
                      <m:endChr m:val=")"/>
                      <m:ctrlPr>
                        <a:rPr sz="706">
                          <a:solidFill>
                            <a:srgbClr val="192B3C"/>
                          </a:solidFill>
                          <a:latin typeface="Cambria Math"/>
                        </a:rPr>
                      </m:ctrlPr>
                    </m:dPr>
                    <m:e>
                      <m:r>
                        <m:rPr>
                          <m:sty m:val="i"/>
                        </m:rPr>
                        <a:rPr sz="706">
                          <a:solidFill>
                            <a:srgbClr val="192B3C"/>
                          </a:solidFill>
                          <a:latin typeface="Cambria Math"/>
                        </a:rPr>
                        <m:t xml:space="preserve">t</m:t>
                      </m:r>
                    </m:e>
                  </m:d>
                </m:oMath>
              </m:oMathPara>
            </a14:m>
            <a:endParaRPr sz="706"/>
          </a:p>
        </p:txBody>
      </p:sp>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06">
                      <a:solidFill>
                        <a:srgbClr val="192B3C"/>
                      </a:solidFill>
                      <a:latin typeface="Cambria Math"/>
                    </a:rPr>
                    <m:t xml:space="preserve">s</m:t>
                  </m:r>
                </m:oMath>
              </m:oMathPara>
            </a14:m>
            <a:endParaRPr sz="706"/>
          </a:p>
        </p:txBody>
      </p:sp>
      <p:sp>
        <p:nvSpPr>
          <p:cNvPr id="10030" name="Flexible beam PDE"/>
          <p:cNvSpPr/>
          <p:nvPr/>
        </p:nvSpPr>
        <p:spPr>
          <a:xfrm>
            <a:off x="4815946" y="3544725"/>
            <a:ext cx="3830108" cy="205419"/>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449">
                      <a:solidFill>
                        <a:srgbClr val="333333"/>
                      </a:solidFill>
                      <a:latin typeface="Cambria Math"/>
                    </a:rPr>
                    <m:t xml:space="preserve">ρA</m:t>
                  </m:r>
                  <m:d>
                    <m:dPr>
                      <m:begChr m:val="["/>
                      <m:endChr m:val="]"/>
                      <m:ctrlPr>
                        <a:rPr sz="449">
                          <a:solidFill>
                            <a:srgbClr val="333333"/>
                          </a:solidFill>
                          <a:latin typeface="Cambria Math"/>
                        </a:rPr>
                      </m:ctrlPr>
                    </m:dPr>
                    <m:e>
                      <m:sSub>
                        <m:sSubPr>
                          <m:ctrlPr>
                            <a:rPr sz="449">
                              <a:solidFill>
                                <a:srgbClr val="333333"/>
                              </a:solidFill>
                              <a:latin typeface="Cambria Math"/>
                            </a:rPr>
                          </m:ctrlPr>
                        </m:sSubPr>
                        <m:e>
                          <m:r>
                            <m:rPr>
                              <m:sty m:val="i"/>
                            </m:rPr>
                            <a:rPr sz="449">
                              <a:solidFill>
                                <a:srgbClr val="333333"/>
                              </a:solidFill>
                              <a:latin typeface="Cambria Math"/>
                            </a:rPr>
                            <m:t xml:space="preserve">w</m:t>
                          </m:r>
                        </m:e>
                        <m:sub>
                          <m:r>
                            <m:rPr>
                              <m:sty m:val="i"/>
                            </m:rPr>
                            <a:rPr sz="449">
                              <a:solidFill>
                                <a:srgbClr val="333333"/>
                              </a:solidFill>
                              <a:latin typeface="Cambria Math"/>
                            </a:rPr>
                            <m:t xml:space="preserve">tt</m:t>
                          </m:r>
                        </m:sub>
                      </m:sSub>
                      <m:d>
                        <m:dPr>
                          <m:begChr m:val="("/>
                          <m:endChr m:val=")"/>
                          <m:ctrlPr>
                            <a:rPr sz="449">
                              <a:solidFill>
                                <a:srgbClr val="333333"/>
                              </a:solidFill>
                              <a:latin typeface="Cambria Math"/>
                            </a:rPr>
                          </m:ctrlPr>
                        </m:dPr>
                        <m:e>
                          <m:r>
                            <m:rPr>
                              <m:sty m:val="i"/>
                            </m:rPr>
                            <a:rPr sz="449">
                              <a:solidFill>
                                <a:srgbClr val="333333"/>
                              </a:solidFill>
                              <a:latin typeface="Cambria Math"/>
                            </a:rPr>
                            <m:t xml:space="preserve">t,s</m:t>
                          </m:r>
                        </m:e>
                      </m:d>
                      <m:r>
                        <m:rPr>
                          <m:sty m:val="p"/>
                        </m:rPr>
                        <a:rPr sz="449">
                          <a:solidFill>
                            <a:srgbClr val="333333"/>
                          </a:solidFill>
                          <a:latin typeface="Cambria Math"/>
                        </a:rPr>
                        <m:t xml:space="preserve">+</m:t>
                      </m:r>
                      <m:acc>
                        <m:accPr>
                          <m:chr m:val="̈"/>
                          <m:ctrlPr>
                            <a:rPr sz="449">
                              <a:solidFill>
                                <a:srgbClr val="333333"/>
                              </a:solidFill>
                              <a:latin typeface="Cambria Math"/>
                            </a:rPr>
                          </m:ctrlPr>
                        </m:accPr>
                        <m:e>
                          <m:r>
                            <m:rPr>
                              <m:sty m:val="i"/>
                            </m:rPr>
                            <a:rPr sz="449">
                              <a:solidFill>
                                <a:srgbClr val="333333"/>
                              </a:solidFill>
                              <a:latin typeface="Cambria Math"/>
                            </a:rPr>
                            <m:t xml:space="preserve">q</m:t>
                          </m:r>
                        </m:e>
                      </m:acc>
                      <m:d>
                        <m:dPr>
                          <m:begChr m:val="("/>
                          <m:endChr m:val=")"/>
                          <m:ctrlPr>
                            <a:rPr sz="449">
                              <a:solidFill>
                                <a:srgbClr val="333333"/>
                              </a:solidFill>
                              <a:latin typeface="Cambria Math"/>
                            </a:rPr>
                          </m:ctrlPr>
                        </m:dPr>
                        <m:e>
                          <m:r>
                            <m:rPr>
                              <m:sty m:val="i"/>
                            </m:rPr>
                            <a:rPr sz="449">
                              <a:solidFill>
                                <a:srgbClr val="333333"/>
                              </a:solidFill>
                              <a:latin typeface="Cambria Math"/>
                            </a:rPr>
                            <m:t xml:space="preserve">t</m:t>
                          </m:r>
                        </m:e>
                      </m:d>
                    </m:e>
                  </m:d>
                  <m:r>
                    <m:rPr>
                      <m:sty m:val="i"/>
                    </m:rPr>
                    <a:rPr sz="449">
                      <a:solidFill>
                        <a:srgbClr val="333333"/>
                      </a:solidFill>
                      <a:latin typeface="Cambria Math"/>
                    </a:rPr>
                    <m:t xml:space="preserve">+EI</m:t>
                  </m:r>
                  <m:sSub>
                    <m:sSubPr>
                      <m:ctrlPr>
                        <a:rPr sz="449">
                          <a:solidFill>
                            <a:srgbClr val="333333"/>
                          </a:solidFill>
                          <a:latin typeface="Cambria Math"/>
                        </a:rPr>
                      </m:ctrlPr>
                    </m:sSubPr>
                    <m:e>
                      <m:r>
                        <m:rPr>
                          <m:sty m:val="i"/>
                        </m:rPr>
                        <a:rPr sz="449">
                          <a:solidFill>
                            <a:srgbClr val="333333"/>
                          </a:solidFill>
                          <a:latin typeface="Cambria Math"/>
                        </a:rPr>
                        <m:t xml:space="preserve">w</m:t>
                      </m:r>
                    </m:e>
                    <m:sub>
                      <m:r>
                        <m:rPr>
                          <m:sty m:val="i"/>
                        </m:rPr>
                        <a:rPr sz="449">
                          <a:solidFill>
                            <a:srgbClr val="333333"/>
                          </a:solidFill>
                          <a:latin typeface="Cambria Math"/>
                        </a:rPr>
                        <m:t xml:space="preserve">ssss</m:t>
                      </m:r>
                    </m:sub>
                  </m:sSub>
                  <m:d>
                    <m:dPr>
                      <m:begChr m:val="("/>
                      <m:endChr m:val=")"/>
                      <m:ctrlPr>
                        <a:rPr sz="449">
                          <a:solidFill>
                            <a:srgbClr val="333333"/>
                          </a:solidFill>
                          <a:latin typeface="Cambria Math"/>
                        </a:rPr>
                      </m:ctrlPr>
                    </m:dPr>
                    <m:e>
                      <m:r>
                        <m:rPr>
                          <m:sty m:val="i"/>
                        </m:rPr>
                        <a:rPr sz="449">
                          <a:solidFill>
                            <a:srgbClr val="333333"/>
                          </a:solidFill>
                          <a:latin typeface="Cambria Math"/>
                        </a:rPr>
                        <m:t xml:space="preserve">t,s</m:t>
                      </m:r>
                    </m:e>
                  </m:d>
                  <m:r>
                    <m:rPr>
                      <m:sty m:val="p"/>
                    </m:rPr>
                    <a:rPr sz="449">
                      <a:solidFill>
                        <a:srgbClr val="333333"/>
                      </a:solidFill>
                      <a:latin typeface="Cambria Math"/>
                    </a:rPr>
                    <m:t xml:space="preserve">+η</m:t>
                  </m:r>
                  <m:sSub>
                    <m:sSubPr>
                      <m:ctrlPr>
                        <a:rPr sz="449">
                          <a:solidFill>
                            <a:srgbClr val="333333"/>
                          </a:solidFill>
                          <a:latin typeface="Cambria Math"/>
                        </a:rPr>
                      </m:ctrlPr>
                    </m:sSubPr>
                    <m:e>
                      <m:r>
                        <m:rPr>
                          <m:sty m:val="i"/>
                        </m:rPr>
                        <a:rPr sz="449">
                          <a:solidFill>
                            <a:srgbClr val="333333"/>
                          </a:solidFill>
                          <a:latin typeface="Cambria Math"/>
                        </a:rPr>
                        <m:t xml:space="preserve">w</m:t>
                      </m:r>
                    </m:e>
                    <m:sub>
                      <m:r>
                        <m:rPr>
                          <m:sty m:val="i"/>
                        </m:rPr>
                        <a:rPr sz="449">
                          <a:solidFill>
                            <a:srgbClr val="333333"/>
                          </a:solidFill>
                          <a:latin typeface="Cambria Math"/>
                        </a:rPr>
                        <m:t xml:space="preserve">tssss</m:t>
                      </m:r>
                    </m:sub>
                  </m:sSub>
                  <m:d>
                    <m:dPr>
                      <m:begChr m:val="("/>
                      <m:endChr m:val=")"/>
                      <m:ctrlPr>
                        <a:rPr sz="449">
                          <a:solidFill>
                            <a:srgbClr val="333333"/>
                          </a:solidFill>
                          <a:latin typeface="Cambria Math"/>
                        </a:rPr>
                      </m:ctrlPr>
                    </m:dPr>
                    <m:e>
                      <m:r>
                        <m:rPr>
                          <m:sty m:val="i"/>
                        </m:rPr>
                        <a:rPr sz="449">
                          <a:solidFill>
                            <a:srgbClr val="333333"/>
                          </a:solidFill>
                          <a:latin typeface="Cambria Math"/>
                        </a:rPr>
                        <m:t xml:space="preserve">t,s</m:t>
                      </m:r>
                    </m:e>
                  </m:d>
                  <m:r>
                    <m:rPr>
                      <m:sty m:val="i"/>
                    </m:rPr>
                    <a:rPr sz="449">
                      <a:solidFill>
                        <a:srgbClr val="333333"/>
                      </a:solidFill>
                      <a:latin typeface="Cambria Math"/>
                    </a:rPr>
                    <m:t xml:space="preserve">=0,   0&lt;s&lt;L</m:t>
                  </m:r>
                </m:oMath>
              </m:oMathPara>
            </a14:m>
            <a:endParaRPr sz="449"/>
          </a:p>
        </p:txBody>
      </p:sp>
      <p:sp>
        <p:nvSpPr>
          <p:cNvPr id="10031" name="Clamped and free boundary"/>
          <p:cNvSpPr/>
          <p:nvPr/>
        </p:nvSpPr>
        <p:spPr>
          <a:xfrm>
            <a:off x="4815946" y="3626241"/>
            <a:ext cx="3830108" cy="205419"/>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449">
                      <a:solidFill>
                        <a:srgbClr val="333333"/>
                      </a:solidFill>
                      <a:latin typeface="Cambria Math"/>
                    </a:rPr>
                    <m:t xml:space="preserve">w</m:t>
                  </m:r>
                  <m:d>
                    <m:dPr>
                      <m:begChr m:val="("/>
                      <m:endChr m:val=")"/>
                      <m:ctrlPr>
                        <a:rPr sz="449">
                          <a:solidFill>
                            <a:srgbClr val="333333"/>
                          </a:solidFill>
                          <a:latin typeface="Cambria Math"/>
                        </a:rPr>
                      </m:ctrlPr>
                    </m:dPr>
                    <m:e>
                      <m:r>
                        <m:rPr>
                          <m:sty m:val="i"/>
                        </m:rPr>
                        <a:rPr sz="449">
                          <a:solidFill>
                            <a:srgbClr val="333333"/>
                          </a:solidFill>
                          <a:latin typeface="Cambria Math"/>
                        </a:rPr>
                        <m:t xml:space="preserve">t,0</m:t>
                      </m:r>
                    </m:e>
                  </m:d>
                  <m:r>
                    <m:rPr>
                      <m:sty m:val="p"/>
                    </m:rPr>
                    <a:rPr sz="449">
                      <a:solidFill>
                        <a:srgbClr val="333333"/>
                      </a:solidFill>
                      <a:latin typeface="Cambria Math"/>
                    </a:rPr>
                    <m:t xml:space="preserve">=</m:t>
                  </m:r>
                  <m:sSub>
                    <m:sSubPr>
                      <m:ctrlPr>
                        <a:rPr sz="449">
                          <a:solidFill>
                            <a:srgbClr val="333333"/>
                          </a:solidFill>
                          <a:latin typeface="Cambria Math"/>
                        </a:rPr>
                      </m:ctrlPr>
                    </m:sSubPr>
                    <m:e>
                      <m:r>
                        <m:rPr>
                          <m:sty m:val="i"/>
                        </m:rPr>
                        <a:rPr sz="449">
                          <a:solidFill>
                            <a:srgbClr val="333333"/>
                          </a:solidFill>
                          <a:latin typeface="Cambria Math"/>
                        </a:rPr>
                        <m:t xml:space="preserve">w</m:t>
                      </m:r>
                    </m:e>
                    <m:sub>
                      <m:r>
                        <m:rPr>
                          <m:sty m:val="i"/>
                        </m:rPr>
                        <a:rPr sz="449">
                          <a:solidFill>
                            <a:srgbClr val="333333"/>
                          </a:solidFill>
                          <a:latin typeface="Cambria Math"/>
                        </a:rPr>
                        <m:t xml:space="preserve">s</m:t>
                      </m:r>
                    </m:sub>
                  </m:sSub>
                  <m:d>
                    <m:dPr>
                      <m:begChr m:val="("/>
                      <m:endChr m:val=")"/>
                      <m:ctrlPr>
                        <a:rPr sz="449">
                          <a:solidFill>
                            <a:srgbClr val="333333"/>
                          </a:solidFill>
                          <a:latin typeface="Cambria Math"/>
                        </a:rPr>
                      </m:ctrlPr>
                    </m:dPr>
                    <m:e>
                      <m:r>
                        <m:rPr>
                          <m:sty m:val="i"/>
                        </m:rPr>
                        <a:rPr sz="449">
                          <a:solidFill>
                            <a:srgbClr val="333333"/>
                          </a:solidFill>
                          <a:latin typeface="Cambria Math"/>
                        </a:rPr>
                        <m:t xml:space="preserve">t,0</m:t>
                      </m:r>
                    </m:e>
                  </m:d>
                  <m:r>
                    <m:rPr>
                      <m:sty m:val="i"/>
                    </m:rPr>
                    <a:rPr sz="449">
                      <a:solidFill>
                        <a:srgbClr val="333333"/>
                      </a:solidFill>
                      <a:latin typeface="Cambria Math"/>
                    </a:rPr>
                    <m:t xml:space="preserve">=0,    EI</m:t>
                  </m:r>
                  <m:sSub>
                    <m:sSubPr>
                      <m:ctrlPr>
                        <a:rPr sz="449">
                          <a:solidFill>
                            <a:srgbClr val="333333"/>
                          </a:solidFill>
                          <a:latin typeface="Cambria Math"/>
                        </a:rPr>
                      </m:ctrlPr>
                    </m:sSubPr>
                    <m:e>
                      <m:r>
                        <m:rPr>
                          <m:sty m:val="i"/>
                        </m:rPr>
                        <a:rPr sz="449">
                          <a:solidFill>
                            <a:srgbClr val="333333"/>
                          </a:solidFill>
                          <a:latin typeface="Cambria Math"/>
                        </a:rPr>
                        <m:t xml:space="preserve">w</m:t>
                      </m:r>
                    </m:e>
                    <m:sub>
                      <m:r>
                        <m:rPr>
                          <m:sty m:val="i"/>
                        </m:rPr>
                        <a:rPr sz="449">
                          <a:solidFill>
                            <a:srgbClr val="333333"/>
                          </a:solidFill>
                          <a:latin typeface="Cambria Math"/>
                        </a:rPr>
                        <m:t xml:space="preserve">ss</m:t>
                      </m:r>
                    </m:sub>
                  </m:sSub>
                  <m:d>
                    <m:dPr>
                      <m:begChr m:val="("/>
                      <m:endChr m:val=")"/>
                      <m:ctrlPr>
                        <a:rPr sz="449">
                          <a:solidFill>
                            <a:srgbClr val="333333"/>
                          </a:solidFill>
                          <a:latin typeface="Cambria Math"/>
                        </a:rPr>
                      </m:ctrlPr>
                    </m:dPr>
                    <m:e>
                      <m:r>
                        <m:rPr>
                          <m:sty m:val="i"/>
                        </m:rPr>
                        <a:rPr sz="449">
                          <a:solidFill>
                            <a:srgbClr val="333333"/>
                          </a:solidFill>
                          <a:latin typeface="Cambria Math"/>
                        </a:rPr>
                        <m:t xml:space="preserve">t,L</m:t>
                      </m:r>
                    </m:e>
                  </m:d>
                  <m:r>
                    <m:rPr>
                      <m:sty m:val="p"/>
                    </m:rPr>
                    <a:rPr sz="449">
                      <a:solidFill>
                        <a:srgbClr val="333333"/>
                      </a:solidFill>
                      <a:latin typeface="Cambria Math"/>
                    </a:rPr>
                    <m:t xml:space="preserve">+η</m:t>
                  </m:r>
                  <m:sSub>
                    <m:sSubPr>
                      <m:ctrlPr>
                        <a:rPr sz="449">
                          <a:solidFill>
                            <a:srgbClr val="333333"/>
                          </a:solidFill>
                          <a:latin typeface="Cambria Math"/>
                        </a:rPr>
                      </m:ctrlPr>
                    </m:sSubPr>
                    <m:e>
                      <m:r>
                        <m:rPr>
                          <m:sty m:val="i"/>
                        </m:rPr>
                        <a:rPr sz="449">
                          <a:solidFill>
                            <a:srgbClr val="333333"/>
                          </a:solidFill>
                          <a:latin typeface="Cambria Math"/>
                        </a:rPr>
                        <m:t xml:space="preserve">w</m:t>
                      </m:r>
                    </m:e>
                    <m:sub>
                      <m:r>
                        <m:rPr>
                          <m:sty m:val="i"/>
                        </m:rPr>
                        <a:rPr sz="449">
                          <a:solidFill>
                            <a:srgbClr val="333333"/>
                          </a:solidFill>
                          <a:latin typeface="Cambria Math"/>
                        </a:rPr>
                        <m:t xml:space="preserve">tss</m:t>
                      </m:r>
                    </m:sub>
                  </m:sSub>
                  <m:d>
                    <m:dPr>
                      <m:begChr m:val="("/>
                      <m:endChr m:val=")"/>
                      <m:ctrlPr>
                        <a:rPr sz="449">
                          <a:solidFill>
                            <a:srgbClr val="333333"/>
                          </a:solidFill>
                          <a:latin typeface="Cambria Math"/>
                        </a:rPr>
                      </m:ctrlPr>
                    </m:dPr>
                    <m:e>
                      <m:r>
                        <m:rPr>
                          <m:sty m:val="i"/>
                        </m:rPr>
                        <a:rPr sz="449">
                          <a:solidFill>
                            <a:srgbClr val="333333"/>
                          </a:solidFill>
                          <a:latin typeface="Cambria Math"/>
                        </a:rPr>
                        <m:t xml:space="preserve">t,L</m:t>
                      </m:r>
                    </m:e>
                  </m:d>
                  <m:r>
                    <m:rPr>
                      <m:sty m:val="p"/>
                    </m:rPr>
                    <a:rPr sz="449">
                      <a:solidFill>
                        <a:srgbClr val="333333"/>
                      </a:solidFill>
                      <a:latin typeface="Cambria Math"/>
                    </a:rPr>
                    <m:t xml:space="preserve">=0</m:t>
                  </m:r>
                </m:oMath>
              </m:oMathPara>
            </a14:m>
            <a:endParaRPr sz="449"/>
          </a:p>
        </p:txBody>
      </p:sp>
      <p:sp>
        <p:nvSpPr>
          <p:cNvPr id="10032" name="Free shear boundary"/>
          <p:cNvSpPr/>
          <p:nvPr/>
        </p:nvSpPr>
        <p:spPr>
          <a:xfrm>
            <a:off x="4815946" y="3711833"/>
            <a:ext cx="3830108" cy="205419"/>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449">
                      <a:solidFill>
                        <a:srgbClr val="333333"/>
                      </a:solidFill>
                      <a:latin typeface="Cambria Math"/>
                    </a:rPr>
                    <m:t xml:space="preserve">EI</m:t>
                  </m:r>
                  <m:sSub>
                    <m:sSubPr>
                      <m:ctrlPr>
                        <a:rPr sz="449">
                          <a:solidFill>
                            <a:srgbClr val="333333"/>
                          </a:solidFill>
                          <a:latin typeface="Cambria Math"/>
                        </a:rPr>
                      </m:ctrlPr>
                    </m:sSubPr>
                    <m:e>
                      <m:r>
                        <m:rPr>
                          <m:sty m:val="i"/>
                        </m:rPr>
                        <a:rPr sz="449">
                          <a:solidFill>
                            <a:srgbClr val="333333"/>
                          </a:solidFill>
                          <a:latin typeface="Cambria Math"/>
                        </a:rPr>
                        <m:t xml:space="preserve">w</m:t>
                      </m:r>
                    </m:e>
                    <m:sub>
                      <m:r>
                        <m:rPr>
                          <m:sty m:val="i"/>
                        </m:rPr>
                        <a:rPr sz="449">
                          <a:solidFill>
                            <a:srgbClr val="333333"/>
                          </a:solidFill>
                          <a:latin typeface="Cambria Math"/>
                        </a:rPr>
                        <m:t xml:space="preserve">sss</m:t>
                      </m:r>
                    </m:sub>
                  </m:sSub>
                  <m:d>
                    <m:dPr>
                      <m:begChr m:val="("/>
                      <m:endChr m:val=")"/>
                      <m:ctrlPr>
                        <a:rPr sz="449">
                          <a:solidFill>
                            <a:srgbClr val="333333"/>
                          </a:solidFill>
                          <a:latin typeface="Cambria Math"/>
                        </a:rPr>
                      </m:ctrlPr>
                    </m:dPr>
                    <m:e>
                      <m:r>
                        <m:rPr>
                          <m:sty m:val="i"/>
                        </m:rPr>
                        <a:rPr sz="449">
                          <a:solidFill>
                            <a:srgbClr val="333333"/>
                          </a:solidFill>
                          <a:latin typeface="Cambria Math"/>
                        </a:rPr>
                        <m:t xml:space="preserve">t,L</m:t>
                      </m:r>
                    </m:e>
                  </m:d>
                  <m:r>
                    <m:rPr>
                      <m:sty m:val="p"/>
                    </m:rPr>
                    <a:rPr sz="449">
                      <a:solidFill>
                        <a:srgbClr val="333333"/>
                      </a:solidFill>
                      <a:latin typeface="Cambria Math"/>
                    </a:rPr>
                    <m:t xml:space="preserve">+η</m:t>
                  </m:r>
                  <m:sSub>
                    <m:sSubPr>
                      <m:ctrlPr>
                        <a:rPr sz="449">
                          <a:solidFill>
                            <a:srgbClr val="333333"/>
                          </a:solidFill>
                          <a:latin typeface="Cambria Math"/>
                        </a:rPr>
                      </m:ctrlPr>
                    </m:sSubPr>
                    <m:e>
                      <m:r>
                        <m:rPr>
                          <m:sty m:val="i"/>
                        </m:rPr>
                        <a:rPr sz="449">
                          <a:solidFill>
                            <a:srgbClr val="333333"/>
                          </a:solidFill>
                          <a:latin typeface="Cambria Math"/>
                        </a:rPr>
                        <m:t xml:space="preserve">w</m:t>
                      </m:r>
                    </m:e>
                    <m:sub>
                      <m:r>
                        <m:rPr>
                          <m:sty m:val="i"/>
                        </m:rPr>
                        <a:rPr sz="449">
                          <a:solidFill>
                            <a:srgbClr val="333333"/>
                          </a:solidFill>
                          <a:latin typeface="Cambria Math"/>
                        </a:rPr>
                        <m:t xml:space="preserve">tsss</m:t>
                      </m:r>
                    </m:sub>
                  </m:sSub>
                  <m:d>
                    <m:dPr>
                      <m:begChr m:val="("/>
                      <m:endChr m:val=")"/>
                      <m:ctrlPr>
                        <a:rPr sz="449">
                          <a:solidFill>
                            <a:srgbClr val="333333"/>
                          </a:solidFill>
                          <a:latin typeface="Cambria Math"/>
                        </a:rPr>
                      </m:ctrlPr>
                    </m:dPr>
                    <m:e>
                      <m:r>
                        <m:rPr>
                          <m:sty m:val="i"/>
                        </m:rPr>
                        <a:rPr sz="449">
                          <a:solidFill>
                            <a:srgbClr val="333333"/>
                          </a:solidFill>
                          <a:latin typeface="Cambria Math"/>
                        </a:rPr>
                        <m:t xml:space="preserve">t,L</m:t>
                      </m:r>
                    </m:e>
                  </m:d>
                  <m:r>
                    <m:rPr>
                      <m:sty m:val="p"/>
                    </m:rPr>
                    <a:rPr sz="449">
                      <a:solidFill>
                        <a:srgbClr val="333333"/>
                      </a:solidFill>
                      <a:latin typeface="Cambria Math"/>
                    </a:rPr>
                    <m:t xml:space="preserve">=0</m:t>
                  </m:r>
                </m:oMath>
              </m:oMathPara>
            </a14:m>
            <a:endParaRPr sz="449"/>
          </a:p>
        </p:txBody>
      </p:sp>
      <p:sp>
        <p:nvSpPr>
          <p:cNvPr id="10033" name="Flexible cart drive"/>
          <p:cNvSpPr/>
          <p:nvPr/>
        </p:nvSpPr>
        <p:spPr>
          <a:xfrm>
            <a:off x="4815946" y="3801500"/>
            <a:ext cx="3830108" cy="205419"/>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449">
                          <a:solidFill>
                            <a:srgbClr val="333333"/>
                          </a:solidFill>
                          <a:latin typeface="Cambria Math"/>
                        </a:rPr>
                      </m:ctrlPr>
                    </m:accPr>
                    <m:e>
                      <m:r>
                        <m:rPr>
                          <m:sty m:val="i"/>
                        </m:rPr>
                        <a:rPr sz="449">
                          <a:solidFill>
                            <a:srgbClr val="333333"/>
                          </a:solidFill>
                          <a:latin typeface="Cambria Math"/>
                        </a:rPr>
                        <m:t xml:space="preserve">q</m:t>
                      </m:r>
                    </m:e>
                  </m:acc>
                  <m:d>
                    <m:dPr>
                      <m:begChr m:val="("/>
                      <m:endChr m:val=")"/>
                      <m:ctrlPr>
                        <a:rPr sz="449">
                          <a:solidFill>
                            <a:srgbClr val="333333"/>
                          </a:solidFill>
                          <a:latin typeface="Cambria Math"/>
                        </a:rPr>
                      </m:ctrlPr>
                    </m:dPr>
                    <m:e>
                      <m:r>
                        <m:rPr>
                          <m:sty m:val="i"/>
                        </m:rPr>
                        <a:rPr sz="449">
                          <a:solidFill>
                            <a:srgbClr val="333333"/>
                          </a:solidFill>
                          <a:latin typeface="Cambria Math"/>
                        </a:rPr>
                        <m:t xml:space="preserve">t</m:t>
                      </m:r>
                    </m:e>
                  </m:d>
                  <m:r>
                    <m:rPr>
                      <m:sty m:val="p"/>
                    </m:rPr>
                    <a:rPr sz="449">
                      <a:solidFill>
                        <a:srgbClr val="333333"/>
                      </a:solidFill>
                      <a:latin typeface="Cambria Math"/>
                    </a:rPr>
                    <m:t xml:space="preserve">+2</m:t>
                  </m:r>
                  <m:sSub>
                    <m:sSubPr>
                      <m:ctrlPr>
                        <a:rPr sz="449">
                          <a:solidFill>
                            <a:srgbClr val="333333"/>
                          </a:solidFill>
                          <a:latin typeface="Cambria Math"/>
                        </a:rPr>
                      </m:ctrlPr>
                    </m:sSubPr>
                    <m:e>
                      <m:r>
                        <m:rPr>
                          <m:sty m:val="p"/>
                        </m:rPr>
                        <a:rPr sz="449">
                          <a:solidFill>
                            <a:srgbClr val="333333"/>
                          </a:solidFill>
                          <a:latin typeface="Cambria Math"/>
                        </a:rPr>
                        <m:t xml:space="preserve">ω</m:t>
                      </m:r>
                    </m:e>
                    <m:sub>
                      <m:r>
                        <m:rPr>
                          <m:sty m:val="i"/>
                        </m:rPr>
                        <a:rPr sz="449">
                          <a:solidFill>
                            <a:srgbClr val="333333"/>
                          </a:solidFill>
                          <a:latin typeface="Cambria Math"/>
                        </a:rPr>
                        <m:t xml:space="preserve">c</m:t>
                      </m:r>
                    </m:sub>
                  </m:sSub>
                  <m:d>
                    <m:dPr>
                      <m:begChr m:val="("/>
                      <m:endChr m:val=")"/>
                      <m:ctrlPr>
                        <a:rPr sz="449">
                          <a:solidFill>
                            <a:srgbClr val="333333"/>
                          </a:solidFill>
                          <a:latin typeface="Cambria Math"/>
                        </a:rPr>
                      </m:ctrlPr>
                    </m:dPr>
                    <m:e>
                      <m:r>
                        <m:rPr>
                          <m:sty m:val="i"/>
                        </m:rPr>
                        <a:rPr sz="449">
                          <a:solidFill>
                            <a:srgbClr val="333333"/>
                          </a:solidFill>
                          <a:latin typeface="Cambria Math"/>
                        </a:rPr>
                        <m:t xml:space="preserve">t</m:t>
                      </m:r>
                    </m:e>
                  </m:d>
                  <m:acc>
                    <m:accPr>
                      <m:chr m:val="̇"/>
                      <m:ctrlPr>
                        <a:rPr sz="449">
                          <a:solidFill>
                            <a:srgbClr val="333333"/>
                          </a:solidFill>
                          <a:latin typeface="Cambria Math"/>
                        </a:rPr>
                      </m:ctrlPr>
                    </m:accPr>
                    <m:e>
                      <m:r>
                        <m:rPr>
                          <m:sty m:val="i"/>
                        </m:rPr>
                        <a:rPr sz="449">
                          <a:solidFill>
                            <a:srgbClr val="333333"/>
                          </a:solidFill>
                          <a:latin typeface="Cambria Math"/>
                        </a:rPr>
                        <m:t xml:space="preserve">q</m:t>
                      </m:r>
                    </m:e>
                  </m:acc>
                  <m:d>
                    <m:dPr>
                      <m:begChr m:val="("/>
                      <m:endChr m:val=")"/>
                      <m:ctrlPr>
                        <a:rPr sz="449">
                          <a:solidFill>
                            <a:srgbClr val="333333"/>
                          </a:solidFill>
                          <a:latin typeface="Cambria Math"/>
                        </a:rPr>
                      </m:ctrlPr>
                    </m:dPr>
                    <m:e>
                      <m:r>
                        <m:rPr>
                          <m:sty m:val="i"/>
                        </m:rPr>
                        <a:rPr sz="449">
                          <a:solidFill>
                            <a:srgbClr val="333333"/>
                          </a:solidFill>
                          <a:latin typeface="Cambria Math"/>
                        </a:rPr>
                        <m:t xml:space="preserve">t</m:t>
                      </m:r>
                    </m:e>
                  </m:d>
                  <m:r>
                    <m:rPr>
                      <m:sty m:val="p"/>
                    </m:rPr>
                    <a:rPr sz="449">
                      <a:solidFill>
                        <a:srgbClr val="333333"/>
                      </a:solidFill>
                      <a:latin typeface="Cambria Math"/>
                    </a:rPr>
                    <m:t xml:space="preserve">+</m:t>
                  </m:r>
                  <m:sSup>
                    <m:sSupPr>
                      <m:ctrlPr>
                        <a:rPr sz="449">
                          <a:solidFill>
                            <a:srgbClr val="333333"/>
                          </a:solidFill>
                          <a:latin typeface="Cambria Math"/>
                        </a:rPr>
                      </m:ctrlPr>
                    </m:sSupPr>
                    <m:e>
                      <m:sSub>
                        <m:sSubPr>
                          <m:ctrlPr>
                            <a:rPr sz="449">
                              <a:solidFill>
                                <a:srgbClr val="333333"/>
                              </a:solidFill>
                              <a:latin typeface="Cambria Math"/>
                            </a:rPr>
                          </m:ctrlPr>
                        </m:sSubPr>
                        <m:e>
                          <m:r>
                            <m:rPr>
                              <m:sty m:val="p"/>
                            </m:rPr>
                            <a:rPr sz="449">
                              <a:solidFill>
                                <a:srgbClr val="333333"/>
                              </a:solidFill>
                              <a:latin typeface="Cambria Math"/>
                            </a:rPr>
                            <m:t xml:space="preserve">ω</m:t>
                          </m:r>
                        </m:e>
                        <m:sub>
                          <m:r>
                            <m:rPr>
                              <m:sty m:val="i"/>
                            </m:rPr>
                            <a:rPr sz="449">
                              <a:solidFill>
                                <a:srgbClr val="333333"/>
                              </a:solidFill>
                              <a:latin typeface="Cambria Math"/>
                            </a:rPr>
                            <m:t xml:space="preserve">c</m:t>
                          </m:r>
                        </m:sub>
                      </m:sSub>
                      <m:d>
                        <m:dPr>
                          <m:begChr m:val="("/>
                          <m:endChr m:val=")"/>
                          <m:ctrlPr>
                            <a:rPr sz="449">
                              <a:solidFill>
                                <a:srgbClr val="333333"/>
                              </a:solidFill>
                              <a:latin typeface="Cambria Math"/>
                            </a:rPr>
                          </m:ctrlPr>
                        </m:dPr>
                        <m:e>
                          <m:r>
                            <m:rPr>
                              <m:sty m:val="i"/>
                            </m:rPr>
                            <a:rPr sz="449">
                              <a:solidFill>
                                <a:srgbClr val="333333"/>
                              </a:solidFill>
                              <a:latin typeface="Cambria Math"/>
                            </a:rPr>
                            <m:t xml:space="preserve">t</m:t>
                          </m:r>
                        </m:e>
                      </m:d>
                    </m:e>
                    <m:sup>
                      <m:r>
                        <m:rPr>
                          <m:sty m:val="p"/>
                        </m:rPr>
                        <a:rPr sz="449">
                          <a:solidFill>
                            <a:srgbClr val="333333"/>
                          </a:solidFill>
                          <a:latin typeface="Cambria Math"/>
                        </a:rPr>
                        <m:t xml:space="preserve">2</m:t>
                      </m:r>
                    </m:sup>
                  </m:sSup>
                  <m:d>
                    <m:dPr>
                      <m:begChr m:val="["/>
                      <m:endChr m:val="]"/>
                      <m:ctrlPr>
                        <a:rPr sz="449">
                          <a:solidFill>
                            <a:srgbClr val="333333"/>
                          </a:solidFill>
                          <a:latin typeface="Cambria Math"/>
                        </a:rPr>
                      </m:ctrlPr>
                    </m:dPr>
                    <m:e>
                      <m:r>
                        <m:rPr>
                          <m:sty m:val="i"/>
                        </m:rPr>
                        <a:rPr sz="449">
                          <a:solidFill>
                            <a:srgbClr val="333333"/>
                          </a:solidFill>
                          <a:latin typeface="Cambria Math"/>
                        </a:rPr>
                        <m:t xml:space="preserve">q</m:t>
                      </m:r>
                      <m:d>
                        <m:dPr>
                          <m:begChr m:val="("/>
                          <m:endChr m:val=")"/>
                          <m:ctrlPr>
                            <a:rPr sz="449">
                              <a:solidFill>
                                <a:srgbClr val="333333"/>
                              </a:solidFill>
                              <a:latin typeface="Cambria Math"/>
                            </a:rPr>
                          </m:ctrlPr>
                        </m:dPr>
                        <m:e>
                          <m:r>
                            <m:rPr>
                              <m:sty m:val="i"/>
                            </m:rPr>
                            <a:rPr sz="449">
                              <a:solidFill>
                                <a:srgbClr val="333333"/>
                              </a:solidFill>
                              <a:latin typeface="Cambria Math"/>
                            </a:rPr>
                            <m:t xml:space="preserve">t</m:t>
                          </m:r>
                        </m:e>
                      </m:d>
                      <m:r>
                        <m:rPr>
                          <m:sty m:val="p"/>
                        </m:rPr>
                        <a:rPr sz="449">
                          <a:solidFill>
                            <a:srgbClr val="333333"/>
                          </a:solidFill>
                          <a:latin typeface="Cambria Math"/>
                        </a:rPr>
                        <m:t xml:space="preserve">−</m:t>
                      </m:r>
                      <m:r>
                        <m:rPr>
                          <m:sty m:val="i"/>
                        </m:rPr>
                        <a:rPr sz="449">
                          <a:solidFill>
                            <a:srgbClr val="333333"/>
                          </a:solidFill>
                          <a:latin typeface="Cambria Math"/>
                        </a:rPr>
                        <m:t xml:space="preserve">r</m:t>
                      </m:r>
                      <m:d>
                        <m:dPr>
                          <m:begChr m:val="("/>
                          <m:endChr m:val=")"/>
                          <m:ctrlPr>
                            <a:rPr sz="449">
                              <a:solidFill>
                                <a:srgbClr val="333333"/>
                              </a:solidFill>
                              <a:latin typeface="Cambria Math"/>
                            </a:rPr>
                          </m:ctrlPr>
                        </m:dPr>
                        <m:e>
                          <m:r>
                            <m:rPr>
                              <m:sty m:val="i"/>
                            </m:rPr>
                            <a:rPr sz="449">
                              <a:solidFill>
                                <a:srgbClr val="333333"/>
                              </a:solidFill>
                              <a:latin typeface="Cambria Math"/>
                            </a:rPr>
                            <m:t xml:space="preserve">t</m:t>
                          </m:r>
                        </m:e>
                      </m:d>
                    </m:e>
                  </m:d>
                  <m:r>
                    <m:rPr>
                      <m:sty m:val="p"/>
                    </m:rPr>
                    <a:rPr sz="449">
                      <a:solidFill>
                        <a:srgbClr val="333333"/>
                      </a:solidFill>
                      <a:latin typeface="Cambria Math"/>
                    </a:rPr>
                    <m:t xml:space="preserve">=0</m:t>
                  </m:r>
                </m:oMath>
              </m:oMathPara>
            </a14:m>
            <a:endParaRPr sz="449"/>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23" dur="10000" fill="hold">
                                          <p:stCondLst>
                                            <p:cond delay="0"/>
                                          </p:stCondLst>
                                        </p:cTn>
                                        <p:tgtEl>
                                          <p:spTgt spid="10001"/>
                                        </p:tgtEl>
                                        <p:attrNameLst>
                                          <p:attrName>ppt_x</p:attrName>
                                        </p:attrNameLst>
                                      </p:cBhvr>
                                      <p:tavLst>
                                        <p:tav tm="0">
                                          <p:val>
                                            <p:fltVal val="0.2371527778"/>
                                          </p:val>
                                        </p:tav>
                                        <p:tav tm="333">
                                          <p:val>
                                            <p:fltVal val="0.2371527778"/>
                                          </p:val>
                                        </p:tav>
                                        <p:tav tm="667">
                                          <p:val>
                                            <p:fltVal val="0.2371527778"/>
                                          </p:val>
                                        </p:tav>
                                        <p:tav tm="1000">
                                          <p:val>
                                            <p:fltVal val="0.2371527778"/>
                                          </p:val>
                                        </p:tav>
                                        <p:tav tm="1333">
                                          <p:val>
                                            <p:fltVal val="0.2371527778"/>
                                          </p:val>
                                        </p:tav>
                                        <p:tav tm="1667">
                                          <p:val>
                                            <p:fltVal val="0.2371527778"/>
                                          </p:val>
                                        </p:tav>
                                        <p:tav tm="2000">
                                          <p:val>
                                            <p:fltVal val="0.2371527778"/>
                                          </p:val>
                                        </p:tav>
                                        <p:tav tm="2333">
                                          <p:val>
                                            <p:fltVal val="0.2371527778"/>
                                          </p:val>
                                        </p:tav>
                                        <p:tav tm="2667">
                                          <p:val>
                                            <p:fltVal val="0.2371527778"/>
                                          </p:val>
                                        </p:tav>
                                        <p:tav tm="3000">
                                          <p:val>
                                            <p:fltVal val="0.2371527778"/>
                                          </p:val>
                                        </p:tav>
                                        <p:tav tm="3333">
                                          <p:val>
                                            <p:fltVal val="0.2371527778"/>
                                          </p:val>
                                        </p:tav>
                                        <p:tav tm="3667">
                                          <p:val>
                                            <p:fltVal val="0.2371527778"/>
                                          </p:val>
                                        </p:tav>
                                        <p:tav tm="4000">
                                          <p:val>
                                            <p:fltVal val="0.2371527778"/>
                                          </p:val>
                                        </p:tav>
                                        <p:tav tm="4333">
                                          <p:val>
                                            <p:fltVal val="0.2371527778"/>
                                          </p:val>
                                        </p:tav>
                                        <p:tav tm="4667">
                                          <p:val>
                                            <p:fltVal val="0.2371527778"/>
                                          </p:val>
                                        </p:tav>
                                        <p:tav tm="5000">
                                          <p:val>
                                            <p:fltVal val="0.2371527778"/>
                                          </p:val>
                                        </p:tav>
                                        <p:tav tm="5333">
                                          <p:val>
                                            <p:fltVal val="0.2371527778"/>
                                          </p:val>
                                        </p:tav>
                                        <p:tav tm="5667">
                                          <p:val>
                                            <p:fltVal val="0.2371527778"/>
                                          </p:val>
                                        </p:tav>
                                        <p:tav tm="6000">
                                          <p:val>
                                            <p:fltVal val="0.2371527778"/>
                                          </p:val>
                                        </p:tav>
                                        <p:tav tm="6333">
                                          <p:val>
                                            <p:fltVal val="0.2371527778"/>
                                          </p:val>
                                        </p:tav>
                                        <p:tav tm="6667">
                                          <p:val>
                                            <p:fltVal val="0.2371527778"/>
                                          </p:val>
                                        </p:tav>
                                        <p:tav tm="7000">
                                          <p:val>
                                            <p:fltVal val="0.2371527778"/>
                                          </p:val>
                                        </p:tav>
                                        <p:tav tm="7333">
                                          <p:val>
                                            <p:fltVal val="0.2371527778"/>
                                          </p:val>
                                        </p:tav>
                                        <p:tav tm="7667">
                                          <p:val>
                                            <p:fltVal val="0.2371527778"/>
                                          </p:val>
                                        </p:tav>
                                        <p:tav tm="8000">
                                          <p:val>
                                            <p:fltVal val="0.2371527778"/>
                                          </p:val>
                                        </p:tav>
                                        <p:tav tm="8333">
                                          <p:val>
                                            <p:fltVal val="0.2371527778"/>
                                          </p:val>
                                        </p:tav>
                                        <p:tav tm="8667">
                                          <p:val>
                                            <p:fltVal val="0.2371527778"/>
                                          </p:val>
                                        </p:tav>
                                        <p:tav tm="9000">
                                          <p:val>
                                            <p:fltVal val="0.2371527778"/>
                                          </p:val>
                                        </p:tav>
                                        <p:tav tm="9333">
                                          <p:val>
                                            <p:fltVal val="0.2371527778"/>
                                          </p:val>
                                        </p:tav>
                                        <p:tav tm="9667">
                                          <p:val>
                                            <p:fltVal val="0.2371527778"/>
                                          </p:val>
                                        </p:tav>
                                        <p:tav tm="10000">
                                          <p:val>
                                            <p:fltVal val="0.2906250000"/>
                                          </p:val>
                                        </p:tav>
                                        <p:tav tm="10333">
                                          <p:val>
                                            <p:fltVal val="0.2906250000"/>
                                          </p:val>
                                        </p:tav>
                                        <p:tav tm="10667">
                                          <p:val>
                                            <p:fltVal val="0.2906250000"/>
                                          </p:val>
                                        </p:tav>
                                        <p:tav tm="11000">
                                          <p:val>
                                            <p:fltVal val="0.2906250000"/>
                                          </p:val>
                                        </p:tav>
                                        <p:tav tm="11333">
                                          <p:val>
                                            <p:fltVal val="0.2906250000"/>
                                          </p:val>
                                        </p:tav>
                                        <p:tav tm="11667">
                                          <p:val>
                                            <p:fltVal val="0.2906250000"/>
                                          </p:val>
                                        </p:tav>
                                        <p:tav tm="12000">
                                          <p:val>
                                            <p:fltVal val="0.2906250000"/>
                                          </p:val>
                                        </p:tav>
                                        <p:tav tm="12333">
                                          <p:val>
                                            <p:fltVal val="0.2906250000"/>
                                          </p:val>
                                        </p:tav>
                                        <p:tav tm="12667">
                                          <p:val>
                                            <p:fltVal val="0.2906250000"/>
                                          </p:val>
                                        </p:tav>
                                        <p:tav tm="13000">
                                          <p:val>
                                            <p:fltVal val="0.2906250000"/>
                                          </p:val>
                                        </p:tav>
                                        <p:tav tm="13333">
                                          <p:val>
                                            <p:fltVal val="0.2906250000"/>
                                          </p:val>
                                        </p:tav>
                                        <p:tav tm="13667">
                                          <p:val>
                                            <p:fltVal val="0.2906250000"/>
                                          </p:val>
                                        </p:tav>
                                        <p:tav tm="14000">
                                          <p:val>
                                            <p:fltVal val="0.2906250000"/>
                                          </p:val>
                                        </p:tav>
                                        <p:tav tm="14333">
                                          <p:val>
                                            <p:fltVal val="0.2906250000"/>
                                          </p:val>
                                        </p:tav>
                                        <p:tav tm="14667">
                                          <p:val>
                                            <p:fltVal val="0.2906250000"/>
                                          </p:val>
                                        </p:tav>
                                        <p:tav tm="15000">
                                          <p:val>
                                            <p:fltVal val="0.2906250000"/>
                                          </p:val>
                                        </p:tav>
                                        <p:tav tm="15333">
                                          <p:val>
                                            <p:fltVal val="0.2906250000"/>
                                          </p:val>
                                        </p:tav>
                                        <p:tav tm="15667">
                                          <p:val>
                                            <p:fltVal val="0.2906250000"/>
                                          </p:val>
                                        </p:tav>
                                        <p:tav tm="16000">
                                          <p:val>
                                            <p:fltVal val="0.2906250000"/>
                                          </p:val>
                                        </p:tav>
                                        <p:tav tm="16333">
                                          <p:val>
                                            <p:fltVal val="0.2906250000"/>
                                          </p:val>
                                        </p:tav>
                                        <p:tav tm="16667">
                                          <p:val>
                                            <p:fltVal val="0.2906250000"/>
                                          </p:val>
                                        </p:tav>
                                        <p:tav tm="17000">
                                          <p:val>
                                            <p:fltVal val="0.2906250000"/>
                                          </p:val>
                                        </p:tav>
                                        <p:tav tm="17333">
                                          <p:val>
                                            <p:fltVal val="0.2906250000"/>
                                          </p:val>
                                        </p:tav>
                                        <p:tav tm="17667">
                                          <p:val>
                                            <p:fltVal val="0.2906250000"/>
                                          </p:val>
                                        </p:tav>
                                        <p:tav tm="18000">
                                          <p:val>
                                            <p:fltVal val="0.2906250000"/>
                                          </p:val>
                                        </p:tav>
                                        <p:tav tm="18333">
                                          <p:val>
                                            <p:fltVal val="0.2906250000"/>
                                          </p:val>
                                        </p:tav>
                                        <p:tav tm="18667">
                                          <p:val>
                                            <p:fltVal val="0.2906250000"/>
                                          </p:val>
                                        </p:tav>
                                        <p:tav tm="19000">
                                          <p:val>
                                            <p:fltVal val="0.2906250000"/>
                                          </p:val>
                                        </p:tav>
                                        <p:tav tm="19333">
                                          <p:val>
                                            <p:fltVal val="0.2906250000"/>
                                          </p:val>
                                        </p:tav>
                                        <p:tav tm="19667">
                                          <p:val>
                                            <p:fltVal val="0.2906250000"/>
                                          </p:val>
                                        </p:tav>
                                        <p:tav tm="20000">
                                          <p:val>
                                            <p:fltVal val="0.2906250000"/>
                                          </p:val>
                                        </p:tav>
                                        <p:tav tm="20333">
                                          <p:val>
                                            <p:fltVal val="0.2906250000"/>
                                          </p:val>
                                        </p:tav>
                                        <p:tav tm="20667">
                                          <p:val>
                                            <p:fltVal val="0.2906250000"/>
                                          </p:val>
                                        </p:tav>
                                        <p:tav tm="21000">
                                          <p:val>
                                            <p:fltVal val="0.2906250000"/>
                                          </p:val>
                                        </p:tav>
                                        <p:tav tm="21333">
                                          <p:val>
                                            <p:fltVal val="0.2906250000"/>
                                          </p:val>
                                        </p:tav>
                                        <p:tav tm="21667">
                                          <p:val>
                                            <p:fltVal val="0.2906250000"/>
                                          </p:val>
                                        </p:tav>
                                        <p:tav tm="22000">
                                          <p:val>
                                            <p:fltVal val="0.2906250000"/>
                                          </p:val>
                                        </p:tav>
                                        <p:tav tm="22333">
                                          <p:val>
                                            <p:fltVal val="0.2906250000"/>
                                          </p:val>
                                        </p:tav>
                                        <p:tav tm="22667">
                                          <p:val>
                                            <p:fltVal val="0.2906250000"/>
                                          </p:val>
                                        </p:tav>
                                        <p:tav tm="23000">
                                          <p:val>
                                            <p:fltVal val="0.2906250000"/>
                                          </p:val>
                                        </p:tav>
                                        <p:tav tm="23333">
                                          <p:val>
                                            <p:fltVal val="0.2906250000"/>
                                          </p:val>
                                        </p:tav>
                                        <p:tav tm="23667">
                                          <p:val>
                                            <p:fltVal val="0.2906250000"/>
                                          </p:val>
                                        </p:tav>
                                        <p:tav tm="24000">
                                          <p:val>
                                            <p:fltVal val="0.2906250000"/>
                                          </p:val>
                                        </p:tav>
                                        <p:tav tm="24333">
                                          <p:val>
                                            <p:fltVal val="0.2906250000"/>
                                          </p:val>
                                        </p:tav>
                                        <p:tav tm="24667">
                                          <p:val>
                                            <p:fltVal val="0.2906250000"/>
                                          </p:val>
                                        </p:tav>
                                        <p:tav tm="25000">
                                          <p:val>
                                            <p:fltVal val="0.2906250000"/>
                                          </p:val>
                                        </p:tav>
                                        <p:tav tm="25333">
                                          <p:val>
                                            <p:fltVal val="0.2906250000"/>
                                          </p:val>
                                        </p:tav>
                                        <p:tav tm="25667">
                                          <p:val>
                                            <p:fltVal val="0.2906250000"/>
                                          </p:val>
                                        </p:tav>
                                        <p:tav tm="26000">
                                          <p:val>
                                            <p:fltVal val="0.2906250000"/>
                                          </p:val>
                                        </p:tav>
                                        <p:tav tm="26333">
                                          <p:val>
                                            <p:fltVal val="0.2906250000"/>
                                          </p:val>
                                        </p:tav>
                                        <p:tav tm="26667">
                                          <p:val>
                                            <p:fltVal val="0.2906250000"/>
                                          </p:val>
                                        </p:tav>
                                        <p:tav tm="27000">
                                          <p:val>
                                            <p:fltVal val="0.2906250000"/>
                                          </p:val>
                                        </p:tav>
                                        <p:tav tm="27333">
                                          <p:val>
                                            <p:fltVal val="0.2906250000"/>
                                          </p:val>
                                        </p:tav>
                                        <p:tav tm="27667">
                                          <p:val>
                                            <p:fltVal val="0.2906250000"/>
                                          </p:val>
                                        </p:tav>
                                        <p:tav tm="28000">
                                          <p:val>
                                            <p:fltVal val="0.2906250000"/>
                                          </p:val>
                                        </p:tav>
                                        <p:tav tm="28333">
                                          <p:val>
                                            <p:fltVal val="0.2906250000"/>
                                          </p:val>
                                        </p:tav>
                                        <p:tav tm="28667">
                                          <p:val>
                                            <p:fltVal val="0.2906250000"/>
                                          </p:val>
                                        </p:tav>
                                        <p:tav tm="29000">
                                          <p:val>
                                            <p:fltVal val="0.2906250000"/>
                                          </p:val>
                                        </p:tav>
                                        <p:tav tm="29333">
                                          <p:val>
                                            <p:fltVal val="0.2906250000"/>
                                          </p:val>
                                        </p:tav>
                                        <p:tav tm="29667">
                                          <p:val>
                                            <p:fltVal val="0.2906250000"/>
                                          </p:val>
                                        </p:tav>
                                        <p:tav tm="30000">
                                          <p:val>
                                            <p:fltVal val="0.2906250000"/>
                                          </p:val>
                                        </p:tav>
                                        <p:tav tm="30333">
                                          <p:val>
                                            <p:fltVal val="0.2906250000"/>
                                          </p:val>
                                        </p:tav>
                                        <p:tav tm="30667">
                                          <p:val>
                                            <p:fltVal val="0.2906250000"/>
                                          </p:val>
                                        </p:tav>
                                        <p:tav tm="31000">
                                          <p:val>
                                            <p:fltVal val="0.2906250000"/>
                                          </p:val>
                                        </p:tav>
                                        <p:tav tm="31333">
                                          <p:val>
                                            <p:fltVal val="0.2906250000"/>
                                          </p:val>
                                        </p:tav>
                                        <p:tav tm="31667">
                                          <p:val>
                                            <p:fltVal val="0.2906250000"/>
                                          </p:val>
                                        </p:tav>
                                        <p:tav tm="32000">
                                          <p:val>
                                            <p:fltVal val="0.2906250000"/>
                                          </p:val>
                                        </p:tav>
                                        <p:tav tm="32333">
                                          <p:val>
                                            <p:fltVal val="0.2906250000"/>
                                          </p:val>
                                        </p:tav>
                                        <p:tav tm="32667">
                                          <p:val>
                                            <p:fltVal val="0.2906250000"/>
                                          </p:val>
                                        </p:tav>
                                        <p:tav tm="33000">
                                          <p:val>
                                            <p:fltVal val="0.2906250000"/>
                                          </p:val>
                                        </p:tav>
                                        <p:tav tm="33333">
                                          <p:val>
                                            <p:fltVal val="0.2906250000"/>
                                          </p:val>
                                        </p:tav>
                                        <p:tav tm="33667">
                                          <p:val>
                                            <p:fltVal val="0.2906250000"/>
                                          </p:val>
                                        </p:tav>
                                        <p:tav tm="34000">
                                          <p:val>
                                            <p:fltVal val="0.2906250000"/>
                                          </p:val>
                                        </p:tav>
                                        <p:tav tm="34333">
                                          <p:val>
                                            <p:fltVal val="0.2906250000"/>
                                          </p:val>
                                        </p:tav>
                                        <p:tav tm="34667">
                                          <p:val>
                                            <p:fltVal val="0.2906250000"/>
                                          </p:val>
                                        </p:tav>
                                        <p:tav tm="35000">
                                          <p:val>
                                            <p:fltVal val="0.2906250000"/>
                                          </p:val>
                                        </p:tav>
                                        <p:tav tm="35333">
                                          <p:val>
                                            <p:fltVal val="0.2906250000"/>
                                          </p:val>
                                        </p:tav>
                                        <p:tav tm="35667">
                                          <p:val>
                                            <p:fltVal val="0.2906250000"/>
                                          </p:val>
                                        </p:tav>
                                        <p:tav tm="36000">
                                          <p:val>
                                            <p:fltVal val="0.2906250000"/>
                                          </p:val>
                                        </p:tav>
                                        <p:tav tm="36333">
                                          <p:val>
                                            <p:fltVal val="0.2906250000"/>
                                          </p:val>
                                        </p:tav>
                                        <p:tav tm="36667">
                                          <p:val>
                                            <p:fltVal val="0.2906250000"/>
                                          </p:val>
                                        </p:tav>
                                        <p:tav tm="37000">
                                          <p:val>
                                            <p:fltVal val="0.2906250000"/>
                                          </p:val>
                                        </p:tav>
                                        <p:tav tm="37333">
                                          <p:val>
                                            <p:fltVal val="0.2906250000"/>
                                          </p:val>
                                        </p:tav>
                                        <p:tav tm="37667">
                                          <p:val>
                                            <p:fltVal val="0.2906250000"/>
                                          </p:val>
                                        </p:tav>
                                        <p:tav tm="38000">
                                          <p:val>
                                            <p:fltVal val="0.2906250000"/>
                                          </p:val>
                                        </p:tav>
                                        <p:tav tm="38333">
                                          <p:val>
                                            <p:fltVal val="0.2906250000"/>
                                          </p:val>
                                        </p:tav>
                                        <p:tav tm="38667">
                                          <p:val>
                                            <p:fltVal val="0.2906250000"/>
                                          </p:val>
                                        </p:tav>
                                        <p:tav tm="39000">
                                          <p:val>
                                            <p:fltVal val="0.2906250000"/>
                                          </p:val>
                                        </p:tav>
                                        <p:tav tm="39333">
                                          <p:val>
                                            <p:fltVal val="0.2906250000"/>
                                          </p:val>
                                        </p:tav>
                                        <p:tav tm="39667">
                                          <p:val>
                                            <p:fltVal val="0.2906250000"/>
                                          </p:val>
                                        </p:tav>
                                        <p:tav tm="40000">
                                          <p:val>
                                            <p:fltVal val="0.2906250000"/>
                                          </p:val>
                                        </p:tav>
                                        <p:tav tm="40333">
                                          <p:val>
                                            <p:fltVal val="0.2906250000"/>
                                          </p:val>
                                        </p:tav>
                                        <p:tav tm="40667">
                                          <p:val>
                                            <p:fltVal val="0.2906250000"/>
                                          </p:val>
                                        </p:tav>
                                        <p:tav tm="41000">
                                          <p:val>
                                            <p:fltVal val="0.2906250000"/>
                                          </p:val>
                                        </p:tav>
                                        <p:tav tm="41333">
                                          <p:val>
                                            <p:fltVal val="0.2906250000"/>
                                          </p:val>
                                        </p:tav>
                                        <p:tav tm="41667">
                                          <p:val>
                                            <p:fltVal val="0.2906250000"/>
                                          </p:val>
                                        </p:tav>
                                        <p:tav tm="42000">
                                          <p:val>
                                            <p:fltVal val="0.2906250000"/>
                                          </p:val>
                                        </p:tav>
                                        <p:tav tm="42333">
                                          <p:val>
                                            <p:fltVal val="0.2906250000"/>
                                          </p:val>
                                        </p:tav>
                                        <p:tav tm="42667">
                                          <p:val>
                                            <p:fltVal val="0.2906250000"/>
                                          </p:val>
                                        </p:tav>
                                        <p:tav tm="43000">
                                          <p:val>
                                            <p:fltVal val="0.2906250000"/>
                                          </p:val>
                                        </p:tav>
                                        <p:tav tm="43333">
                                          <p:val>
                                            <p:fltVal val="0.2906250000"/>
                                          </p:val>
                                        </p:tav>
                                        <p:tav tm="43667">
                                          <p:val>
                                            <p:fltVal val="0.2906250000"/>
                                          </p:val>
                                        </p:tav>
                                        <p:tav tm="44000">
                                          <p:val>
                                            <p:fltVal val="0.2906250000"/>
                                          </p:val>
                                        </p:tav>
                                        <p:tav tm="44333">
                                          <p:val>
                                            <p:fltVal val="0.2906250000"/>
                                          </p:val>
                                        </p:tav>
                                        <p:tav tm="44667">
                                          <p:val>
                                            <p:fltVal val="0.2906250000"/>
                                          </p:val>
                                        </p:tav>
                                        <p:tav tm="45000">
                                          <p:val>
                                            <p:fltVal val="0.2906250000"/>
                                          </p:val>
                                        </p:tav>
                                        <p:tav tm="45333">
                                          <p:val>
                                            <p:fltVal val="0.2906250000"/>
                                          </p:val>
                                        </p:tav>
                                        <p:tav tm="45667">
                                          <p:val>
                                            <p:fltVal val="0.2906250000"/>
                                          </p:val>
                                        </p:tav>
                                        <p:tav tm="46000">
                                          <p:val>
                                            <p:fltVal val="0.2906250000"/>
                                          </p:val>
                                        </p:tav>
                                        <p:tav tm="46333">
                                          <p:val>
                                            <p:fltVal val="0.2906250000"/>
                                          </p:val>
                                        </p:tav>
                                        <p:tav tm="46667">
                                          <p:val>
                                            <p:fltVal val="0.2906250000"/>
                                          </p:val>
                                        </p:tav>
                                        <p:tav tm="47000">
                                          <p:val>
                                            <p:fltVal val="0.2906250000"/>
                                          </p:val>
                                        </p:tav>
                                        <p:tav tm="47333">
                                          <p:val>
                                            <p:fltVal val="0.2906250000"/>
                                          </p:val>
                                        </p:tav>
                                        <p:tav tm="47667">
                                          <p:val>
                                            <p:fltVal val="0.2906250000"/>
                                          </p:val>
                                        </p:tav>
                                        <p:tav tm="48000">
                                          <p:val>
                                            <p:fltVal val="0.2906250000"/>
                                          </p:val>
                                        </p:tav>
                                        <p:tav tm="48333">
                                          <p:val>
                                            <p:fltVal val="0.2906250000"/>
                                          </p:val>
                                        </p:tav>
                                        <p:tav tm="48667">
                                          <p:val>
                                            <p:fltVal val="0.2906250000"/>
                                          </p:val>
                                        </p:tav>
                                        <p:tav tm="49000">
                                          <p:val>
                                            <p:fltVal val="0.2906250000"/>
                                          </p:val>
                                        </p:tav>
                                        <p:tav tm="49333">
                                          <p:val>
                                            <p:fltVal val="0.2906250000"/>
                                          </p:val>
                                        </p:tav>
                                        <p:tav tm="49667">
                                          <p:val>
                                            <p:fltVal val="0.2906250000"/>
                                          </p:val>
                                        </p:tav>
                                        <p:tav tm="50000">
                                          <p:val>
                                            <p:fltVal val="0.2906250000"/>
                                          </p:val>
                                        </p:tav>
                                        <p:tav tm="50333">
                                          <p:val>
                                            <p:fltVal val="0.2906250000"/>
                                          </p:val>
                                        </p:tav>
                                        <p:tav tm="50667">
                                          <p:val>
                                            <p:fltVal val="0.2906250000"/>
                                          </p:val>
                                        </p:tav>
                                        <p:tav tm="51000">
                                          <p:val>
                                            <p:fltVal val="0.2906250000"/>
                                          </p:val>
                                        </p:tav>
                                        <p:tav tm="51333">
                                          <p:val>
                                            <p:fltVal val="0.2906250000"/>
                                          </p:val>
                                        </p:tav>
                                        <p:tav tm="51667">
                                          <p:val>
                                            <p:fltVal val="0.2906250000"/>
                                          </p:val>
                                        </p:tav>
                                        <p:tav tm="52000">
                                          <p:val>
                                            <p:fltVal val="0.2906250000"/>
                                          </p:val>
                                        </p:tav>
                                        <p:tav tm="52333">
                                          <p:val>
                                            <p:fltVal val="0.2906250000"/>
                                          </p:val>
                                        </p:tav>
                                        <p:tav tm="52667">
                                          <p:val>
                                            <p:fltVal val="0.2906250000"/>
                                          </p:val>
                                        </p:tav>
                                        <p:tav tm="53000">
                                          <p:val>
                                            <p:fltVal val="0.2906250000"/>
                                          </p:val>
                                        </p:tav>
                                        <p:tav tm="53333">
                                          <p:val>
                                            <p:fltVal val="0.2906250000"/>
                                          </p:val>
                                        </p:tav>
                                        <p:tav tm="53667">
                                          <p:val>
                                            <p:fltVal val="0.2906250000"/>
                                          </p:val>
                                        </p:tav>
                                        <p:tav tm="54000">
                                          <p:val>
                                            <p:fltVal val="0.2906250000"/>
                                          </p:val>
                                        </p:tav>
                                        <p:tav tm="54333">
                                          <p:val>
                                            <p:fltVal val="0.2906250000"/>
                                          </p:val>
                                        </p:tav>
                                        <p:tav tm="54667">
                                          <p:val>
                                            <p:fltVal val="0.2906250000"/>
                                          </p:val>
                                        </p:tav>
                                        <p:tav tm="55000">
                                          <p:val>
                                            <p:fltVal val="0.2906250000"/>
                                          </p:val>
                                        </p:tav>
                                        <p:tav tm="55333">
                                          <p:val>
                                            <p:fltVal val="0.2906250000"/>
                                          </p:val>
                                        </p:tav>
                                        <p:tav tm="55667">
                                          <p:val>
                                            <p:fltVal val="0.2906250000"/>
                                          </p:val>
                                        </p:tav>
                                        <p:tav tm="56000">
                                          <p:val>
                                            <p:fltVal val="0.2906250000"/>
                                          </p:val>
                                        </p:tav>
                                        <p:tav tm="56333">
                                          <p:val>
                                            <p:fltVal val="0.2906250000"/>
                                          </p:val>
                                        </p:tav>
                                        <p:tav tm="56667">
                                          <p:val>
                                            <p:fltVal val="0.2906250000"/>
                                          </p:val>
                                        </p:tav>
                                        <p:tav tm="57000">
                                          <p:val>
                                            <p:fltVal val="0.2906250000"/>
                                          </p:val>
                                        </p:tav>
                                        <p:tav tm="57333">
                                          <p:val>
                                            <p:fltVal val="0.2906250000"/>
                                          </p:val>
                                        </p:tav>
                                        <p:tav tm="57667">
                                          <p:val>
                                            <p:fltVal val="0.2906250000"/>
                                          </p:val>
                                        </p:tav>
                                        <p:tav tm="58000">
                                          <p:val>
                                            <p:fltVal val="0.2906250000"/>
                                          </p:val>
                                        </p:tav>
                                        <p:tav tm="58333">
                                          <p:val>
                                            <p:fltVal val="0.2906250000"/>
                                          </p:val>
                                        </p:tav>
                                        <p:tav tm="58667">
                                          <p:val>
                                            <p:fltVal val="0.2906250000"/>
                                          </p:val>
                                        </p:tav>
                                        <p:tav tm="59000">
                                          <p:val>
                                            <p:fltVal val="0.2906250000"/>
                                          </p:val>
                                        </p:tav>
                                        <p:tav tm="59333">
                                          <p:val>
                                            <p:fltVal val="0.2906250000"/>
                                          </p:val>
                                        </p:tav>
                                        <p:tav tm="59667">
                                          <p:val>
                                            <p:fltVal val="0.2906250000"/>
                                          </p:val>
                                        </p:tav>
                                        <p:tav tm="60000">
                                          <p:val>
                                            <p:fltVal val="0.2906250000"/>
                                          </p:val>
                                        </p:tav>
                                        <p:tav tm="60333">
                                          <p:val>
                                            <p:fltVal val="0.2906250000"/>
                                          </p:val>
                                        </p:tav>
                                        <p:tav tm="60667">
                                          <p:val>
                                            <p:fltVal val="0.2906250000"/>
                                          </p:val>
                                        </p:tav>
                                        <p:tav tm="61000">
                                          <p:val>
                                            <p:fltVal val="0.2906250000"/>
                                          </p:val>
                                        </p:tav>
                                        <p:tav tm="61333">
                                          <p:val>
                                            <p:fltVal val="0.2906250000"/>
                                          </p:val>
                                        </p:tav>
                                        <p:tav tm="61667">
                                          <p:val>
                                            <p:fltVal val="0.2906250000"/>
                                          </p:val>
                                        </p:tav>
                                        <p:tav tm="62000">
                                          <p:val>
                                            <p:fltVal val="0.2906250000"/>
                                          </p:val>
                                        </p:tav>
                                        <p:tav tm="62333">
                                          <p:val>
                                            <p:fltVal val="0.2906250000"/>
                                          </p:val>
                                        </p:tav>
                                        <p:tav tm="62667">
                                          <p:val>
                                            <p:fltVal val="0.2906250000"/>
                                          </p:val>
                                        </p:tav>
                                        <p:tav tm="63000">
                                          <p:val>
                                            <p:fltVal val="0.2906250000"/>
                                          </p:val>
                                        </p:tav>
                                        <p:tav tm="63333">
                                          <p:val>
                                            <p:fltVal val="0.2906250000"/>
                                          </p:val>
                                        </p:tav>
                                        <p:tav tm="63667">
                                          <p:val>
                                            <p:fltVal val="0.2906250000"/>
                                          </p:val>
                                        </p:tav>
                                        <p:tav tm="64000">
                                          <p:val>
                                            <p:fltVal val="0.2906250000"/>
                                          </p:val>
                                        </p:tav>
                                        <p:tav tm="64333">
                                          <p:val>
                                            <p:fltVal val="0.2906250000"/>
                                          </p:val>
                                        </p:tav>
                                        <p:tav tm="64667">
                                          <p:val>
                                            <p:fltVal val="0.2906250000"/>
                                          </p:val>
                                        </p:tav>
                                        <p:tav tm="65000">
                                          <p:val>
                                            <p:fltVal val="0.2906250000"/>
                                          </p:val>
                                        </p:tav>
                                        <p:tav tm="65333">
                                          <p:val>
                                            <p:fltVal val="0.2906250000"/>
                                          </p:val>
                                        </p:tav>
                                        <p:tav tm="65667">
                                          <p:val>
                                            <p:fltVal val="0.2906250000"/>
                                          </p:val>
                                        </p:tav>
                                        <p:tav tm="66000">
                                          <p:val>
                                            <p:fltVal val="0.2906250000"/>
                                          </p:val>
                                        </p:tav>
                                        <p:tav tm="66333">
                                          <p:val>
                                            <p:fltVal val="0.2906250000"/>
                                          </p:val>
                                        </p:tav>
                                        <p:tav tm="66667">
                                          <p:val>
                                            <p:fltVal val="0.2906250000"/>
                                          </p:val>
                                        </p:tav>
                                        <p:tav tm="67000">
                                          <p:val>
                                            <p:fltVal val="0.2906250000"/>
                                          </p:val>
                                        </p:tav>
                                        <p:tav tm="67333">
                                          <p:val>
                                            <p:fltVal val="0.2906250000"/>
                                          </p:val>
                                        </p:tav>
                                        <p:tav tm="67667">
                                          <p:val>
                                            <p:fltVal val="0.2906250000"/>
                                          </p:val>
                                        </p:tav>
                                        <p:tav tm="68000">
                                          <p:val>
                                            <p:fltVal val="0.2906250000"/>
                                          </p:val>
                                        </p:tav>
                                        <p:tav tm="68333">
                                          <p:val>
                                            <p:fltVal val="0.2906250000"/>
                                          </p:val>
                                        </p:tav>
                                        <p:tav tm="68667">
                                          <p:val>
                                            <p:fltVal val="0.2906250000"/>
                                          </p:val>
                                        </p:tav>
                                        <p:tav tm="69000">
                                          <p:val>
                                            <p:fltVal val="0.2906250000"/>
                                          </p:val>
                                        </p:tav>
                                        <p:tav tm="69333">
                                          <p:val>
                                            <p:fltVal val="0.2906250000"/>
                                          </p:val>
                                        </p:tav>
                                        <p:tav tm="69667">
                                          <p:val>
                                            <p:fltVal val="0.2906250000"/>
                                          </p:val>
                                        </p:tav>
                                        <p:tav tm="70000">
                                          <p:val>
                                            <p:fltVal val="0.2906250000"/>
                                          </p:val>
                                        </p:tav>
                                        <p:tav tm="70333">
                                          <p:val>
                                            <p:fltVal val="0.2906250000"/>
                                          </p:val>
                                        </p:tav>
                                        <p:tav tm="70667">
                                          <p:val>
                                            <p:fltVal val="0.2906250000"/>
                                          </p:val>
                                        </p:tav>
                                        <p:tav tm="71000">
                                          <p:val>
                                            <p:fltVal val="0.2906250000"/>
                                          </p:val>
                                        </p:tav>
                                        <p:tav tm="71333">
                                          <p:val>
                                            <p:fltVal val="0.2906250000"/>
                                          </p:val>
                                        </p:tav>
                                        <p:tav tm="71667">
                                          <p:val>
                                            <p:fltVal val="0.2906250000"/>
                                          </p:val>
                                        </p:tav>
                                        <p:tav tm="72000">
                                          <p:val>
                                            <p:fltVal val="0.2906250000"/>
                                          </p:val>
                                        </p:tav>
                                        <p:tav tm="72333">
                                          <p:val>
                                            <p:fltVal val="0.2906250000"/>
                                          </p:val>
                                        </p:tav>
                                        <p:tav tm="72667">
                                          <p:val>
                                            <p:fltVal val="0.2906250000"/>
                                          </p:val>
                                        </p:tav>
                                        <p:tav tm="73000">
                                          <p:val>
                                            <p:fltVal val="0.2906250000"/>
                                          </p:val>
                                        </p:tav>
                                        <p:tav tm="73333">
                                          <p:val>
                                            <p:fltVal val="0.2906250000"/>
                                          </p:val>
                                        </p:tav>
                                        <p:tav tm="73667">
                                          <p:val>
                                            <p:fltVal val="0.2906250000"/>
                                          </p:val>
                                        </p:tav>
                                        <p:tav tm="74000">
                                          <p:val>
                                            <p:fltVal val="0.2906250000"/>
                                          </p:val>
                                        </p:tav>
                                        <p:tav tm="74333">
                                          <p:val>
                                            <p:fltVal val="0.2906250000"/>
                                          </p:val>
                                        </p:tav>
                                        <p:tav tm="74667">
                                          <p:val>
                                            <p:fltVal val="0.2906250000"/>
                                          </p:val>
                                        </p:tav>
                                        <p:tav tm="75000">
                                          <p:val>
                                            <p:fltVal val="0.2906250000"/>
                                          </p:val>
                                        </p:tav>
                                        <p:tav tm="75333">
                                          <p:val>
                                            <p:fltVal val="0.2906250000"/>
                                          </p:val>
                                        </p:tav>
                                        <p:tav tm="75667">
                                          <p:val>
                                            <p:fltVal val="0.2906250000"/>
                                          </p:val>
                                        </p:tav>
                                        <p:tav tm="76000">
                                          <p:val>
                                            <p:fltVal val="0.2906250000"/>
                                          </p:val>
                                        </p:tav>
                                        <p:tav tm="76333">
                                          <p:val>
                                            <p:fltVal val="0.2906250000"/>
                                          </p:val>
                                        </p:tav>
                                        <p:tav tm="76667">
                                          <p:val>
                                            <p:fltVal val="0.2906250000"/>
                                          </p:val>
                                        </p:tav>
                                        <p:tav tm="77000">
                                          <p:val>
                                            <p:fltVal val="0.2906250000"/>
                                          </p:val>
                                        </p:tav>
                                        <p:tav tm="77333">
                                          <p:val>
                                            <p:fltVal val="0.2906250000"/>
                                          </p:val>
                                        </p:tav>
                                        <p:tav tm="77667">
                                          <p:val>
                                            <p:fltVal val="0.2906250000"/>
                                          </p:val>
                                        </p:tav>
                                        <p:tav tm="78000">
                                          <p:val>
                                            <p:fltVal val="0.2906250000"/>
                                          </p:val>
                                        </p:tav>
                                        <p:tav tm="78333">
                                          <p:val>
                                            <p:fltVal val="0.2906250000"/>
                                          </p:val>
                                        </p:tav>
                                        <p:tav tm="78667">
                                          <p:val>
                                            <p:fltVal val="0.2906250000"/>
                                          </p:val>
                                        </p:tav>
                                        <p:tav tm="79000">
                                          <p:val>
                                            <p:fltVal val="0.2906250000"/>
                                          </p:val>
                                        </p:tav>
                                        <p:tav tm="79333">
                                          <p:val>
                                            <p:fltVal val="0.2906250000"/>
                                          </p:val>
                                        </p:tav>
                                        <p:tav tm="79667">
                                          <p:val>
                                            <p:fltVal val="0.2906250000"/>
                                          </p:val>
                                        </p:tav>
                                        <p:tav tm="80000">
                                          <p:val>
                                            <p:fltVal val="0.2906250000"/>
                                          </p:val>
                                        </p:tav>
                                        <p:tav tm="80333">
                                          <p:val>
                                            <p:fltVal val="0.2906250000"/>
                                          </p:val>
                                        </p:tav>
                                        <p:tav tm="80667">
                                          <p:val>
                                            <p:fltVal val="0.2906250000"/>
                                          </p:val>
                                        </p:tav>
                                        <p:tav tm="81000">
                                          <p:val>
                                            <p:fltVal val="0.2906250000"/>
                                          </p:val>
                                        </p:tav>
                                        <p:tav tm="81333">
                                          <p:val>
                                            <p:fltVal val="0.2906250000"/>
                                          </p:val>
                                        </p:tav>
                                        <p:tav tm="81667">
                                          <p:val>
                                            <p:fltVal val="0.2906250000"/>
                                          </p:val>
                                        </p:tav>
                                        <p:tav tm="82000">
                                          <p:val>
                                            <p:fltVal val="0.2906250000"/>
                                          </p:val>
                                        </p:tav>
                                        <p:tav tm="82333">
                                          <p:val>
                                            <p:fltVal val="0.2906250000"/>
                                          </p:val>
                                        </p:tav>
                                        <p:tav tm="82667">
                                          <p:val>
                                            <p:fltVal val="0.2906250000"/>
                                          </p:val>
                                        </p:tav>
                                        <p:tav tm="83000">
                                          <p:val>
                                            <p:fltVal val="0.2906250000"/>
                                          </p:val>
                                        </p:tav>
                                        <p:tav tm="83333">
                                          <p:val>
                                            <p:fltVal val="0.2906250000"/>
                                          </p:val>
                                        </p:tav>
                                        <p:tav tm="83667">
                                          <p:val>
                                            <p:fltVal val="0.2906250000"/>
                                          </p:val>
                                        </p:tav>
                                        <p:tav tm="84000">
                                          <p:val>
                                            <p:fltVal val="0.2906250000"/>
                                          </p:val>
                                        </p:tav>
                                        <p:tav tm="84333">
                                          <p:val>
                                            <p:fltVal val="0.2906250000"/>
                                          </p:val>
                                        </p:tav>
                                        <p:tav tm="84667">
                                          <p:val>
                                            <p:fltVal val="0.2906250000"/>
                                          </p:val>
                                        </p:tav>
                                        <p:tav tm="85000">
                                          <p:val>
                                            <p:fltVal val="0.2906250000"/>
                                          </p:val>
                                        </p:tav>
                                        <p:tav tm="85333">
                                          <p:val>
                                            <p:fltVal val="0.2906250000"/>
                                          </p:val>
                                        </p:tav>
                                        <p:tav tm="85667">
                                          <p:val>
                                            <p:fltVal val="0.2906250000"/>
                                          </p:val>
                                        </p:tav>
                                        <p:tav tm="86000">
                                          <p:val>
                                            <p:fltVal val="0.2906250000"/>
                                          </p:val>
                                        </p:tav>
                                        <p:tav tm="86333">
                                          <p:val>
                                            <p:fltVal val="0.2906250000"/>
                                          </p:val>
                                        </p:tav>
                                        <p:tav tm="86667">
                                          <p:val>
                                            <p:fltVal val="0.2906250000"/>
                                          </p:val>
                                        </p:tav>
                                        <p:tav tm="87000">
                                          <p:val>
                                            <p:fltVal val="0.2906250000"/>
                                          </p:val>
                                        </p:tav>
                                        <p:tav tm="87333">
                                          <p:val>
                                            <p:fltVal val="0.2906250000"/>
                                          </p:val>
                                        </p:tav>
                                        <p:tav tm="87667">
                                          <p:val>
                                            <p:fltVal val="0.2906250000"/>
                                          </p:val>
                                        </p:tav>
                                        <p:tav tm="88000">
                                          <p:val>
                                            <p:fltVal val="0.2906250000"/>
                                          </p:val>
                                        </p:tav>
                                        <p:tav tm="88333">
                                          <p:val>
                                            <p:fltVal val="0.2906250000"/>
                                          </p:val>
                                        </p:tav>
                                        <p:tav tm="88667">
                                          <p:val>
                                            <p:fltVal val="0.2906250000"/>
                                          </p:val>
                                        </p:tav>
                                        <p:tav tm="89000">
                                          <p:val>
                                            <p:fltVal val="0.2906250000"/>
                                          </p:val>
                                        </p:tav>
                                        <p:tav tm="89333">
                                          <p:val>
                                            <p:fltVal val="0.2906250000"/>
                                          </p:val>
                                        </p:tav>
                                        <p:tav tm="89667">
                                          <p:val>
                                            <p:fltVal val="0.2906250000"/>
                                          </p:val>
                                        </p:tav>
                                        <p:tav tm="90000">
                                          <p:val>
                                            <p:fltVal val="0.2371527778"/>
                                          </p:val>
                                        </p:tav>
                                        <p:tav tm="90333">
                                          <p:val>
                                            <p:fltVal val="0.2371527778"/>
                                          </p:val>
                                        </p:tav>
                                        <p:tav tm="90667">
                                          <p:val>
                                            <p:fltVal val="0.2371527778"/>
                                          </p:val>
                                        </p:tav>
                                        <p:tav tm="91000">
                                          <p:val>
                                            <p:fltVal val="0.2371527778"/>
                                          </p:val>
                                        </p:tav>
                                        <p:tav tm="91333">
                                          <p:val>
                                            <p:fltVal val="0.2371527778"/>
                                          </p:val>
                                        </p:tav>
                                        <p:tav tm="91667">
                                          <p:val>
                                            <p:fltVal val="0.2371527778"/>
                                          </p:val>
                                        </p:tav>
                                        <p:tav tm="92000">
                                          <p:val>
                                            <p:fltVal val="0.2371527778"/>
                                          </p:val>
                                        </p:tav>
                                        <p:tav tm="92333">
                                          <p:val>
                                            <p:fltVal val="0.2371527778"/>
                                          </p:val>
                                        </p:tav>
                                        <p:tav tm="92667">
                                          <p:val>
                                            <p:fltVal val="0.2371527778"/>
                                          </p:val>
                                        </p:tav>
                                        <p:tav tm="93000">
                                          <p:val>
                                            <p:fltVal val="0.2371527778"/>
                                          </p:val>
                                        </p:tav>
                                        <p:tav tm="93333">
                                          <p:val>
                                            <p:fltVal val="0.2371527778"/>
                                          </p:val>
                                        </p:tav>
                                        <p:tav tm="93667">
                                          <p:val>
                                            <p:fltVal val="0.2371527778"/>
                                          </p:val>
                                        </p:tav>
                                        <p:tav tm="94000">
                                          <p:val>
                                            <p:fltVal val="0.2371527778"/>
                                          </p:val>
                                        </p:tav>
                                        <p:tav tm="94333">
                                          <p:val>
                                            <p:fltVal val="0.2371527778"/>
                                          </p:val>
                                        </p:tav>
                                        <p:tav tm="94667">
                                          <p:val>
                                            <p:fltVal val="0.2371527778"/>
                                          </p:val>
                                        </p:tav>
                                        <p:tav tm="95000">
                                          <p:val>
                                            <p:fltVal val="0.2371527778"/>
                                          </p:val>
                                        </p:tav>
                                        <p:tav tm="95333">
                                          <p:val>
                                            <p:fltVal val="0.2371527778"/>
                                          </p:val>
                                        </p:tav>
                                        <p:tav tm="95667">
                                          <p:val>
                                            <p:fltVal val="0.2371527778"/>
                                          </p:val>
                                        </p:tav>
                                        <p:tav tm="96000">
                                          <p:val>
                                            <p:fltVal val="0.2371527778"/>
                                          </p:val>
                                        </p:tav>
                                        <p:tav tm="96333">
                                          <p:val>
                                            <p:fltVal val="0.2371527778"/>
                                          </p:val>
                                        </p:tav>
                                        <p:tav tm="96667">
                                          <p:val>
                                            <p:fltVal val="0.2371527778"/>
                                          </p:val>
                                        </p:tav>
                                        <p:tav tm="97000">
                                          <p:val>
                                            <p:fltVal val="0.2371527778"/>
                                          </p:val>
                                        </p:tav>
                                        <p:tav tm="97333">
                                          <p:val>
                                            <p:fltVal val="0.2371527778"/>
                                          </p:val>
                                        </p:tav>
                                        <p:tav tm="97667">
                                          <p:val>
                                            <p:fltVal val="0.2371527778"/>
                                          </p:val>
                                        </p:tav>
                                        <p:tav tm="98000">
                                          <p:val>
                                            <p:fltVal val="0.2371527778"/>
                                          </p:val>
                                        </p:tav>
                                        <p:tav tm="98333">
                                          <p:val>
                                            <p:fltVal val="0.2371527778"/>
                                          </p:val>
                                        </p:tav>
                                        <p:tav tm="98667">
                                          <p:val>
                                            <p:fltVal val="0.2371527778"/>
                                          </p:val>
                                        </p:tav>
                                        <p:tav tm="99000">
                                          <p:val>
                                            <p:fltVal val="0.2371527778"/>
                                          </p:val>
                                        </p:tav>
                                        <p:tav tm="99333">
                                          <p:val>
                                            <p:fltVal val="0.2371527778"/>
                                          </p:val>
                                        </p:tav>
                                        <p:tav tm="99667">
                                          <p:val>
                                            <p:fltVal val="0.2371527778"/>
                                          </p:val>
                                        </p:tav>
                                        <p:tav tm="100000">
                                          <p:val>
                                            <p:fltVal val="0.2371527778"/>
                                          </p:val>
                                        </p:tav>
                                      </p:tavLst>
                                    </p:anim>
                                    <p:anim calcmode="lin" valueType="num">
                                      <p:cBhvr additive="base">
                                        <p:cTn id="24" dur="10000" fill="hold">
                                          <p:stCondLst>
                                            <p:cond delay="0"/>
                                          </p:stCondLst>
                                        </p:cTn>
                                        <p:tgtEl>
                                          <p:spTgt spid="10002"/>
                                        </p:tgtEl>
                                        <p:attrNameLst>
                                          <p:attrName>ppt_x</p:attrName>
                                        </p:attrNameLst>
                                      </p:cBhvr>
                                      <p:tavLst>
                                        <p:tav tm="0">
                                          <p:val>
                                            <p:fltVal val="0.2736921296"/>
                                          </p:val>
                                        </p:tav>
                                        <p:tav tm="333">
                                          <p:val>
                                            <p:fltVal val="0.2736921296"/>
                                          </p:val>
                                        </p:tav>
                                        <p:tav tm="667">
                                          <p:val>
                                            <p:fltVal val="0.2736921296"/>
                                          </p:val>
                                        </p:tav>
                                        <p:tav tm="1000">
                                          <p:val>
                                            <p:fltVal val="0.2736921296"/>
                                          </p:val>
                                        </p:tav>
                                        <p:tav tm="1333">
                                          <p:val>
                                            <p:fltVal val="0.2736921296"/>
                                          </p:val>
                                        </p:tav>
                                        <p:tav tm="1667">
                                          <p:val>
                                            <p:fltVal val="0.2736921296"/>
                                          </p:val>
                                        </p:tav>
                                        <p:tav tm="2000">
                                          <p:val>
                                            <p:fltVal val="0.2736921296"/>
                                          </p:val>
                                        </p:tav>
                                        <p:tav tm="2333">
                                          <p:val>
                                            <p:fltVal val="0.2736921296"/>
                                          </p:val>
                                        </p:tav>
                                        <p:tav tm="2667">
                                          <p:val>
                                            <p:fltVal val="0.2736921296"/>
                                          </p:val>
                                        </p:tav>
                                        <p:tav tm="3000">
                                          <p:val>
                                            <p:fltVal val="0.2736921296"/>
                                          </p:val>
                                        </p:tav>
                                        <p:tav tm="3333">
                                          <p:val>
                                            <p:fltVal val="0.2736921296"/>
                                          </p:val>
                                        </p:tav>
                                        <p:tav tm="3667">
                                          <p:val>
                                            <p:fltVal val="0.2736921296"/>
                                          </p:val>
                                        </p:tav>
                                        <p:tav tm="4000">
                                          <p:val>
                                            <p:fltVal val="0.2736921296"/>
                                          </p:val>
                                        </p:tav>
                                        <p:tav tm="4333">
                                          <p:val>
                                            <p:fltVal val="0.2736921296"/>
                                          </p:val>
                                        </p:tav>
                                        <p:tav tm="4667">
                                          <p:val>
                                            <p:fltVal val="0.2736921296"/>
                                          </p:val>
                                        </p:tav>
                                        <p:tav tm="5000">
                                          <p:val>
                                            <p:fltVal val="0.2736921296"/>
                                          </p:val>
                                        </p:tav>
                                        <p:tav tm="5333">
                                          <p:val>
                                            <p:fltVal val="0.2736921296"/>
                                          </p:val>
                                        </p:tav>
                                        <p:tav tm="5667">
                                          <p:val>
                                            <p:fltVal val="0.2736921296"/>
                                          </p:val>
                                        </p:tav>
                                        <p:tav tm="6000">
                                          <p:val>
                                            <p:fltVal val="0.2736921296"/>
                                          </p:val>
                                        </p:tav>
                                        <p:tav tm="6333">
                                          <p:val>
                                            <p:fltVal val="0.2736921296"/>
                                          </p:val>
                                        </p:tav>
                                        <p:tav tm="6667">
                                          <p:val>
                                            <p:fltVal val="0.2736921296"/>
                                          </p:val>
                                        </p:tav>
                                        <p:tav tm="7000">
                                          <p:val>
                                            <p:fltVal val="0.2736921296"/>
                                          </p:val>
                                        </p:tav>
                                        <p:tav tm="7333">
                                          <p:val>
                                            <p:fltVal val="0.2736921296"/>
                                          </p:val>
                                        </p:tav>
                                        <p:tav tm="7667">
                                          <p:val>
                                            <p:fltVal val="0.2736921296"/>
                                          </p:val>
                                        </p:tav>
                                        <p:tav tm="8000">
                                          <p:val>
                                            <p:fltVal val="0.2736921296"/>
                                          </p:val>
                                        </p:tav>
                                        <p:tav tm="8333">
                                          <p:val>
                                            <p:fltVal val="0.2736921296"/>
                                          </p:val>
                                        </p:tav>
                                        <p:tav tm="8667">
                                          <p:val>
                                            <p:fltVal val="0.2736921296"/>
                                          </p:val>
                                        </p:tav>
                                        <p:tav tm="9000">
                                          <p:val>
                                            <p:fltVal val="0.2736921296"/>
                                          </p:val>
                                        </p:tav>
                                        <p:tav tm="9333">
                                          <p:val>
                                            <p:fltVal val="0.2736921296"/>
                                          </p:val>
                                        </p:tav>
                                        <p:tav tm="9667">
                                          <p:val>
                                            <p:fltVal val="0.2736921296"/>
                                          </p:val>
                                        </p:tav>
                                        <p:tav tm="10000">
                                          <p:val>
                                            <p:fltVal val="0.2736921296"/>
                                          </p:val>
                                        </p:tav>
                                        <p:tav tm="10333">
                                          <p:val>
                                            <p:fltVal val="0.2737655284"/>
                                          </p:val>
                                        </p:tav>
                                        <p:tav tm="10667">
                                          <p:val>
                                            <p:fltVal val="0.2739755365"/>
                                          </p:val>
                                        </p:tav>
                                        <p:tav tm="11000">
                                          <p:val>
                                            <p:fltVal val="0.2743077663"/>
                                          </p:val>
                                        </p:tav>
                                        <p:tav tm="11333">
                                          <p:val>
                                            <p:fltVal val="0.2747489557"/>
                                          </p:val>
                                        </p:tav>
                                        <p:tav tm="11667">
                                          <p:val>
                                            <p:fltVal val="0.2752868908"/>
                                          </p:val>
                                        </p:tav>
                                        <p:tav tm="12000">
                                          <p:val>
                                            <p:fltVal val="0.2759103323"/>
                                          </p:val>
                                        </p:tav>
                                        <p:tav tm="12333">
                                          <p:val>
                                            <p:fltVal val="0.2766089476"/>
                                          </p:val>
                                        </p:tav>
                                        <p:tav tm="12667">
                                          <p:val>
                                            <p:fltVal val="0.2773732464"/>
                                          </p:val>
                                        </p:tav>
                                        <p:tav tm="13000">
                                          <p:val>
                                            <p:fltVal val="0.2781945218"/>
                                          </p:val>
                                        </p:tav>
                                        <p:tav tm="13333">
                                          <p:val>
                                            <p:fltVal val="0.2790647938"/>
                                          </p:val>
                                        </p:tav>
                                        <p:tav tm="13667">
                                          <p:val>
                                            <p:fltVal val="0.2799767578"/>
                                          </p:val>
                                        </p:tav>
                                        <p:tav tm="14000">
                                          <p:val>
                                            <p:fltVal val="0.2809237357"/>
                                          </p:val>
                                        </p:tav>
                                        <p:tav tm="14333">
                                          <p:val>
                                            <p:fltVal val="0.2818996306"/>
                                          </p:val>
                                        </p:tav>
                                        <p:tav tm="14667">
                                          <p:val>
                                            <p:fltVal val="0.2828988847"/>
                                          </p:val>
                                        </p:tav>
                                        <p:tav tm="15000">
                                          <p:val>
                                            <p:fltVal val="0.2839164391"/>
                                          </p:val>
                                        </p:tav>
                                        <p:tav tm="15333">
                                          <p:val>
                                            <p:fltVal val="0.2849476976"/>
                                          </p:val>
                                        </p:tav>
                                        <p:tav tm="15667">
                                          <p:val>
                                            <p:fltVal val="0.2859884920"/>
                                          </p:val>
                                        </p:tav>
                                        <p:tav tm="16000">
                                          <p:val>
                                            <p:fltVal val="0.2870350502"/>
                                          </p:val>
                                        </p:tav>
                                        <p:tav tm="16333">
                                          <p:val>
                                            <p:fltVal val="0.2880839661"/>
                                          </p:val>
                                        </p:tav>
                                        <p:tav tm="16667">
                                          <p:val>
                                            <p:fltVal val="0.2891321718"/>
                                          </p:val>
                                        </p:tav>
                                        <p:tav tm="17000">
                                          <p:val>
                                            <p:fltVal val="0.2901769118"/>
                                          </p:val>
                                        </p:tav>
                                        <p:tav tm="17333">
                                          <p:val>
                                            <p:fltVal val="0.2912157187"/>
                                          </p:val>
                                        </p:tav>
                                        <p:tav tm="17667">
                                          <p:val>
                                            <p:fltVal val="0.2922463908"/>
                                          </p:val>
                                        </p:tav>
                                        <p:tav tm="18000">
                                          <p:val>
                                            <p:fltVal val="0.2932669710"/>
                                          </p:val>
                                        </p:tav>
                                        <p:tav tm="18333">
                                          <p:val>
                                            <p:fltVal val="0.2942757274"/>
                                          </p:val>
                                        </p:tav>
                                        <p:tav tm="18667">
                                          <p:val>
                                            <p:fltVal val="0.2952711355"/>
                                          </p:val>
                                        </p:tav>
                                        <p:tav tm="19000">
                                          <p:val>
                                            <p:fltVal val="0.2962518607"/>
                                          </p:val>
                                        </p:tav>
                                        <p:tav tm="19333">
                                          <p:val>
                                            <p:fltVal val="0.2972167432"/>
                                          </p:val>
                                        </p:tav>
                                        <p:tav tm="19667">
                                          <p:val>
                                            <p:fltVal val="0.2981647832"/>
                                          </p:val>
                                        </p:tav>
                                        <p:tav tm="20000">
                                          <p:val>
                                            <p:fltVal val="0.2990951276"/>
                                          </p:val>
                                        </p:tav>
                                        <p:tav tm="20333">
                                          <p:val>
                                            <p:fltVal val="0.3000070573"/>
                                          </p:val>
                                        </p:tav>
                                        <p:tav tm="20667">
                                          <p:val>
                                            <p:fltVal val="0.3008999756"/>
                                          </p:val>
                                        </p:tav>
                                        <p:tav tm="21000">
                                          <p:val>
                                            <p:fltVal val="0.3017733974"/>
                                          </p:val>
                                        </p:tav>
                                        <p:tav tm="21333">
                                          <p:val>
                                            <p:fltVal val="0.3026269393"/>
                                          </p:val>
                                        </p:tav>
                                        <p:tav tm="21667">
                                          <p:val>
                                            <p:fltVal val="0.3034603105"/>
                                          </p:val>
                                        </p:tav>
                                        <p:tav tm="22000">
                                          <p:val>
                                            <p:fltVal val="0.3042733037"/>
                                          </p:val>
                                        </p:tav>
                                        <p:tav tm="22333">
                                          <p:val>
                                            <p:fltVal val="0.3050657878"/>
                                          </p:val>
                                        </p:tav>
                                        <p:tav tm="22667">
                                          <p:val>
                                            <p:fltVal val="0.3058377001"/>
                                          </p:val>
                                        </p:tav>
                                        <p:tav tm="23000">
                                          <p:val>
                                            <p:fltVal val="0.3065890400"/>
                                          </p:val>
                                        </p:tav>
                                        <p:tav tm="23333">
                                          <p:val>
                                            <p:fltVal val="0.3073198621"/>
                                          </p:val>
                                        </p:tav>
                                        <p:tav tm="23667">
                                          <p:val>
                                            <p:fltVal val="0.3080302711"/>
                                          </p:val>
                                        </p:tav>
                                        <p:tav tm="24000">
                                          <p:val>
                                            <p:fltVal val="0.3087204160"/>
                                          </p:val>
                                        </p:tav>
                                        <p:tav tm="24333">
                                          <p:val>
                                            <p:fltVal val="0.3093904855"/>
                                          </p:val>
                                        </p:tav>
                                        <p:tav tm="24667">
                                          <p:val>
                                            <p:fltVal val="0.3100407033"/>
                                          </p:val>
                                        </p:tav>
                                        <p:tav tm="25000">
                                          <p:val>
                                            <p:fltVal val="0.3106713240"/>
                                          </p:val>
                                        </p:tav>
                                        <p:tav tm="25333">
                                          <p:val>
                                            <p:fltVal val="0.3112826293"/>
                                          </p:val>
                                        </p:tav>
                                        <p:tav tm="25667">
                                          <p:val>
                                            <p:fltVal val="0.3118749246"/>
                                          </p:val>
                                        </p:tav>
                                        <p:tav tm="26000">
                                          <p:val>
                                            <p:fltVal val="0.3124485356"/>
                                          </p:val>
                                        </p:tav>
                                        <p:tav tm="26333">
                                          <p:val>
                                            <p:fltVal val="0.3130038054"/>
                                          </p:val>
                                        </p:tav>
                                        <p:tav tm="26667">
                                          <p:val>
                                            <p:fltVal val="0.3135410919"/>
                                          </p:val>
                                        </p:tav>
                                        <p:tav tm="27000">
                                          <p:val>
                                            <p:fltVal val="0.3140607653"/>
                                          </p:val>
                                        </p:tav>
                                        <p:tav tm="27333">
                                          <p:val>
                                            <p:fltVal val="0.3145632059"/>
                                          </p:val>
                                        </p:tav>
                                        <p:tav tm="27667">
                                          <p:val>
                                            <p:fltVal val="0.3150488019"/>
                                          </p:val>
                                        </p:tav>
                                        <p:tav tm="28000">
                                          <p:val>
                                            <p:fltVal val="0.3155179479"/>
                                          </p:val>
                                        </p:tav>
                                        <p:tav tm="28333">
                                          <p:val>
                                            <p:fltVal val="0.3159710425"/>
                                          </p:val>
                                        </p:tav>
                                        <p:tav tm="28667">
                                          <p:val>
                                            <p:fltVal val="0.3164084878"/>
                                          </p:val>
                                        </p:tav>
                                        <p:tav tm="29000">
                                          <p:val>
                                            <p:fltVal val="0.3168306870"/>
                                          </p:val>
                                        </p:tav>
                                        <p:tav tm="29333">
                                          <p:val>
                                            <p:fltVal val="0.3172380438"/>
                                          </p:val>
                                        </p:tav>
                                        <p:tav tm="29667">
                                          <p:val>
                                            <p:fltVal val="0.3176309612"/>
                                          </p:val>
                                        </p:tav>
                                        <p:tav tm="30000">
                                          <p:val>
                                            <p:fltVal val="0.3180098402"/>
                                          </p:val>
                                        </p:tav>
                                        <p:tav tm="30333">
                                          <p:val>
                                            <p:fltVal val="0.3183750792"/>
                                          </p:val>
                                        </p:tav>
                                        <p:tav tm="30667">
                                          <p:val>
                                            <p:fltVal val="0.3187270730"/>
                                          </p:val>
                                        </p:tav>
                                        <p:tav tm="31000">
                                          <p:val>
                                            <p:fltVal val="0.3190662122"/>
                                          </p:val>
                                        </p:tav>
                                        <p:tav tm="31333">
                                          <p:val>
                                            <p:fltVal val="0.3193928826"/>
                                          </p:val>
                                        </p:tav>
                                        <p:tav tm="31667">
                                          <p:val>
                                            <p:fltVal val="0.3197074647"/>
                                          </p:val>
                                        </p:tav>
                                        <p:tav tm="32000">
                                          <p:val>
                                            <p:fltVal val="0.3200103328"/>
                                          </p:val>
                                        </p:tav>
                                        <p:tav tm="32333">
                                          <p:val>
                                            <p:fltVal val="0.3203018553"/>
                                          </p:val>
                                        </p:tav>
                                        <p:tav tm="32667">
                                          <p:val>
                                            <p:fltVal val="0.3205823936"/>
                                          </p:val>
                                        </p:tav>
                                        <p:tav tm="33000">
                                          <p:val>
                                            <p:fltVal val="0.3208523024"/>
                                          </p:val>
                                        </p:tav>
                                        <p:tav tm="33333">
                                          <p:val>
                                            <p:fltVal val="0.3211119291"/>
                                          </p:val>
                                        </p:tav>
                                        <p:tav tm="33667">
                                          <p:val>
                                            <p:fltVal val="0.3213616136"/>
                                          </p:val>
                                        </p:tav>
                                        <p:tav tm="34000">
                                          <p:val>
                                            <p:fltVal val="0.3216016884"/>
                                          </p:val>
                                        </p:tav>
                                        <p:tav tm="34333">
                                          <p:val>
                                            <p:fltVal val="0.3218324782"/>
                                          </p:val>
                                        </p:tav>
                                        <p:tav tm="34667">
                                          <p:val>
                                            <p:fltVal val="0.3220542998"/>
                                          </p:val>
                                        </p:tav>
                                        <p:tav tm="35000">
                                          <p:val>
                                            <p:fltVal val="0.3222674623"/>
                                          </p:val>
                                        </p:tav>
                                        <p:tav tm="35333">
                                          <p:val>
                                            <p:fltVal val="0.3224722668"/>
                                          </p:val>
                                        </p:tav>
                                        <p:tav tm="35667">
                                          <p:val>
                                            <p:fltVal val="0.3226690064"/>
                                          </p:val>
                                        </p:tav>
                                        <p:tav tm="36000">
                                          <p:val>
                                            <p:fltVal val="0.3228579665"/>
                                          </p:val>
                                        </p:tav>
                                        <p:tav tm="36333">
                                          <p:val>
                                            <p:fltVal val="0.3230394244"/>
                                          </p:val>
                                        </p:tav>
                                        <p:tav tm="36667">
                                          <p:val>
                                            <p:fltVal val="0.3232136498"/>
                                          </p:val>
                                        </p:tav>
                                        <p:tav tm="37000">
                                          <p:val>
                                            <p:fltVal val="0.3233809044"/>
                                          </p:val>
                                        </p:tav>
                                        <p:tav tm="37333">
                                          <p:val>
                                            <p:fltVal val="0.3235414424"/>
                                          </p:val>
                                        </p:tav>
                                        <p:tav tm="37667">
                                          <p:val>
                                            <p:fltVal val="0.3236955102"/>
                                          </p:val>
                                        </p:tav>
                                        <p:tav tm="38000">
                                          <p:val>
                                            <p:fltVal val="0.3238433470"/>
                                          </p:val>
                                        </p:tav>
                                        <p:tav tm="38333">
                                          <p:val>
                                            <p:fltVal val="0.3239851843"/>
                                          </p:val>
                                        </p:tav>
                                        <p:tav tm="38667">
                                          <p:val>
                                            <p:fltVal val="0.3241212466"/>
                                          </p:val>
                                        </p:tav>
                                        <p:tav tm="39000">
                                          <p:val>
                                            <p:fltVal val="0.3242517512"/>
                                          </p:val>
                                        </p:tav>
                                        <p:tav tm="39333">
                                          <p:val>
                                            <p:fltVal val="0.3243769083"/>
                                          </p:val>
                                        </p:tav>
                                        <p:tav tm="39667">
                                          <p:val>
                                            <p:fltVal val="0.3244969214"/>
                                          </p:val>
                                        </p:tav>
                                        <p:tav tm="40000">
                                          <p:val>
                                            <p:fltVal val="0.3246119872"/>
                                          </p:val>
                                        </p:tav>
                                        <p:tav tm="40333">
                                          <p:val>
                                            <p:fltVal val="0.3247222959"/>
                                          </p:val>
                                        </p:tav>
                                        <p:tav tm="40667">
                                          <p:val>
                                            <p:fltVal val="0.3248280313"/>
                                          </p:val>
                                        </p:tav>
                                        <p:tav tm="41000">
                                          <p:val>
                                            <p:fltVal val="0.3249293707"/>
                                          </p:val>
                                        </p:tav>
                                        <p:tav tm="41333">
                                          <p:val>
                                            <p:fltVal val="0.3250264857"/>
                                          </p:val>
                                        </p:tav>
                                        <p:tav tm="41667">
                                          <p:val>
                                            <p:fltVal val="0.3251195417"/>
                                          </p:val>
                                        </p:tav>
                                        <p:tav tm="42000">
                                          <p:val>
                                            <p:fltVal val="0.3252086984"/>
                                          </p:val>
                                        </p:tav>
                                        <p:tav tm="42333">
                                          <p:val>
                                            <p:fltVal val="0.3252941097"/>
                                          </p:val>
                                        </p:tav>
                                        <p:tav tm="42667">
                                          <p:val>
                                            <p:fltVal val="0.3253759243"/>
                                          </p:val>
                                        </p:tav>
                                        <p:tav tm="43000">
                                          <p:val>
                                            <p:fltVal val="0.3254542853"/>
                                          </p:val>
                                        </p:tav>
                                        <p:tav tm="43333">
                                          <p:val>
                                            <p:fltVal val="0.3255293308"/>
                                          </p:val>
                                        </p:tav>
                                        <p:tav tm="43667">
                                          <p:val>
                                            <p:fltVal val="0.3256011939"/>
                                          </p:val>
                                        </p:tav>
                                        <p:tav tm="44000">
                                          <p:val>
                                            <p:fltVal val="0.3256700026"/>
                                          </p:val>
                                        </p:tav>
                                        <p:tav tm="44333">
                                          <p:val>
                                            <p:fltVal val="0.3257358804"/>
                                          </p:val>
                                        </p:tav>
                                        <p:tav tm="44667">
                                          <p:val>
                                            <p:fltVal val="0.3257989461"/>
                                          </p:val>
                                        </p:tav>
                                        <p:tav tm="45000">
                                          <p:val>
                                            <p:fltVal val="0.3258593141"/>
                                          </p:val>
                                        </p:tav>
                                        <p:tav tm="45333">
                                          <p:val>
                                            <p:fltVal val="0.3259170946"/>
                                          </p:val>
                                        </p:tav>
                                        <p:tav tm="45667">
                                          <p:val>
                                            <p:fltVal val="0.3259723934"/>
                                          </p:val>
                                        </p:tav>
                                        <p:tav tm="46000">
                                          <p:val>
                                            <p:fltVal val="0.3260253125"/>
                                          </p:val>
                                        </p:tav>
                                        <p:tav tm="46333">
                                          <p:val>
                                            <p:fltVal val="0.3260759500"/>
                                          </p:val>
                                        </p:tav>
                                        <p:tav tm="46667">
                                          <p:val>
                                            <p:fltVal val="0.3261244000"/>
                                          </p:val>
                                        </p:tav>
                                        <p:tav tm="47000">
                                          <p:val>
                                            <p:fltVal val="0.3261707532"/>
                                          </p:val>
                                        </p:tav>
                                        <p:tav tm="47333">
                                          <p:val>
                                            <p:fltVal val="0.3262150967"/>
                                          </p:val>
                                        </p:tav>
                                        <p:tav tm="47667">
                                          <p:val>
                                            <p:fltVal val="0.3262575143"/>
                                          </p:val>
                                        </p:tav>
                                        <p:tav tm="48000">
                                          <p:val>
                                            <p:fltVal val="0.3262980863"/>
                                          </p:val>
                                        </p:tav>
                                        <p:tav tm="48333">
                                          <p:val>
                                            <p:fltVal val="0.3263368901"/>
                                          </p:val>
                                        </p:tav>
                                        <p:tav tm="48667">
                                          <p:val>
                                            <p:fltVal val="0.3263739999"/>
                                          </p:val>
                                        </p:tav>
                                        <p:tav tm="49000">
                                          <p:val>
                                            <p:fltVal val="0.3264094870"/>
                                          </p:val>
                                        </p:tav>
                                        <p:tav tm="49333">
                                          <p:val>
                                            <p:fltVal val="0.3264434198"/>
                                          </p:val>
                                        </p:tav>
                                        <p:tav tm="49667">
                                          <p:val>
                                            <p:fltVal val="0.3264758640"/>
                                          </p:val>
                                        </p:tav>
                                        <p:tav tm="50000">
                                          <p:val>
                                            <p:fltVal val="0.3265068829"/>
                                          </p:val>
                                        </p:tav>
                                        <p:tav tm="50333">
                                          <p:val>
                                            <p:fltVal val="0.3265365368"/>
                                          </p:val>
                                        </p:tav>
                                        <p:tav tm="50667">
                                          <p:val>
                                            <p:fltVal val="0.3265648839"/>
                                          </p:val>
                                        </p:tav>
                                        <p:tav tm="51000">
                                          <p:val>
                                            <p:fltVal val="0.3265919801"/>
                                          </p:val>
                                        </p:tav>
                                        <p:tav tm="51333">
                                          <p:val>
                                            <p:fltVal val="0.3266178786"/>
                                          </p:val>
                                        </p:tav>
                                        <p:tav tm="51667">
                                          <p:val>
                                            <p:fltVal val="0.3266426309"/>
                                          </p:val>
                                        </p:tav>
                                        <p:tav tm="52000">
                                          <p:val>
                                            <p:fltVal val="0.3266662862"/>
                                          </p:val>
                                        </p:tav>
                                        <p:tav tm="52333">
                                          <p:val>
                                            <p:fltVal val="0.3266888916"/>
                                          </p:val>
                                        </p:tav>
                                        <p:tav tm="52667">
                                          <p:val>
                                            <p:fltVal val="0.3267104924"/>
                                          </p:val>
                                        </p:tav>
                                        <p:tav tm="53000">
                                          <p:val>
                                            <p:fltVal val="0.3267311319"/>
                                          </p:val>
                                        </p:tav>
                                        <p:tav tm="53333">
                                          <p:val>
                                            <p:fltVal val="0.3267508518"/>
                                          </p:val>
                                        </p:tav>
                                        <p:tav tm="53667">
                                          <p:val>
                                            <p:fltVal val="0.3267696919"/>
                                          </p:val>
                                        </p:tav>
                                        <p:tav tm="54000">
                                          <p:val>
                                            <p:fltVal val="0.3267876904"/>
                                          </p:val>
                                        </p:tav>
                                        <p:tav tm="54333">
                                          <p:val>
                                            <p:fltVal val="0.3268048839"/>
                                          </p:val>
                                        </p:tav>
                                        <p:tav tm="54667">
                                          <p:val>
                                            <p:fltVal val="0.3268213075"/>
                                          </p:val>
                                        </p:tav>
                                        <p:tav tm="55000">
                                          <p:val>
                                            <p:fltVal val="0.3268369947"/>
                                          </p:val>
                                        </p:tav>
                                        <p:tav tm="55333">
                                          <p:val>
                                            <p:fltVal val="0.3268519778"/>
                                          </p:val>
                                        </p:tav>
                                        <p:tav tm="55667">
                                          <p:val>
                                            <p:fltVal val="0.3268662875"/>
                                          </p:val>
                                        </p:tav>
                                        <p:tav tm="56000">
                                          <p:val>
                                            <p:fltVal val="0.3268799535"/>
                                          </p:val>
                                        </p:tav>
                                        <p:tav tm="56333">
                                          <p:val>
                                            <p:fltVal val="0.3268930039"/>
                                          </p:val>
                                        </p:tav>
                                        <p:tav tm="56667">
                                          <p:val>
                                            <p:fltVal val="0.3269054659"/>
                                          </p:val>
                                        </p:tav>
                                        <p:tav tm="57000">
                                          <p:val>
                                            <p:fltVal val="0.3269173653"/>
                                          </p:val>
                                        </p:tav>
                                        <p:tav tm="57333">
                                          <p:val>
                                            <p:fltVal val="0.3269287270"/>
                                          </p:val>
                                        </p:tav>
                                        <p:tav tm="57667">
                                          <p:val>
                                            <p:fltVal val="0.3269395748"/>
                                          </p:val>
                                        </p:tav>
                                        <p:tav tm="58000">
                                          <p:val>
                                            <p:fltVal val="0.3269499313"/>
                                          </p:val>
                                        </p:tav>
                                        <p:tav tm="58333">
                                          <p:val>
                                            <p:fltVal val="0.3269598184"/>
                                          </p:val>
                                        </p:tav>
                                        <p:tav tm="58667">
                                          <p:val>
                                            <p:fltVal val="0.3269692569"/>
                                          </p:val>
                                        </p:tav>
                                        <p:tav tm="59000">
                                          <p:val>
                                            <p:fltVal val="0.3269782667"/>
                                          </p:val>
                                        </p:tav>
                                        <p:tav tm="59333">
                                          <p:val>
                                            <p:fltVal val="0.3269868668"/>
                                          </p:val>
                                        </p:tav>
                                        <p:tav tm="59667">
                                          <p:val>
                                            <p:fltVal val="0.3269950756"/>
                                          </p:val>
                                        </p:tav>
                                        <p:tav tm="60000">
                                          <p:val>
                                            <p:fltVal val="0.3270029105"/>
                                          </p:val>
                                        </p:tav>
                                        <p:tav tm="60333">
                                          <p:val>
                                            <p:fltVal val="0.3270103881"/>
                                          </p:val>
                                        </p:tav>
                                        <p:tav tm="60667">
                                          <p:val>
                                            <p:fltVal val="0.3270175245"/>
                                          </p:val>
                                        </p:tav>
                                        <p:tav tm="61000">
                                          <p:val>
                                            <p:fltVal val="0.3270243349"/>
                                          </p:val>
                                        </p:tav>
                                        <p:tav tm="61333">
                                          <p:val>
                                            <p:fltVal val="0.3270308339"/>
                                          </p:val>
                                        </p:tav>
                                        <p:tav tm="61667">
                                          <p:val>
                                            <p:fltVal val="0.3270370355"/>
                                          </p:val>
                                        </p:tav>
                                        <p:tav tm="62000">
                                          <p:val>
                                            <p:fltVal val="0.3270429531"/>
                                          </p:val>
                                        </p:tav>
                                        <p:tav tm="62333">
                                          <p:val>
                                            <p:fltVal val="0.3270485995"/>
                                          </p:val>
                                        </p:tav>
                                        <p:tav tm="62667">
                                          <p:val>
                                            <p:fltVal val="0.3270539868"/>
                                          </p:val>
                                        </p:tav>
                                        <p:tav tm="63000">
                                          <p:val>
                                            <p:fltVal val="0.3270591267"/>
                                          </p:val>
                                        </p:tav>
                                        <p:tav tm="63333">
                                          <p:val>
                                            <p:fltVal val="0.3270640305"/>
                                          </p:val>
                                        </p:tav>
                                        <p:tav tm="63667">
                                          <p:val>
                                            <p:fltVal val="0.3270687087"/>
                                          </p:val>
                                        </p:tav>
                                        <p:tav tm="64000">
                                          <p:val>
                                            <p:fltVal val="0.3270731716"/>
                                          </p:val>
                                        </p:tav>
                                        <p:tav tm="64333">
                                          <p:val>
                                            <p:fltVal val="0.3270774289"/>
                                          </p:val>
                                        </p:tav>
                                        <p:tav tm="64667">
                                          <p:val>
                                            <p:fltVal val="0.3270814899"/>
                                          </p:val>
                                        </p:tav>
                                        <p:tav tm="65000">
                                          <p:val>
                                            <p:fltVal val="0.3270853635"/>
                                          </p:val>
                                        </p:tav>
                                        <p:tav tm="65333">
                                          <p:val>
                                            <p:fltVal val="0.3270890583"/>
                                          </p:val>
                                        </p:tav>
                                        <p:tav tm="65667">
                                          <p:val>
                                            <p:fltVal val="0.3270925824"/>
                                          </p:val>
                                        </p:tav>
                                        <p:tav tm="66000">
                                          <p:val>
                                            <p:fltVal val="0.3270959435"/>
                                          </p:val>
                                        </p:tav>
                                        <p:tav tm="66333">
                                          <p:val>
                                            <p:fltVal val="0.3270991491"/>
                                          </p:val>
                                        </p:tav>
                                        <p:tav tm="66667">
                                          <p:val>
                                            <p:fltVal val="0.3271022062"/>
                                          </p:val>
                                        </p:tav>
                                        <p:tav tm="67000">
                                          <p:val>
                                            <p:fltVal val="0.3271051217"/>
                                          </p:val>
                                        </p:tav>
                                        <p:tav tm="67333">
                                          <p:val>
                                            <p:fltVal val="0.3271079019"/>
                                          </p:val>
                                        </p:tav>
                                        <p:tav tm="67667">
                                          <p:val>
                                            <p:fltVal val="0.3271105531"/>
                                          </p:val>
                                        </p:tav>
                                        <p:tav tm="68000">
                                          <p:val>
                                            <p:fltVal val="0.3271130812"/>
                                          </p:val>
                                        </p:tav>
                                        <p:tav tm="68333">
                                          <p:val>
                                            <p:fltVal val="0.3271154918"/>
                                          </p:val>
                                        </p:tav>
                                        <p:tav tm="68667">
                                          <p:val>
                                            <p:fltVal val="0.3271177904"/>
                                          </p:val>
                                        </p:tav>
                                        <p:tav tm="69000">
                                          <p:val>
                                            <p:fltVal val="0.3271199819"/>
                                          </p:val>
                                        </p:tav>
                                        <p:tav tm="69333">
                                          <p:val>
                                            <p:fltVal val="0.3271220714"/>
                                          </p:val>
                                        </p:tav>
                                        <p:tav tm="69667">
                                          <p:val>
                                            <p:fltVal val="0.3271240636"/>
                                          </p:val>
                                        </p:tav>
                                        <p:tav tm="70000">
                                          <p:val>
                                            <p:fltVal val="0.3271259628"/>
                                          </p:val>
                                        </p:tav>
                                        <p:tav tm="70333">
                                          <p:val>
                                            <p:fltVal val="0.3271277735"/>
                                          </p:val>
                                        </p:tav>
                                        <p:tav tm="70667">
                                          <p:val>
                                            <p:fltVal val="0.3271294996"/>
                                          </p:val>
                                        </p:tav>
                                        <p:tav tm="71000">
                                          <p:val>
                                            <p:fltVal val="0.3271311451"/>
                                          </p:val>
                                        </p:tav>
                                        <p:tav tm="71333">
                                          <p:val>
                                            <p:fltVal val="0.3271327137"/>
                                          </p:val>
                                        </p:tav>
                                        <p:tav tm="71667">
                                          <p:val>
                                            <p:fltVal val="0.3271342089"/>
                                          </p:val>
                                        </p:tav>
                                        <p:tav tm="72000">
                                          <p:val>
                                            <p:fltVal val="0.3271356342"/>
                                          </p:val>
                                        </p:tav>
                                        <p:tav tm="72333">
                                          <p:val>
                                            <p:fltVal val="0.3271369927"/>
                                          </p:val>
                                        </p:tav>
                                        <p:tav tm="72667">
                                          <p:val>
                                            <p:fltVal val="0.3271382875"/>
                                          </p:val>
                                        </p:tav>
                                        <p:tav tm="73000">
                                          <p:val>
                                            <p:fltVal val="0.3271395217"/>
                                          </p:val>
                                        </p:tav>
                                        <p:tav tm="73333">
                                          <p:val>
                                            <p:fltVal val="0.3271406980"/>
                                          </p:val>
                                        </p:tav>
                                        <p:tav tm="73667">
                                          <p:val>
                                            <p:fltVal val="0.3271418190"/>
                                          </p:val>
                                        </p:tav>
                                        <p:tav tm="74000">
                                          <p:val>
                                            <p:fltVal val="0.3271428874"/>
                                          </p:val>
                                        </p:tav>
                                        <p:tav tm="74333">
                                          <p:val>
                                            <p:fltVal val="0.3271439057"/>
                                          </p:val>
                                        </p:tav>
                                        <p:tav tm="74667">
                                          <p:val>
                                            <p:fltVal val="0.3271448760"/>
                                          </p:val>
                                        </p:tav>
                                        <p:tav tm="75000">
                                          <p:val>
                                            <p:fltVal val="0.3271458007"/>
                                          </p:val>
                                        </p:tav>
                                        <p:tav tm="75333">
                                          <p:val>
                                            <p:fltVal val="0.3271466819"/>
                                          </p:val>
                                        </p:tav>
                                        <p:tav tm="75667">
                                          <p:val>
                                            <p:fltVal val="0.3271475216"/>
                                          </p:val>
                                        </p:tav>
                                        <p:tav tm="76000">
                                          <p:val>
                                            <p:fltVal val="0.3271483217"/>
                                          </p:val>
                                        </p:tav>
                                        <p:tav tm="76333">
                                          <p:val>
                                            <p:fltVal val="0.3271490842"/>
                                          </p:val>
                                        </p:tav>
                                        <p:tav tm="76667">
                                          <p:val>
                                            <p:fltVal val="0.3271498106"/>
                                          </p:val>
                                        </p:tav>
                                        <p:tav tm="77000">
                                          <p:val>
                                            <p:fltVal val="0.3271505028"/>
                                          </p:val>
                                        </p:tav>
                                        <p:tav tm="77333">
                                          <p:val>
                                            <p:fltVal val="0.3271511623"/>
                                          </p:val>
                                        </p:tav>
                                        <p:tav tm="77667">
                                          <p:val>
                                            <p:fltVal val="0.3271517907"/>
                                          </p:val>
                                        </p:tav>
                                        <p:tav tm="78000">
                                          <p:val>
                                            <p:fltVal val="0.3271523894"/>
                                          </p:val>
                                        </p:tav>
                                        <p:tav tm="78333">
                                          <p:val>
                                            <p:fltVal val="0.3271529598"/>
                                          </p:val>
                                        </p:tav>
                                        <p:tav tm="78667">
                                          <p:val>
                                            <p:fltVal val="0.3271535031"/>
                                          </p:val>
                                        </p:tav>
                                        <p:tav tm="79000">
                                          <p:val>
                                            <p:fltVal val="0.3271540208"/>
                                          </p:val>
                                        </p:tav>
                                        <p:tav tm="79333">
                                          <p:val>
                                            <p:fltVal val="0.3271545140"/>
                                          </p:val>
                                        </p:tav>
                                        <p:tav tm="79667">
                                          <p:val>
                                            <p:fltVal val="0.3271549838"/>
                                          </p:val>
                                        </p:tav>
                                        <p:tav tm="80000">
                                          <p:val>
                                            <p:fltVal val="0.3271554313"/>
                                          </p:val>
                                        </p:tav>
                                        <p:tav tm="80333">
                                          <p:val>
                                            <p:fltVal val="0.3271558577"/>
                                          </p:val>
                                        </p:tav>
                                        <p:tav tm="80667">
                                          <p:val>
                                            <p:fltVal val="0.3271562638"/>
                                          </p:val>
                                        </p:tav>
                                        <p:tav tm="81000">
                                          <p:val>
                                            <p:fltVal val="0.3271566506"/>
                                          </p:val>
                                        </p:tav>
                                        <p:tav tm="81333">
                                          <p:val>
                                            <p:fltVal val="0.3271570191"/>
                                          </p:val>
                                        </p:tav>
                                        <p:tav tm="81667">
                                          <p:val>
                                            <p:fltVal val="0.3271573700"/>
                                          </p:val>
                                        </p:tav>
                                        <p:tav tm="82000">
                                          <p:val>
                                            <p:fltVal val="0.3271577043"/>
                                          </p:val>
                                        </p:tav>
                                        <p:tav tm="82333">
                                          <p:val>
                                            <p:fltVal val="0.3271580227"/>
                                          </p:val>
                                        </p:tav>
                                        <p:tav tm="82667">
                                          <p:val>
                                            <p:fltVal val="0.3271583260"/>
                                          </p:val>
                                        </p:tav>
                                        <p:tav tm="83000">
                                          <p:val>
                                            <p:fltVal val="0.3271586148"/>
                                          </p:val>
                                        </p:tav>
                                        <p:tav tm="83333">
                                          <p:val>
                                            <p:fltVal val="0.3271588899"/>
                                          </p:val>
                                        </p:tav>
                                        <p:tav tm="83667">
                                          <p:val>
                                            <p:fltVal val="0.3271591519"/>
                                          </p:val>
                                        </p:tav>
                                        <p:tav tm="84000">
                                          <p:val>
                                            <p:fltVal val="0.3271594014"/>
                                          </p:val>
                                        </p:tav>
                                        <p:tav tm="84333">
                                          <p:val>
                                            <p:fltVal val="0.3271596390"/>
                                          </p:val>
                                        </p:tav>
                                        <p:tav tm="84667">
                                          <p:val>
                                            <p:fltVal val="0.3271598653"/>
                                          </p:val>
                                        </p:tav>
                                        <p:tav tm="85000">
                                          <p:val>
                                            <p:fltVal val="0.3271600808"/>
                                          </p:val>
                                        </p:tav>
                                        <p:tav tm="85333">
                                          <p:val>
                                            <p:fltVal val="0.3271602860"/>
                                          </p:val>
                                        </p:tav>
                                        <p:tav tm="85667">
                                          <p:val>
                                            <p:fltVal val="0.3271604814"/>
                                          </p:val>
                                        </p:tav>
                                        <p:tav tm="86000">
                                          <p:val>
                                            <p:fltVal val="0.3271606675"/>
                                          </p:val>
                                        </p:tav>
                                        <p:tav tm="86333">
                                          <p:val>
                                            <p:fltVal val="0.3271608447"/>
                                          </p:val>
                                        </p:tav>
                                        <p:tav tm="86667">
                                          <p:val>
                                            <p:fltVal val="0.3271610134"/>
                                          </p:val>
                                        </p:tav>
                                        <p:tav tm="87000">
                                          <p:val>
                                            <p:fltVal val="0.3271611741"/>
                                          </p:val>
                                        </p:tav>
                                        <p:tav tm="87333">
                                          <p:val>
                                            <p:fltVal val="0.3271613270"/>
                                          </p:val>
                                        </p:tav>
                                        <p:tav tm="87667">
                                          <p:val>
                                            <p:fltVal val="0.3271614727"/>
                                          </p:val>
                                        </p:tav>
                                        <p:tav tm="88000">
                                          <p:val>
                                            <p:fltVal val="0.3271616114"/>
                                          </p:val>
                                        </p:tav>
                                        <p:tav tm="88333">
                                          <p:val>
                                            <p:fltVal val="0.3271617434"/>
                                          </p:val>
                                        </p:tav>
                                        <p:tav tm="88667">
                                          <p:val>
                                            <p:fltVal val="0.3271618692"/>
                                          </p:val>
                                        </p:tav>
                                        <p:tav tm="89000">
                                          <p:val>
                                            <p:fltVal val="0.3271619889"/>
                                          </p:val>
                                        </p:tav>
                                        <p:tav tm="89333">
                                          <p:val>
                                            <p:fltVal val="0.3271621028"/>
                                          </p:val>
                                        </p:tav>
                                        <p:tav tm="89667">
                                          <p:val>
                                            <p:fltVal val="0.3271622113"/>
                                          </p:val>
                                        </p:tav>
                                        <p:tav tm="90000">
                                          <p:val>
                                            <p:fltVal val="0.3271623146"/>
                                          </p:val>
                                        </p:tav>
                                        <p:tav tm="90333">
                                          <p:val>
                                            <p:fltVal val="0.3247762842"/>
                                          </p:val>
                                        </p:tav>
                                        <p:tav tm="90667">
                                          <p:val>
                                            <p:fltVal val="0.3194464137"/>
                                          </p:val>
                                        </p:tav>
                                        <p:tav tm="91000">
                                          <p:val>
                                            <p:fltVal val="0.3130334044"/>
                                          </p:val>
                                        </p:tav>
                                        <p:tav tm="91333">
                                          <p:val>
                                            <p:fltVal val="0.3065796073"/>
                                          </p:val>
                                        </p:tav>
                                        <p:tav tm="91667">
                                          <p:val>
                                            <p:fltVal val="0.3006234606"/>
                                          </p:val>
                                        </p:tav>
                                        <p:tav tm="92000">
                                          <p:val>
                                            <p:fltVal val="0.2954014194"/>
                                          </p:val>
                                        </p:tav>
                                        <p:tav tm="92333">
                                          <p:val>
                                            <p:fltVal val="0.2909758949"/>
                                          </p:val>
                                        </p:tav>
                                        <p:tav tm="92667">
                                          <p:val>
                                            <p:fltVal val="0.2873149266"/>
                                          </p:val>
                                        </p:tav>
                                        <p:tav tm="93000">
                                          <p:val>
                                            <p:fltVal val="0.2843406698"/>
                                          </p:val>
                                        </p:tav>
                                        <p:tav tm="93333">
                                          <p:val>
                                            <p:fltVal val="0.2819579774"/>
                                          </p:val>
                                        </p:tav>
                                        <p:tav tm="93667">
                                          <p:val>
                                            <p:fltVal val="0.2800704642"/>
                                          </p:val>
                                        </p:tav>
                                        <p:tav tm="94000">
                                          <p:val>
                                            <p:fltVal val="0.2785888548"/>
                                          </p:val>
                                        </p:tav>
                                        <p:tav tm="94333">
                                          <p:val>
                                            <p:fltVal val="0.2774346972"/>
                                          </p:val>
                                        </p:tav>
                                        <p:tav tm="94667">
                                          <p:val>
                                            <p:fltVal val="0.2765414009"/>
                                          </p:val>
                                        </p:tav>
                                        <p:tav tm="95000">
                                          <p:val>
                                            <p:fltVal val="0.2758538155"/>
                                          </p:val>
                                        </p:tav>
                                        <p:tav tm="95333">
                                          <p:val>
                                            <p:fltVal val="0.2753270962"/>
                                          </p:val>
                                        </p:tav>
                                        <p:tav tm="95667">
                                          <p:val>
                                            <p:fltVal val="0.2749252925"/>
                                          </p:val>
                                        </p:tav>
                                        <p:tav tm="96000">
                                          <p:val>
                                            <p:fltVal val="0.2746199095"/>
                                          </p:val>
                                        </p:tav>
                                        <p:tav tm="96333">
                                          <p:val>
                                            <p:fltVal val="0.2743885693"/>
                                          </p:val>
                                        </p:tav>
                                        <p:tav tm="96667">
                                          <p:val>
                                            <p:fltVal val="0.2742138333"/>
                                          </p:val>
                                        </p:tav>
                                        <p:tav tm="97000">
                                          <p:val>
                                            <p:fltVal val="0.2740821995"/>
                                          </p:val>
                                        </p:tav>
                                        <p:tav tm="97333">
                                          <p:val>
                                            <p:fltVal val="0.2739832727"/>
                                          </p:val>
                                        </p:tav>
                                        <p:tav tm="97667">
                                          <p:val>
                                            <p:fltVal val="0.2739090873"/>
                                          </p:val>
                                        </p:tav>
                                        <p:tav tm="98000">
                                          <p:val>
                                            <p:fltVal val="0.2738535657"/>
                                          </p:val>
                                        </p:tav>
                                        <p:tav tm="98333">
                                          <p:val>
                                            <p:fltVal val="0.2738120878"/>
                                          </p:val>
                                        </p:tav>
                                        <p:tav tm="98667">
                                          <p:val>
                                            <p:fltVal val="0.2737811532"/>
                                          </p:val>
                                        </p:tav>
                                        <p:tav tm="99000">
                                          <p:val>
                                            <p:fltVal val="0.2737581174"/>
                                          </p:val>
                                        </p:tav>
                                        <p:tav tm="99333">
                                          <p:val>
                                            <p:fltVal val="0.2737409880"/>
                                          </p:val>
                                        </p:tav>
                                        <p:tav tm="99667">
                                          <p:val>
                                            <p:fltVal val="0.2737282675"/>
                                          </p:val>
                                        </p:tav>
                                        <p:tav tm="100000">
                                          <p:val>
                                            <p:fltVal val="0.2737282675"/>
                                          </p:val>
                                        </p:tav>
                                      </p:tavLst>
                                    </p:anim>
                                    <p:anim calcmode="lin" valueType="num">
                                      <p:cBhvr additive="base">
                                        <p:cTn id="25" dur="10000" fill="hold">
                                          <p:stCondLst>
                                            <p:cond delay="0"/>
                                          </p:stCondLst>
                                        </p:cTn>
                                        <p:tgtEl>
                                          <p:spTgt spid="10003"/>
                                        </p:tgtEl>
                                        <p:attrNameLst>
                                          <p:attrName>ppt_x</p:attrName>
                                        </p:attrNameLst>
                                      </p:cBhvr>
                                      <p:tavLst>
                                        <p:tav tm="0">
                                          <p:val>
                                            <p:fltVal val="0.2371527778"/>
                                          </p:val>
                                        </p:tav>
                                        <p:tav tm="333">
                                          <p:val>
                                            <p:fltVal val="0.2371527778"/>
                                          </p:val>
                                        </p:tav>
                                        <p:tav tm="667">
                                          <p:val>
                                            <p:fltVal val="0.2371527778"/>
                                          </p:val>
                                        </p:tav>
                                        <p:tav tm="1000">
                                          <p:val>
                                            <p:fltVal val="0.2371527778"/>
                                          </p:val>
                                        </p:tav>
                                        <p:tav tm="1333">
                                          <p:val>
                                            <p:fltVal val="0.2371527778"/>
                                          </p:val>
                                        </p:tav>
                                        <p:tav tm="1667">
                                          <p:val>
                                            <p:fltVal val="0.2371527778"/>
                                          </p:val>
                                        </p:tav>
                                        <p:tav tm="2000">
                                          <p:val>
                                            <p:fltVal val="0.2371527778"/>
                                          </p:val>
                                        </p:tav>
                                        <p:tav tm="2333">
                                          <p:val>
                                            <p:fltVal val="0.2371527778"/>
                                          </p:val>
                                        </p:tav>
                                        <p:tav tm="2667">
                                          <p:val>
                                            <p:fltVal val="0.2371527778"/>
                                          </p:val>
                                        </p:tav>
                                        <p:tav tm="3000">
                                          <p:val>
                                            <p:fltVal val="0.2371527778"/>
                                          </p:val>
                                        </p:tav>
                                        <p:tav tm="3333">
                                          <p:val>
                                            <p:fltVal val="0.2371527778"/>
                                          </p:val>
                                        </p:tav>
                                        <p:tav tm="3667">
                                          <p:val>
                                            <p:fltVal val="0.2371527778"/>
                                          </p:val>
                                        </p:tav>
                                        <p:tav tm="4000">
                                          <p:val>
                                            <p:fltVal val="0.2371527778"/>
                                          </p:val>
                                        </p:tav>
                                        <p:tav tm="4333">
                                          <p:val>
                                            <p:fltVal val="0.2371527778"/>
                                          </p:val>
                                        </p:tav>
                                        <p:tav tm="4667">
                                          <p:val>
                                            <p:fltVal val="0.2371527778"/>
                                          </p:val>
                                        </p:tav>
                                        <p:tav tm="5000">
                                          <p:val>
                                            <p:fltVal val="0.2371527778"/>
                                          </p:val>
                                        </p:tav>
                                        <p:tav tm="5333">
                                          <p:val>
                                            <p:fltVal val="0.2371527778"/>
                                          </p:val>
                                        </p:tav>
                                        <p:tav tm="5667">
                                          <p:val>
                                            <p:fltVal val="0.2371527778"/>
                                          </p:val>
                                        </p:tav>
                                        <p:tav tm="6000">
                                          <p:val>
                                            <p:fltVal val="0.2371527778"/>
                                          </p:val>
                                        </p:tav>
                                        <p:tav tm="6333">
                                          <p:val>
                                            <p:fltVal val="0.2371527778"/>
                                          </p:val>
                                        </p:tav>
                                        <p:tav tm="6667">
                                          <p:val>
                                            <p:fltVal val="0.2371527778"/>
                                          </p:val>
                                        </p:tav>
                                        <p:tav tm="7000">
                                          <p:val>
                                            <p:fltVal val="0.2371527778"/>
                                          </p:val>
                                        </p:tav>
                                        <p:tav tm="7333">
                                          <p:val>
                                            <p:fltVal val="0.2371527778"/>
                                          </p:val>
                                        </p:tav>
                                        <p:tav tm="7667">
                                          <p:val>
                                            <p:fltVal val="0.2371527778"/>
                                          </p:val>
                                        </p:tav>
                                        <p:tav tm="8000">
                                          <p:val>
                                            <p:fltVal val="0.2371527778"/>
                                          </p:val>
                                        </p:tav>
                                        <p:tav tm="8333">
                                          <p:val>
                                            <p:fltVal val="0.2371527778"/>
                                          </p:val>
                                        </p:tav>
                                        <p:tav tm="8667">
                                          <p:val>
                                            <p:fltVal val="0.2371527778"/>
                                          </p:val>
                                        </p:tav>
                                        <p:tav tm="9000">
                                          <p:val>
                                            <p:fltVal val="0.2371527778"/>
                                          </p:val>
                                        </p:tav>
                                        <p:tav tm="9333">
                                          <p:val>
                                            <p:fltVal val="0.2371527778"/>
                                          </p:val>
                                        </p:tav>
                                        <p:tav tm="9667">
                                          <p:val>
                                            <p:fltVal val="0.2371527778"/>
                                          </p:val>
                                        </p:tav>
                                        <p:tav tm="10000">
                                          <p:val>
                                            <p:fltVal val="0.2371527778"/>
                                          </p:val>
                                        </p:tav>
                                        <p:tav tm="10333">
                                          <p:val>
                                            <p:fltVal val="0.2372261765"/>
                                          </p:val>
                                        </p:tav>
                                        <p:tav tm="10667">
                                          <p:val>
                                            <p:fltVal val="0.2374361847"/>
                                          </p:val>
                                        </p:tav>
                                        <p:tav tm="11000">
                                          <p:val>
                                            <p:fltVal val="0.2377684144"/>
                                          </p:val>
                                        </p:tav>
                                        <p:tav tm="11333">
                                          <p:val>
                                            <p:fltVal val="0.2382096038"/>
                                          </p:val>
                                        </p:tav>
                                        <p:tav tm="11667">
                                          <p:val>
                                            <p:fltVal val="0.2387475389"/>
                                          </p:val>
                                        </p:tav>
                                        <p:tav tm="12000">
                                          <p:val>
                                            <p:fltVal val="0.2393709805"/>
                                          </p:val>
                                        </p:tav>
                                        <p:tav tm="12333">
                                          <p:val>
                                            <p:fltVal val="0.2400695957"/>
                                          </p:val>
                                        </p:tav>
                                        <p:tav tm="12667">
                                          <p:val>
                                            <p:fltVal val="0.2408338946"/>
                                          </p:val>
                                        </p:tav>
                                        <p:tav tm="13000">
                                          <p:val>
                                            <p:fltVal val="0.2416551699"/>
                                          </p:val>
                                        </p:tav>
                                        <p:tav tm="13333">
                                          <p:val>
                                            <p:fltVal val="0.2425254419"/>
                                          </p:val>
                                        </p:tav>
                                        <p:tav tm="13667">
                                          <p:val>
                                            <p:fltVal val="0.2434374059"/>
                                          </p:val>
                                        </p:tav>
                                        <p:tav tm="14000">
                                          <p:val>
                                            <p:fltVal val="0.2443843838"/>
                                          </p:val>
                                        </p:tav>
                                        <p:tav tm="14333">
                                          <p:val>
                                            <p:fltVal val="0.2453602788"/>
                                          </p:val>
                                        </p:tav>
                                        <p:tav tm="14667">
                                          <p:val>
                                            <p:fltVal val="0.2463595328"/>
                                          </p:val>
                                        </p:tav>
                                        <p:tav tm="15000">
                                          <p:val>
                                            <p:fltVal val="0.2473770872"/>
                                          </p:val>
                                        </p:tav>
                                        <p:tav tm="15333">
                                          <p:val>
                                            <p:fltVal val="0.2484083457"/>
                                          </p:val>
                                        </p:tav>
                                        <p:tav tm="15667">
                                          <p:val>
                                            <p:fltVal val="0.2494491402"/>
                                          </p:val>
                                        </p:tav>
                                        <p:tav tm="16000">
                                          <p:val>
                                            <p:fltVal val="0.2504956984"/>
                                          </p:val>
                                        </p:tav>
                                        <p:tav tm="16333">
                                          <p:val>
                                            <p:fltVal val="0.2515446142"/>
                                          </p:val>
                                        </p:tav>
                                        <p:tav tm="16667">
                                          <p:val>
                                            <p:fltVal val="0.2525928199"/>
                                          </p:val>
                                        </p:tav>
                                        <p:tav tm="17000">
                                          <p:val>
                                            <p:fltVal val="0.2536375599"/>
                                          </p:val>
                                        </p:tav>
                                        <p:tav tm="17333">
                                          <p:val>
                                            <p:fltVal val="0.2546763669"/>
                                          </p:val>
                                        </p:tav>
                                        <p:tav tm="17667">
                                          <p:val>
                                            <p:fltVal val="0.2557070389"/>
                                          </p:val>
                                        </p:tav>
                                        <p:tav tm="18000">
                                          <p:val>
                                            <p:fltVal val="0.2567276191"/>
                                          </p:val>
                                        </p:tav>
                                        <p:tav tm="18333">
                                          <p:val>
                                            <p:fltVal val="0.2577363756"/>
                                          </p:val>
                                        </p:tav>
                                        <p:tav tm="18667">
                                          <p:val>
                                            <p:fltVal val="0.2587317836"/>
                                          </p:val>
                                        </p:tav>
                                        <p:tav tm="19000">
                                          <p:val>
                                            <p:fltVal val="0.2597125088"/>
                                          </p:val>
                                        </p:tav>
                                        <p:tav tm="19333">
                                          <p:val>
                                            <p:fltVal val="0.2606773913"/>
                                          </p:val>
                                        </p:tav>
                                        <p:tav tm="19667">
                                          <p:val>
                                            <p:fltVal val="0.2616254313"/>
                                          </p:val>
                                        </p:tav>
                                        <p:tav tm="20000">
                                          <p:val>
                                            <p:fltVal val="0.2625557758"/>
                                          </p:val>
                                        </p:tav>
                                        <p:tav tm="20333">
                                          <p:val>
                                            <p:fltVal val="0.2634677055"/>
                                          </p:val>
                                        </p:tav>
                                        <p:tav tm="20667">
                                          <p:val>
                                            <p:fltVal val="0.2643606237"/>
                                          </p:val>
                                        </p:tav>
                                        <p:tav tm="21000">
                                          <p:val>
                                            <p:fltVal val="0.2652340455"/>
                                          </p:val>
                                        </p:tav>
                                        <p:tav tm="21333">
                                          <p:val>
                                            <p:fltVal val="0.2660875875"/>
                                          </p:val>
                                        </p:tav>
                                        <p:tav tm="21667">
                                          <p:val>
                                            <p:fltVal val="0.2669209586"/>
                                          </p:val>
                                        </p:tav>
                                        <p:tav tm="22000">
                                          <p:val>
                                            <p:fltVal val="0.2677339518"/>
                                          </p:val>
                                        </p:tav>
                                        <p:tav tm="22333">
                                          <p:val>
                                            <p:fltVal val="0.2685264359"/>
                                          </p:val>
                                        </p:tav>
                                        <p:tav tm="22667">
                                          <p:val>
                                            <p:fltVal val="0.2692983483"/>
                                          </p:val>
                                        </p:tav>
                                        <p:tav tm="23000">
                                          <p:val>
                                            <p:fltVal val="0.2700496881"/>
                                          </p:val>
                                        </p:tav>
                                        <p:tav tm="23333">
                                          <p:val>
                                            <p:fltVal val="0.2707805102"/>
                                          </p:val>
                                        </p:tav>
                                        <p:tav tm="23667">
                                          <p:val>
                                            <p:fltVal val="0.2714909192"/>
                                          </p:val>
                                        </p:tav>
                                        <p:tav tm="24000">
                                          <p:val>
                                            <p:fltVal val="0.2721810641"/>
                                          </p:val>
                                        </p:tav>
                                        <p:tav tm="24333">
                                          <p:val>
                                            <p:fltVal val="0.2728511336"/>
                                          </p:val>
                                        </p:tav>
                                        <p:tav tm="24667">
                                          <p:val>
                                            <p:fltVal val="0.2735013514"/>
                                          </p:val>
                                        </p:tav>
                                        <p:tav tm="25000">
                                          <p:val>
                                            <p:fltVal val="0.2741319721"/>
                                          </p:val>
                                        </p:tav>
                                        <p:tav tm="25333">
                                          <p:val>
                                            <p:fltVal val="0.2747432774"/>
                                          </p:val>
                                        </p:tav>
                                        <p:tav tm="25667">
                                          <p:val>
                                            <p:fltVal val="0.2753355727"/>
                                          </p:val>
                                        </p:tav>
                                        <p:tav tm="26000">
                                          <p:val>
                                            <p:fltVal val="0.2759091837"/>
                                          </p:val>
                                        </p:tav>
                                        <p:tav tm="26333">
                                          <p:val>
                                            <p:fltVal val="0.2764644535"/>
                                          </p:val>
                                        </p:tav>
                                        <p:tav tm="26667">
                                          <p:val>
                                            <p:fltVal val="0.2770017400"/>
                                          </p:val>
                                        </p:tav>
                                        <p:tav tm="27000">
                                          <p:val>
                                            <p:fltVal val="0.2775214134"/>
                                          </p:val>
                                        </p:tav>
                                        <p:tav tm="27333">
                                          <p:val>
                                            <p:fltVal val="0.2780238540"/>
                                          </p:val>
                                        </p:tav>
                                        <p:tav tm="27667">
                                          <p:val>
                                            <p:fltVal val="0.2785094501"/>
                                          </p:val>
                                        </p:tav>
                                        <p:tav tm="28000">
                                          <p:val>
                                            <p:fltVal val="0.2789785960"/>
                                          </p:val>
                                        </p:tav>
                                        <p:tav tm="28333">
                                          <p:val>
                                            <p:fltVal val="0.2794316907"/>
                                          </p:val>
                                        </p:tav>
                                        <p:tav tm="28667">
                                          <p:val>
                                            <p:fltVal val="0.2798691359"/>
                                          </p:val>
                                        </p:tav>
                                        <p:tav tm="29000">
                                          <p:val>
                                            <p:fltVal val="0.2802913351"/>
                                          </p:val>
                                        </p:tav>
                                        <p:tav tm="29333">
                                          <p:val>
                                            <p:fltVal val="0.2806986920"/>
                                          </p:val>
                                        </p:tav>
                                        <p:tav tm="29667">
                                          <p:val>
                                            <p:fltVal val="0.2810916094"/>
                                          </p:val>
                                        </p:tav>
                                        <p:tav tm="30000">
                                          <p:val>
                                            <p:fltVal val="0.2814704884"/>
                                          </p:val>
                                        </p:tav>
                                        <p:tav tm="30333">
                                          <p:val>
                                            <p:fltVal val="0.2818357273"/>
                                          </p:val>
                                        </p:tav>
                                        <p:tav tm="30667">
                                          <p:val>
                                            <p:fltVal val="0.2821877211"/>
                                          </p:val>
                                        </p:tav>
                                        <p:tav tm="31000">
                                          <p:val>
                                            <p:fltVal val="0.2825268603"/>
                                          </p:val>
                                        </p:tav>
                                        <p:tav tm="31333">
                                          <p:val>
                                            <p:fltVal val="0.2828535308"/>
                                          </p:val>
                                        </p:tav>
                                        <p:tav tm="31667">
                                          <p:val>
                                            <p:fltVal val="0.2831681128"/>
                                          </p:val>
                                        </p:tav>
                                        <p:tav tm="32000">
                                          <p:val>
                                            <p:fltVal val="0.2834709810"/>
                                          </p:val>
                                        </p:tav>
                                        <p:tav tm="32333">
                                          <p:val>
                                            <p:fltVal val="0.2837625034"/>
                                          </p:val>
                                        </p:tav>
                                        <p:tav tm="32667">
                                          <p:val>
                                            <p:fltVal val="0.2840430417"/>
                                          </p:val>
                                        </p:tav>
                                        <p:tav tm="33000">
                                          <p:val>
                                            <p:fltVal val="0.2843129505"/>
                                          </p:val>
                                        </p:tav>
                                        <p:tav tm="33333">
                                          <p:val>
                                            <p:fltVal val="0.2845725772"/>
                                          </p:val>
                                        </p:tav>
                                        <p:tav tm="33667">
                                          <p:val>
                                            <p:fltVal val="0.2848222618"/>
                                          </p:val>
                                        </p:tav>
                                        <p:tav tm="34000">
                                          <p:val>
                                            <p:fltVal val="0.2850623366"/>
                                          </p:val>
                                        </p:tav>
                                        <p:tav tm="34333">
                                          <p:val>
                                            <p:fltVal val="0.2852931263"/>
                                          </p:val>
                                        </p:tav>
                                        <p:tav tm="34667">
                                          <p:val>
                                            <p:fltVal val="0.2855149479"/>
                                          </p:val>
                                        </p:tav>
                                        <p:tav tm="35000">
                                          <p:val>
                                            <p:fltVal val="0.2857281104"/>
                                          </p:val>
                                        </p:tav>
                                        <p:tav tm="35333">
                                          <p:val>
                                            <p:fltVal val="0.2859329149"/>
                                          </p:val>
                                        </p:tav>
                                        <p:tav tm="35667">
                                          <p:val>
                                            <p:fltVal val="0.2861296545"/>
                                          </p:val>
                                        </p:tav>
                                        <p:tav tm="36000">
                                          <p:val>
                                            <p:fltVal val="0.2863186146"/>
                                          </p:val>
                                        </p:tav>
                                        <p:tav tm="36333">
                                          <p:val>
                                            <p:fltVal val="0.2865000726"/>
                                          </p:val>
                                        </p:tav>
                                        <p:tav tm="36667">
                                          <p:val>
                                            <p:fltVal val="0.2866742980"/>
                                          </p:val>
                                        </p:tav>
                                        <p:tav tm="37000">
                                          <p:val>
                                            <p:fltVal val="0.2868415526"/>
                                          </p:val>
                                        </p:tav>
                                        <p:tav tm="37333">
                                          <p:val>
                                            <p:fltVal val="0.2870020905"/>
                                          </p:val>
                                        </p:tav>
                                        <p:tav tm="37667">
                                          <p:val>
                                            <p:fltVal val="0.2871561584"/>
                                          </p:val>
                                        </p:tav>
                                        <p:tav tm="38000">
                                          <p:val>
                                            <p:fltVal val="0.2873039951"/>
                                          </p:val>
                                        </p:tav>
                                        <p:tav tm="38333">
                                          <p:val>
                                            <p:fltVal val="0.2874458325"/>
                                          </p:val>
                                        </p:tav>
                                        <p:tav tm="38667">
                                          <p:val>
                                            <p:fltVal val="0.2875818948"/>
                                          </p:val>
                                        </p:tav>
                                        <p:tav tm="39000">
                                          <p:val>
                                            <p:fltVal val="0.2877123994"/>
                                          </p:val>
                                        </p:tav>
                                        <p:tav tm="39333">
                                          <p:val>
                                            <p:fltVal val="0.2878375565"/>
                                          </p:val>
                                        </p:tav>
                                        <p:tav tm="39667">
                                          <p:val>
                                            <p:fltVal val="0.2879575696"/>
                                          </p:val>
                                        </p:tav>
                                        <p:tav tm="40000">
                                          <p:val>
                                            <p:fltVal val="0.2880726354"/>
                                          </p:val>
                                        </p:tav>
                                        <p:tav tm="40333">
                                          <p:val>
                                            <p:fltVal val="0.2881829441"/>
                                          </p:val>
                                        </p:tav>
                                        <p:tav tm="40667">
                                          <p:val>
                                            <p:fltVal val="0.2882886794"/>
                                          </p:val>
                                        </p:tav>
                                        <p:tav tm="41000">
                                          <p:val>
                                            <p:fltVal val="0.2883900189"/>
                                          </p:val>
                                        </p:tav>
                                        <p:tav tm="41333">
                                          <p:val>
                                            <p:fltVal val="0.2884871339"/>
                                          </p:val>
                                        </p:tav>
                                        <p:tav tm="41667">
                                          <p:val>
                                            <p:fltVal val="0.2885801899"/>
                                          </p:val>
                                        </p:tav>
                                        <p:tav tm="42000">
                                          <p:val>
                                            <p:fltVal val="0.2886693465"/>
                                          </p:val>
                                        </p:tav>
                                        <p:tav tm="42333">
                                          <p:val>
                                            <p:fltVal val="0.2887547578"/>
                                          </p:val>
                                        </p:tav>
                                        <p:tav tm="42667">
                                          <p:val>
                                            <p:fltVal val="0.2888365724"/>
                                          </p:val>
                                        </p:tav>
                                        <p:tav tm="43000">
                                          <p:val>
                                            <p:fltVal val="0.2889149334"/>
                                          </p:val>
                                        </p:tav>
                                        <p:tav tm="43333">
                                          <p:val>
                                            <p:fltVal val="0.2889899790"/>
                                          </p:val>
                                        </p:tav>
                                        <p:tav tm="43667">
                                          <p:val>
                                            <p:fltVal val="0.2890618420"/>
                                          </p:val>
                                        </p:tav>
                                        <p:tav tm="44000">
                                          <p:val>
                                            <p:fltVal val="0.2891306507"/>
                                          </p:val>
                                        </p:tav>
                                        <p:tav tm="44333">
                                          <p:val>
                                            <p:fltVal val="0.2891965285"/>
                                          </p:val>
                                        </p:tav>
                                        <p:tav tm="44667">
                                          <p:val>
                                            <p:fltVal val="0.2892595942"/>
                                          </p:val>
                                        </p:tav>
                                        <p:tav tm="45000">
                                          <p:val>
                                            <p:fltVal val="0.2893199623"/>
                                          </p:val>
                                        </p:tav>
                                        <p:tav tm="45333">
                                          <p:val>
                                            <p:fltVal val="0.2893777427"/>
                                          </p:val>
                                        </p:tav>
                                        <p:tav tm="45667">
                                          <p:val>
                                            <p:fltVal val="0.2894330416"/>
                                          </p:val>
                                        </p:tav>
                                        <p:tav tm="46000">
                                          <p:val>
                                            <p:fltVal val="0.2894859607"/>
                                          </p:val>
                                        </p:tav>
                                        <p:tav tm="46333">
                                          <p:val>
                                            <p:fltVal val="0.2895365981"/>
                                          </p:val>
                                        </p:tav>
                                        <p:tav tm="46667">
                                          <p:val>
                                            <p:fltVal val="0.2895850481"/>
                                          </p:val>
                                        </p:tav>
                                        <p:tav tm="47000">
                                          <p:val>
                                            <p:fltVal val="0.2896314013"/>
                                          </p:val>
                                        </p:tav>
                                        <p:tav tm="47333">
                                          <p:val>
                                            <p:fltVal val="0.2896757449"/>
                                          </p:val>
                                        </p:tav>
                                        <p:tav tm="47667">
                                          <p:val>
                                            <p:fltVal val="0.2897181624"/>
                                          </p:val>
                                        </p:tav>
                                        <p:tav tm="48000">
                                          <p:val>
                                            <p:fltVal val="0.2897587345"/>
                                          </p:val>
                                        </p:tav>
                                        <p:tav tm="48333">
                                          <p:val>
                                            <p:fltVal val="0.2897975382"/>
                                          </p:val>
                                        </p:tav>
                                        <p:tav tm="48667">
                                          <p:val>
                                            <p:fltVal val="0.2898346480"/>
                                          </p:val>
                                        </p:tav>
                                        <p:tav tm="49000">
                                          <p:val>
                                            <p:fltVal val="0.2898701351"/>
                                          </p:val>
                                        </p:tav>
                                        <p:tav tm="49333">
                                          <p:val>
                                            <p:fltVal val="0.2899040679"/>
                                          </p:val>
                                        </p:tav>
                                        <p:tav tm="49667">
                                          <p:val>
                                            <p:fltVal val="0.2899365122"/>
                                          </p:val>
                                        </p:tav>
                                        <p:tav tm="50000">
                                          <p:val>
                                            <p:fltVal val="0.2899675310"/>
                                          </p:val>
                                        </p:tav>
                                        <p:tav tm="50333">
                                          <p:val>
                                            <p:fltVal val="0.2899971850"/>
                                          </p:val>
                                        </p:tav>
                                        <p:tav tm="50667">
                                          <p:val>
                                            <p:fltVal val="0.2900255321"/>
                                          </p:val>
                                        </p:tav>
                                        <p:tav tm="51000">
                                          <p:val>
                                            <p:fltVal val="0.2900526282"/>
                                          </p:val>
                                        </p:tav>
                                        <p:tav tm="51333">
                                          <p:val>
                                            <p:fltVal val="0.2900785268"/>
                                          </p:val>
                                        </p:tav>
                                        <p:tav tm="51667">
                                          <p:val>
                                            <p:fltVal val="0.2901032791"/>
                                          </p:val>
                                        </p:tav>
                                        <p:tav tm="52000">
                                          <p:val>
                                            <p:fltVal val="0.2901269343"/>
                                          </p:val>
                                        </p:tav>
                                        <p:tav tm="52333">
                                          <p:val>
                                            <p:fltVal val="0.2901495397"/>
                                          </p:val>
                                        </p:tav>
                                        <p:tav tm="52667">
                                          <p:val>
                                            <p:fltVal val="0.2901711405"/>
                                          </p:val>
                                        </p:tav>
                                        <p:tav tm="53000">
                                          <p:val>
                                            <p:fltVal val="0.2901917801"/>
                                          </p:val>
                                        </p:tav>
                                        <p:tav tm="53333">
                                          <p:val>
                                            <p:fltVal val="0.2902115000"/>
                                          </p:val>
                                        </p:tav>
                                        <p:tav tm="53667">
                                          <p:val>
                                            <p:fltVal val="0.2902303401"/>
                                          </p:val>
                                        </p:tav>
                                        <p:tav tm="54000">
                                          <p:val>
                                            <p:fltVal val="0.2902483386"/>
                                          </p:val>
                                        </p:tav>
                                        <p:tav tm="54333">
                                          <p:val>
                                            <p:fltVal val="0.2902655321"/>
                                          </p:val>
                                        </p:tav>
                                        <p:tav tm="54667">
                                          <p:val>
                                            <p:fltVal val="0.2902819556"/>
                                          </p:val>
                                        </p:tav>
                                        <p:tav tm="55000">
                                          <p:val>
                                            <p:fltVal val="0.2902976429"/>
                                          </p:val>
                                        </p:tav>
                                        <p:tav tm="55333">
                                          <p:val>
                                            <p:fltVal val="0.2903126259"/>
                                          </p:val>
                                        </p:tav>
                                        <p:tav tm="55667">
                                          <p:val>
                                            <p:fltVal val="0.2903269357"/>
                                          </p:val>
                                        </p:tav>
                                        <p:tav tm="56000">
                                          <p:val>
                                            <p:fltVal val="0.2903406016"/>
                                          </p:val>
                                        </p:tav>
                                        <p:tav tm="56333">
                                          <p:val>
                                            <p:fltVal val="0.2903536520"/>
                                          </p:val>
                                        </p:tav>
                                        <p:tav tm="56667">
                                          <p:val>
                                            <p:fltVal val="0.2903661140"/>
                                          </p:val>
                                        </p:tav>
                                        <p:tav tm="57000">
                                          <p:val>
                                            <p:fltVal val="0.2903780134"/>
                                          </p:val>
                                        </p:tav>
                                        <p:tav tm="57333">
                                          <p:val>
                                            <p:fltVal val="0.2903893752"/>
                                          </p:val>
                                        </p:tav>
                                        <p:tav tm="57667">
                                          <p:val>
                                            <p:fltVal val="0.2904002229"/>
                                          </p:val>
                                        </p:tav>
                                        <p:tav tm="58000">
                                          <p:val>
                                            <p:fltVal val="0.2904105795"/>
                                          </p:val>
                                        </p:tav>
                                        <p:tav tm="58333">
                                          <p:val>
                                            <p:fltVal val="0.2904204666"/>
                                          </p:val>
                                        </p:tav>
                                        <p:tav tm="58667">
                                          <p:val>
                                            <p:fltVal val="0.2904299051"/>
                                          </p:val>
                                        </p:tav>
                                        <p:tav tm="59000">
                                          <p:val>
                                            <p:fltVal val="0.2904389148"/>
                                          </p:val>
                                        </p:tav>
                                        <p:tav tm="59333">
                                          <p:val>
                                            <p:fltVal val="0.2904475150"/>
                                          </p:val>
                                        </p:tav>
                                        <p:tav tm="59667">
                                          <p:val>
                                            <p:fltVal val="0.2904557238"/>
                                          </p:val>
                                        </p:tav>
                                        <p:tav tm="60000">
                                          <p:val>
                                            <p:fltVal val="0.2904635586"/>
                                          </p:val>
                                        </p:tav>
                                        <p:tav tm="60333">
                                          <p:val>
                                            <p:fltVal val="0.2904710362"/>
                                          </p:val>
                                        </p:tav>
                                        <p:tav tm="60667">
                                          <p:val>
                                            <p:fltVal val="0.2904781726"/>
                                          </p:val>
                                        </p:tav>
                                        <p:tav tm="61000">
                                          <p:val>
                                            <p:fltVal val="0.2904849830"/>
                                          </p:val>
                                        </p:tav>
                                        <p:tav tm="61333">
                                          <p:val>
                                            <p:fltVal val="0.2904914820"/>
                                          </p:val>
                                        </p:tav>
                                        <p:tav tm="61667">
                                          <p:val>
                                            <p:fltVal val="0.2904976837"/>
                                          </p:val>
                                        </p:tav>
                                        <p:tav tm="62000">
                                          <p:val>
                                            <p:fltVal val="0.2905036013"/>
                                          </p:val>
                                        </p:tav>
                                        <p:tav tm="62333">
                                          <p:val>
                                            <p:fltVal val="0.2905092476"/>
                                          </p:val>
                                        </p:tav>
                                        <p:tav tm="62667">
                                          <p:val>
                                            <p:fltVal val="0.2905146350"/>
                                          </p:val>
                                        </p:tav>
                                        <p:tav tm="63000">
                                          <p:val>
                                            <p:fltVal val="0.2905197749"/>
                                          </p:val>
                                        </p:tav>
                                        <p:tav tm="63333">
                                          <p:val>
                                            <p:fltVal val="0.2905246786"/>
                                          </p:val>
                                        </p:tav>
                                        <p:tav tm="63667">
                                          <p:val>
                                            <p:fltVal val="0.2905293568"/>
                                          </p:val>
                                        </p:tav>
                                        <p:tav tm="64000">
                                          <p:val>
                                            <p:fltVal val="0.2905338197"/>
                                          </p:val>
                                        </p:tav>
                                        <p:tav tm="64333">
                                          <p:val>
                                            <p:fltVal val="0.2905380770"/>
                                          </p:val>
                                        </p:tav>
                                        <p:tav tm="64667">
                                          <p:val>
                                            <p:fltVal val="0.2905421380"/>
                                          </p:val>
                                        </p:tav>
                                        <p:tav tm="65000">
                                          <p:val>
                                            <p:fltVal val="0.2905460117"/>
                                          </p:val>
                                        </p:tav>
                                        <p:tav tm="65333">
                                          <p:val>
                                            <p:fltVal val="0.2905497065"/>
                                          </p:val>
                                        </p:tav>
                                        <p:tav tm="65667">
                                          <p:val>
                                            <p:fltVal val="0.2905532306"/>
                                          </p:val>
                                        </p:tav>
                                        <p:tav tm="66000">
                                          <p:val>
                                            <p:fltVal val="0.2905565917"/>
                                          </p:val>
                                        </p:tav>
                                        <p:tav tm="66333">
                                          <p:val>
                                            <p:fltVal val="0.2905597972"/>
                                          </p:val>
                                        </p:tav>
                                        <p:tav tm="66667">
                                          <p:val>
                                            <p:fltVal val="0.2905628544"/>
                                          </p:val>
                                        </p:tav>
                                        <p:tav tm="67000">
                                          <p:val>
                                            <p:fltVal val="0.2905657698"/>
                                          </p:val>
                                        </p:tav>
                                        <p:tav tm="67333">
                                          <p:val>
                                            <p:fltVal val="0.2905685501"/>
                                          </p:val>
                                        </p:tav>
                                        <p:tav tm="67667">
                                          <p:val>
                                            <p:fltVal val="0.2905712013"/>
                                          </p:val>
                                        </p:tav>
                                        <p:tav tm="68000">
                                          <p:val>
                                            <p:fltVal val="0.2905737294"/>
                                          </p:val>
                                        </p:tav>
                                        <p:tav tm="68333">
                                          <p:val>
                                            <p:fltVal val="0.2905761400"/>
                                          </p:val>
                                        </p:tav>
                                        <p:tav tm="68667">
                                          <p:val>
                                            <p:fltVal val="0.2905784385"/>
                                          </p:val>
                                        </p:tav>
                                        <p:tav tm="69000">
                                          <p:val>
                                            <p:fltVal val="0.2905806301"/>
                                          </p:val>
                                        </p:tav>
                                        <p:tav tm="69333">
                                          <p:val>
                                            <p:fltVal val="0.2905827196"/>
                                          </p:val>
                                        </p:tav>
                                        <p:tav tm="69667">
                                          <p:val>
                                            <p:fltVal val="0.2905847117"/>
                                          </p:val>
                                        </p:tav>
                                        <p:tav tm="70000">
                                          <p:val>
                                            <p:fltVal val="0.2905866110"/>
                                          </p:val>
                                        </p:tav>
                                        <p:tav tm="70333">
                                          <p:val>
                                            <p:fltVal val="0.2905884216"/>
                                          </p:val>
                                        </p:tav>
                                        <p:tav tm="70667">
                                          <p:val>
                                            <p:fltVal val="0.2905901478"/>
                                          </p:val>
                                        </p:tav>
                                        <p:tav tm="71000">
                                          <p:val>
                                            <p:fltVal val="0.2905917933"/>
                                          </p:val>
                                        </p:tav>
                                        <p:tav tm="71333">
                                          <p:val>
                                            <p:fltVal val="0.2905933618"/>
                                          </p:val>
                                        </p:tav>
                                        <p:tav tm="71667">
                                          <p:val>
                                            <p:fltVal val="0.2905948571"/>
                                          </p:val>
                                        </p:tav>
                                        <p:tav tm="72000">
                                          <p:val>
                                            <p:fltVal val="0.2905962823"/>
                                          </p:val>
                                        </p:tav>
                                        <p:tav tm="72333">
                                          <p:val>
                                            <p:fltVal val="0.2905976408"/>
                                          </p:val>
                                        </p:tav>
                                        <p:tav tm="72667">
                                          <p:val>
                                            <p:fltVal val="0.2905989357"/>
                                          </p:val>
                                        </p:tav>
                                        <p:tav tm="73000">
                                          <p:val>
                                            <p:fltVal val="0.2906001698"/>
                                          </p:val>
                                        </p:tav>
                                        <p:tav tm="73333">
                                          <p:val>
                                            <p:fltVal val="0.2906013461"/>
                                          </p:val>
                                        </p:tav>
                                        <p:tav tm="73667">
                                          <p:val>
                                            <p:fltVal val="0.2906024672"/>
                                          </p:val>
                                        </p:tav>
                                        <p:tav tm="74000">
                                          <p:val>
                                            <p:fltVal val="0.2906035356"/>
                                          </p:val>
                                        </p:tav>
                                        <p:tav tm="74333">
                                          <p:val>
                                            <p:fltVal val="0.2906045538"/>
                                          </p:val>
                                        </p:tav>
                                        <p:tav tm="74667">
                                          <p:val>
                                            <p:fltVal val="0.2906055242"/>
                                          </p:val>
                                        </p:tav>
                                        <p:tav tm="75000">
                                          <p:val>
                                            <p:fltVal val="0.2906064489"/>
                                          </p:val>
                                        </p:tav>
                                        <p:tav tm="75333">
                                          <p:val>
                                            <p:fltVal val="0.2906073301"/>
                                          </p:val>
                                        </p:tav>
                                        <p:tav tm="75667">
                                          <p:val>
                                            <p:fltVal val="0.2906081698"/>
                                          </p:val>
                                        </p:tav>
                                        <p:tav tm="76000">
                                          <p:val>
                                            <p:fltVal val="0.2906089699"/>
                                          </p:val>
                                        </p:tav>
                                        <p:tav tm="76333">
                                          <p:val>
                                            <p:fltVal val="0.2906097323"/>
                                          </p:val>
                                        </p:tav>
                                        <p:tav tm="76667">
                                          <p:val>
                                            <p:fltVal val="0.2906104588"/>
                                          </p:val>
                                        </p:tav>
                                        <p:tav tm="77000">
                                          <p:val>
                                            <p:fltVal val="0.2906111510"/>
                                          </p:val>
                                        </p:tav>
                                        <p:tav tm="77333">
                                          <p:val>
                                            <p:fltVal val="0.2906118105"/>
                                          </p:val>
                                        </p:tav>
                                        <p:tav tm="77667">
                                          <p:val>
                                            <p:fltVal val="0.2906124389"/>
                                          </p:val>
                                        </p:tav>
                                        <p:tav tm="78000">
                                          <p:val>
                                            <p:fltVal val="0.2906130375"/>
                                          </p:val>
                                        </p:tav>
                                        <p:tav tm="78333">
                                          <p:val>
                                            <p:fltVal val="0.2906136079"/>
                                          </p:val>
                                        </p:tav>
                                        <p:tav tm="78667">
                                          <p:val>
                                            <p:fltVal val="0.2906141513"/>
                                          </p:val>
                                        </p:tav>
                                        <p:tav tm="79000">
                                          <p:val>
                                            <p:fltVal val="0.2906146690"/>
                                          </p:val>
                                        </p:tav>
                                        <p:tav tm="79333">
                                          <p:val>
                                            <p:fltVal val="0.2906151621"/>
                                          </p:val>
                                        </p:tav>
                                        <p:tav tm="79667">
                                          <p:val>
                                            <p:fltVal val="0.2906156319"/>
                                          </p:val>
                                        </p:tav>
                                        <p:tav tm="80000">
                                          <p:val>
                                            <p:fltVal val="0.2906160795"/>
                                          </p:val>
                                        </p:tav>
                                        <p:tav tm="80333">
                                          <p:val>
                                            <p:fltVal val="0.2906165058"/>
                                          </p:val>
                                        </p:tav>
                                        <p:tav tm="80667">
                                          <p:val>
                                            <p:fltVal val="0.2906169119"/>
                                          </p:val>
                                        </p:tav>
                                        <p:tav tm="81000">
                                          <p:val>
                                            <p:fltVal val="0.2906172987"/>
                                          </p:val>
                                        </p:tav>
                                        <p:tav tm="81333">
                                          <p:val>
                                            <p:fltVal val="0.2906176672"/>
                                          </p:val>
                                        </p:tav>
                                        <p:tav tm="81667">
                                          <p:val>
                                            <p:fltVal val="0.2906180182"/>
                                          </p:val>
                                        </p:tav>
                                        <p:tav tm="82000">
                                          <p:val>
                                            <p:fltVal val="0.2906183525"/>
                                          </p:val>
                                        </p:tav>
                                        <p:tav tm="82333">
                                          <p:val>
                                            <p:fltVal val="0.2906186709"/>
                                          </p:val>
                                        </p:tav>
                                        <p:tav tm="82667">
                                          <p:val>
                                            <p:fltVal val="0.2906189741"/>
                                          </p:val>
                                        </p:tav>
                                        <p:tav tm="83000">
                                          <p:val>
                                            <p:fltVal val="0.2906192630"/>
                                          </p:val>
                                        </p:tav>
                                        <p:tav tm="83333">
                                          <p:val>
                                            <p:fltVal val="0.2906195380"/>
                                          </p:val>
                                        </p:tav>
                                        <p:tav tm="83667">
                                          <p:val>
                                            <p:fltVal val="0.2906198000"/>
                                          </p:val>
                                        </p:tav>
                                        <p:tav tm="84000">
                                          <p:val>
                                            <p:fltVal val="0.2906200495"/>
                                          </p:val>
                                        </p:tav>
                                        <p:tav tm="84333">
                                          <p:val>
                                            <p:fltVal val="0.2906202871"/>
                                          </p:val>
                                        </p:tav>
                                        <p:tav tm="84667">
                                          <p:val>
                                            <p:fltVal val="0.2906205134"/>
                                          </p:val>
                                        </p:tav>
                                        <p:tav tm="85000">
                                          <p:val>
                                            <p:fltVal val="0.2906207289"/>
                                          </p:val>
                                        </p:tav>
                                        <p:tav tm="85333">
                                          <p:val>
                                            <p:fltVal val="0.2906209341"/>
                                          </p:val>
                                        </p:tav>
                                        <p:tav tm="85667">
                                          <p:val>
                                            <p:fltVal val="0.2906211295"/>
                                          </p:val>
                                        </p:tav>
                                        <p:tav tm="86000">
                                          <p:val>
                                            <p:fltVal val="0.2906213156"/>
                                          </p:val>
                                        </p:tav>
                                        <p:tav tm="86333">
                                          <p:val>
                                            <p:fltVal val="0.2906214928"/>
                                          </p:val>
                                        </p:tav>
                                        <p:tav tm="86667">
                                          <p:val>
                                            <p:fltVal val="0.2906216616"/>
                                          </p:val>
                                        </p:tav>
                                        <p:tav tm="87000">
                                          <p:val>
                                            <p:fltVal val="0.2906218222"/>
                                          </p:val>
                                        </p:tav>
                                        <p:tav tm="87333">
                                          <p:val>
                                            <p:fltVal val="0.2906219752"/>
                                          </p:val>
                                        </p:tav>
                                        <p:tav tm="87667">
                                          <p:val>
                                            <p:fltVal val="0.2906221209"/>
                                          </p:val>
                                        </p:tav>
                                        <p:tav tm="88000">
                                          <p:val>
                                            <p:fltVal val="0.2906222595"/>
                                          </p:val>
                                        </p:tav>
                                        <p:tav tm="88333">
                                          <p:val>
                                            <p:fltVal val="0.2906223916"/>
                                          </p:val>
                                        </p:tav>
                                        <p:tav tm="88667">
                                          <p:val>
                                            <p:fltVal val="0.2906225173"/>
                                          </p:val>
                                        </p:tav>
                                        <p:tav tm="89000">
                                          <p:val>
                                            <p:fltVal val="0.2906226370"/>
                                          </p:val>
                                        </p:tav>
                                        <p:tav tm="89333">
                                          <p:val>
                                            <p:fltVal val="0.2906227510"/>
                                          </p:val>
                                        </p:tav>
                                        <p:tav tm="89667">
                                          <p:val>
                                            <p:fltVal val="0.2906228595"/>
                                          </p:val>
                                        </p:tav>
                                        <p:tav tm="90000">
                                          <p:val>
                                            <p:fltVal val="0.2906229628"/>
                                          </p:val>
                                        </p:tav>
                                        <p:tav tm="90333">
                                          <p:val>
                                            <p:fltVal val="0.2882369323"/>
                                          </p:val>
                                        </p:tav>
                                        <p:tav tm="90667">
                                          <p:val>
                                            <p:fltVal val="0.2829070618"/>
                                          </p:val>
                                        </p:tav>
                                        <p:tav tm="91000">
                                          <p:val>
                                            <p:fltVal val="0.2764940526"/>
                                          </p:val>
                                        </p:tav>
                                        <p:tav tm="91333">
                                          <p:val>
                                            <p:fltVal val="0.2700402554"/>
                                          </p:val>
                                        </p:tav>
                                        <p:tav tm="91667">
                                          <p:val>
                                            <p:fltVal val="0.2640841088"/>
                                          </p:val>
                                        </p:tav>
                                        <p:tav tm="92000">
                                          <p:val>
                                            <p:fltVal val="0.2588620675"/>
                                          </p:val>
                                        </p:tav>
                                        <p:tav tm="92333">
                                          <p:val>
                                            <p:fltVal val="0.2544365431"/>
                                          </p:val>
                                        </p:tav>
                                        <p:tav tm="92667">
                                          <p:val>
                                            <p:fltVal val="0.2507755748"/>
                                          </p:val>
                                        </p:tav>
                                        <p:tav tm="93000">
                                          <p:val>
                                            <p:fltVal val="0.2478013180"/>
                                          </p:val>
                                        </p:tav>
                                        <p:tav tm="93333">
                                          <p:val>
                                            <p:fltVal val="0.2454186255"/>
                                          </p:val>
                                        </p:tav>
                                        <p:tav tm="93667">
                                          <p:val>
                                            <p:fltVal val="0.2435311124"/>
                                          </p:val>
                                        </p:tav>
                                        <p:tav tm="94000">
                                          <p:val>
                                            <p:fltVal val="0.2420495029"/>
                                          </p:val>
                                        </p:tav>
                                        <p:tav tm="94333">
                                          <p:val>
                                            <p:fltVal val="0.2408953454"/>
                                          </p:val>
                                        </p:tav>
                                        <p:tav tm="94667">
                                          <p:val>
                                            <p:fltVal val="0.2400020490"/>
                                          </p:val>
                                        </p:tav>
                                        <p:tav tm="95000">
                                          <p:val>
                                            <p:fltVal val="0.2393144636"/>
                                          </p:val>
                                        </p:tav>
                                        <p:tav tm="95333">
                                          <p:val>
                                            <p:fltVal val="0.2387877443"/>
                                          </p:val>
                                        </p:tav>
                                        <p:tav tm="95667">
                                          <p:val>
                                            <p:fltVal val="0.2383859407"/>
                                          </p:val>
                                        </p:tav>
                                        <p:tav tm="96000">
                                          <p:val>
                                            <p:fltVal val="0.2380805576"/>
                                          </p:val>
                                        </p:tav>
                                        <p:tav tm="96333">
                                          <p:val>
                                            <p:fltVal val="0.2378492175"/>
                                          </p:val>
                                        </p:tav>
                                        <p:tav tm="96667">
                                          <p:val>
                                            <p:fltVal val="0.2376744814"/>
                                          </p:val>
                                        </p:tav>
                                        <p:tav tm="97000">
                                          <p:val>
                                            <p:fltVal val="0.2375428477"/>
                                          </p:val>
                                        </p:tav>
                                        <p:tav tm="97333">
                                          <p:val>
                                            <p:fltVal val="0.2374439208"/>
                                          </p:val>
                                        </p:tav>
                                        <p:tav tm="97667">
                                          <p:val>
                                            <p:fltVal val="0.2373697354"/>
                                          </p:val>
                                        </p:tav>
                                        <p:tav tm="98000">
                                          <p:val>
                                            <p:fltVal val="0.2373142138"/>
                                          </p:val>
                                        </p:tav>
                                        <p:tav tm="98333">
                                          <p:val>
                                            <p:fltVal val="0.2372727360"/>
                                          </p:val>
                                        </p:tav>
                                        <p:tav tm="98667">
                                          <p:val>
                                            <p:fltVal val="0.2372418014"/>
                                          </p:val>
                                        </p:tav>
                                        <p:tav tm="99000">
                                          <p:val>
                                            <p:fltVal val="0.2372187656"/>
                                          </p:val>
                                        </p:tav>
                                        <p:tav tm="99333">
                                          <p:val>
                                            <p:fltVal val="0.2372016362"/>
                                          </p:val>
                                        </p:tav>
                                        <p:tav tm="99667">
                                          <p:val>
                                            <p:fltVal val="0.2371889157"/>
                                          </p:val>
                                        </p:tav>
                                        <p:tav tm="100000">
                                          <p:val>
                                            <p:fltVal val="0.2371889157"/>
                                          </p:val>
                                        </p:tav>
                                      </p:tavLst>
                                    </p:anim>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anim calcmode="lin" valueType="num">
                                      <p:cBhvr additive="base">
                                        <p:cTn id="26" dur="10000" fill="hold">
                                          <p:stCondLst>
                                            <p:cond delay="0"/>
                                          </p:stCondLst>
                                        </p:cTn>
                                        <p:tgtEl>
                                          <p:spTgt spid="10026"/>
                                        </p:tgtEl>
                                        <p:attrNameLst>
                                          <p:attrName>ppt_x</p:attrName>
                                        </p:attrNameLst>
                                      </p:cBhvr>
                                      <p:tavLst>
                                        <p:tav tm="0">
                                          <p:val>
                                            <p:fltVal val="0.7093750000"/>
                                          </p:val>
                                        </p:tav>
                                        <p:tav tm="333">
                                          <p:val>
                                            <p:fltVal val="0.7093750000"/>
                                          </p:val>
                                        </p:tav>
                                        <p:tav tm="667">
                                          <p:val>
                                            <p:fltVal val="0.7093750000"/>
                                          </p:val>
                                        </p:tav>
                                        <p:tav tm="1000">
                                          <p:val>
                                            <p:fltVal val="0.7093750000"/>
                                          </p:val>
                                        </p:tav>
                                        <p:tav tm="1333">
                                          <p:val>
                                            <p:fltVal val="0.7093750000"/>
                                          </p:val>
                                        </p:tav>
                                        <p:tav tm="1667">
                                          <p:val>
                                            <p:fltVal val="0.7093750000"/>
                                          </p:val>
                                        </p:tav>
                                        <p:tav tm="2000">
                                          <p:val>
                                            <p:fltVal val="0.7093750000"/>
                                          </p:val>
                                        </p:tav>
                                        <p:tav tm="2333">
                                          <p:val>
                                            <p:fltVal val="0.7093750000"/>
                                          </p:val>
                                        </p:tav>
                                        <p:tav tm="2667">
                                          <p:val>
                                            <p:fltVal val="0.7093750000"/>
                                          </p:val>
                                        </p:tav>
                                        <p:tav tm="3000">
                                          <p:val>
                                            <p:fltVal val="0.7093750000"/>
                                          </p:val>
                                        </p:tav>
                                        <p:tav tm="3333">
                                          <p:val>
                                            <p:fltVal val="0.7093750000"/>
                                          </p:val>
                                        </p:tav>
                                        <p:tav tm="3667">
                                          <p:val>
                                            <p:fltVal val="0.7093750000"/>
                                          </p:val>
                                        </p:tav>
                                        <p:tav tm="4000">
                                          <p:val>
                                            <p:fltVal val="0.7093750000"/>
                                          </p:val>
                                        </p:tav>
                                        <p:tav tm="4333">
                                          <p:val>
                                            <p:fltVal val="0.7093750000"/>
                                          </p:val>
                                        </p:tav>
                                        <p:tav tm="4667">
                                          <p:val>
                                            <p:fltVal val="0.7093750000"/>
                                          </p:val>
                                        </p:tav>
                                        <p:tav tm="5000">
                                          <p:val>
                                            <p:fltVal val="0.7093750000"/>
                                          </p:val>
                                        </p:tav>
                                        <p:tav tm="5333">
                                          <p:val>
                                            <p:fltVal val="0.7093750000"/>
                                          </p:val>
                                        </p:tav>
                                        <p:tav tm="5667">
                                          <p:val>
                                            <p:fltVal val="0.7093750000"/>
                                          </p:val>
                                        </p:tav>
                                        <p:tav tm="6000">
                                          <p:val>
                                            <p:fltVal val="0.7093750000"/>
                                          </p:val>
                                        </p:tav>
                                        <p:tav tm="6333">
                                          <p:val>
                                            <p:fltVal val="0.7093750000"/>
                                          </p:val>
                                        </p:tav>
                                        <p:tav tm="6667">
                                          <p:val>
                                            <p:fltVal val="0.7093750000"/>
                                          </p:val>
                                        </p:tav>
                                        <p:tav tm="7000">
                                          <p:val>
                                            <p:fltVal val="0.7093750000"/>
                                          </p:val>
                                        </p:tav>
                                        <p:tav tm="7333">
                                          <p:val>
                                            <p:fltVal val="0.7093750000"/>
                                          </p:val>
                                        </p:tav>
                                        <p:tav tm="7667">
                                          <p:val>
                                            <p:fltVal val="0.7093750000"/>
                                          </p:val>
                                        </p:tav>
                                        <p:tav tm="8000">
                                          <p:val>
                                            <p:fltVal val="0.7093750000"/>
                                          </p:val>
                                        </p:tav>
                                        <p:tav tm="8333">
                                          <p:val>
                                            <p:fltVal val="0.7093750000"/>
                                          </p:val>
                                        </p:tav>
                                        <p:tav tm="8667">
                                          <p:val>
                                            <p:fltVal val="0.7093750000"/>
                                          </p:val>
                                        </p:tav>
                                        <p:tav tm="9000">
                                          <p:val>
                                            <p:fltVal val="0.7093750000"/>
                                          </p:val>
                                        </p:tav>
                                        <p:tav tm="9333">
                                          <p:val>
                                            <p:fltVal val="0.7093750000"/>
                                          </p:val>
                                        </p:tav>
                                        <p:tav tm="9667">
                                          <p:val>
                                            <p:fltVal val="0.7093750000"/>
                                          </p:val>
                                        </p:tav>
                                        <p:tav tm="10000">
                                          <p:val>
                                            <p:fltVal val="0.7628472222"/>
                                          </p:val>
                                        </p:tav>
                                        <p:tav tm="10333">
                                          <p:val>
                                            <p:fltVal val="0.7628472222"/>
                                          </p:val>
                                        </p:tav>
                                        <p:tav tm="10667">
                                          <p:val>
                                            <p:fltVal val="0.7628472222"/>
                                          </p:val>
                                        </p:tav>
                                        <p:tav tm="11000">
                                          <p:val>
                                            <p:fltVal val="0.7628472222"/>
                                          </p:val>
                                        </p:tav>
                                        <p:tav tm="11333">
                                          <p:val>
                                            <p:fltVal val="0.7628472222"/>
                                          </p:val>
                                        </p:tav>
                                        <p:tav tm="11667">
                                          <p:val>
                                            <p:fltVal val="0.7628472222"/>
                                          </p:val>
                                        </p:tav>
                                        <p:tav tm="12000">
                                          <p:val>
                                            <p:fltVal val="0.7628472222"/>
                                          </p:val>
                                        </p:tav>
                                        <p:tav tm="12333">
                                          <p:val>
                                            <p:fltVal val="0.7628472222"/>
                                          </p:val>
                                        </p:tav>
                                        <p:tav tm="12667">
                                          <p:val>
                                            <p:fltVal val="0.7628472222"/>
                                          </p:val>
                                        </p:tav>
                                        <p:tav tm="13000">
                                          <p:val>
                                            <p:fltVal val="0.7628472222"/>
                                          </p:val>
                                        </p:tav>
                                        <p:tav tm="13333">
                                          <p:val>
                                            <p:fltVal val="0.7628472222"/>
                                          </p:val>
                                        </p:tav>
                                        <p:tav tm="13667">
                                          <p:val>
                                            <p:fltVal val="0.7628472222"/>
                                          </p:val>
                                        </p:tav>
                                        <p:tav tm="14000">
                                          <p:val>
                                            <p:fltVal val="0.7628472222"/>
                                          </p:val>
                                        </p:tav>
                                        <p:tav tm="14333">
                                          <p:val>
                                            <p:fltVal val="0.7628472222"/>
                                          </p:val>
                                        </p:tav>
                                        <p:tav tm="14667">
                                          <p:val>
                                            <p:fltVal val="0.7628472222"/>
                                          </p:val>
                                        </p:tav>
                                        <p:tav tm="15000">
                                          <p:val>
                                            <p:fltVal val="0.7628472222"/>
                                          </p:val>
                                        </p:tav>
                                        <p:tav tm="15333">
                                          <p:val>
                                            <p:fltVal val="0.7628472222"/>
                                          </p:val>
                                        </p:tav>
                                        <p:tav tm="15667">
                                          <p:val>
                                            <p:fltVal val="0.7628472222"/>
                                          </p:val>
                                        </p:tav>
                                        <p:tav tm="16000">
                                          <p:val>
                                            <p:fltVal val="0.7628472222"/>
                                          </p:val>
                                        </p:tav>
                                        <p:tav tm="16333">
                                          <p:val>
                                            <p:fltVal val="0.7628472222"/>
                                          </p:val>
                                        </p:tav>
                                        <p:tav tm="16667">
                                          <p:val>
                                            <p:fltVal val="0.7628472222"/>
                                          </p:val>
                                        </p:tav>
                                        <p:tav tm="17000">
                                          <p:val>
                                            <p:fltVal val="0.7628472222"/>
                                          </p:val>
                                        </p:tav>
                                        <p:tav tm="17333">
                                          <p:val>
                                            <p:fltVal val="0.7628472222"/>
                                          </p:val>
                                        </p:tav>
                                        <p:tav tm="17667">
                                          <p:val>
                                            <p:fltVal val="0.7628472222"/>
                                          </p:val>
                                        </p:tav>
                                        <p:tav tm="18000">
                                          <p:val>
                                            <p:fltVal val="0.7628472222"/>
                                          </p:val>
                                        </p:tav>
                                        <p:tav tm="18333">
                                          <p:val>
                                            <p:fltVal val="0.7628472222"/>
                                          </p:val>
                                        </p:tav>
                                        <p:tav tm="18667">
                                          <p:val>
                                            <p:fltVal val="0.7628472222"/>
                                          </p:val>
                                        </p:tav>
                                        <p:tav tm="19000">
                                          <p:val>
                                            <p:fltVal val="0.7628472222"/>
                                          </p:val>
                                        </p:tav>
                                        <p:tav tm="19333">
                                          <p:val>
                                            <p:fltVal val="0.7628472222"/>
                                          </p:val>
                                        </p:tav>
                                        <p:tav tm="19667">
                                          <p:val>
                                            <p:fltVal val="0.7628472222"/>
                                          </p:val>
                                        </p:tav>
                                        <p:tav tm="20000">
                                          <p:val>
                                            <p:fltVal val="0.7628472222"/>
                                          </p:val>
                                        </p:tav>
                                        <p:tav tm="20333">
                                          <p:val>
                                            <p:fltVal val="0.7628472222"/>
                                          </p:val>
                                        </p:tav>
                                        <p:tav tm="20667">
                                          <p:val>
                                            <p:fltVal val="0.7628472222"/>
                                          </p:val>
                                        </p:tav>
                                        <p:tav tm="21000">
                                          <p:val>
                                            <p:fltVal val="0.7628472222"/>
                                          </p:val>
                                        </p:tav>
                                        <p:tav tm="21333">
                                          <p:val>
                                            <p:fltVal val="0.7628472222"/>
                                          </p:val>
                                        </p:tav>
                                        <p:tav tm="21667">
                                          <p:val>
                                            <p:fltVal val="0.7628472222"/>
                                          </p:val>
                                        </p:tav>
                                        <p:tav tm="22000">
                                          <p:val>
                                            <p:fltVal val="0.7628472222"/>
                                          </p:val>
                                        </p:tav>
                                        <p:tav tm="22333">
                                          <p:val>
                                            <p:fltVal val="0.7628472222"/>
                                          </p:val>
                                        </p:tav>
                                        <p:tav tm="22667">
                                          <p:val>
                                            <p:fltVal val="0.7628472222"/>
                                          </p:val>
                                        </p:tav>
                                        <p:tav tm="23000">
                                          <p:val>
                                            <p:fltVal val="0.7628472222"/>
                                          </p:val>
                                        </p:tav>
                                        <p:tav tm="23333">
                                          <p:val>
                                            <p:fltVal val="0.7628472222"/>
                                          </p:val>
                                        </p:tav>
                                        <p:tav tm="23667">
                                          <p:val>
                                            <p:fltVal val="0.7628472222"/>
                                          </p:val>
                                        </p:tav>
                                        <p:tav tm="24000">
                                          <p:val>
                                            <p:fltVal val="0.7628472222"/>
                                          </p:val>
                                        </p:tav>
                                        <p:tav tm="24333">
                                          <p:val>
                                            <p:fltVal val="0.7628472222"/>
                                          </p:val>
                                        </p:tav>
                                        <p:tav tm="24667">
                                          <p:val>
                                            <p:fltVal val="0.7628472222"/>
                                          </p:val>
                                        </p:tav>
                                        <p:tav tm="25000">
                                          <p:val>
                                            <p:fltVal val="0.7628472222"/>
                                          </p:val>
                                        </p:tav>
                                        <p:tav tm="25333">
                                          <p:val>
                                            <p:fltVal val="0.7628472222"/>
                                          </p:val>
                                        </p:tav>
                                        <p:tav tm="25667">
                                          <p:val>
                                            <p:fltVal val="0.7628472222"/>
                                          </p:val>
                                        </p:tav>
                                        <p:tav tm="26000">
                                          <p:val>
                                            <p:fltVal val="0.7628472222"/>
                                          </p:val>
                                        </p:tav>
                                        <p:tav tm="26333">
                                          <p:val>
                                            <p:fltVal val="0.7628472222"/>
                                          </p:val>
                                        </p:tav>
                                        <p:tav tm="26667">
                                          <p:val>
                                            <p:fltVal val="0.7628472222"/>
                                          </p:val>
                                        </p:tav>
                                        <p:tav tm="27000">
                                          <p:val>
                                            <p:fltVal val="0.7628472222"/>
                                          </p:val>
                                        </p:tav>
                                        <p:tav tm="27333">
                                          <p:val>
                                            <p:fltVal val="0.7628472222"/>
                                          </p:val>
                                        </p:tav>
                                        <p:tav tm="27667">
                                          <p:val>
                                            <p:fltVal val="0.7628472222"/>
                                          </p:val>
                                        </p:tav>
                                        <p:tav tm="28000">
                                          <p:val>
                                            <p:fltVal val="0.7628472222"/>
                                          </p:val>
                                        </p:tav>
                                        <p:tav tm="28333">
                                          <p:val>
                                            <p:fltVal val="0.7628472222"/>
                                          </p:val>
                                        </p:tav>
                                        <p:tav tm="28667">
                                          <p:val>
                                            <p:fltVal val="0.7628472222"/>
                                          </p:val>
                                        </p:tav>
                                        <p:tav tm="29000">
                                          <p:val>
                                            <p:fltVal val="0.7628472222"/>
                                          </p:val>
                                        </p:tav>
                                        <p:tav tm="29333">
                                          <p:val>
                                            <p:fltVal val="0.7628472222"/>
                                          </p:val>
                                        </p:tav>
                                        <p:tav tm="29667">
                                          <p:val>
                                            <p:fltVal val="0.7628472222"/>
                                          </p:val>
                                        </p:tav>
                                        <p:tav tm="30000">
                                          <p:val>
                                            <p:fltVal val="0.7628472222"/>
                                          </p:val>
                                        </p:tav>
                                        <p:tav tm="30333">
                                          <p:val>
                                            <p:fltVal val="0.7628472222"/>
                                          </p:val>
                                        </p:tav>
                                        <p:tav tm="30667">
                                          <p:val>
                                            <p:fltVal val="0.7628472222"/>
                                          </p:val>
                                        </p:tav>
                                        <p:tav tm="31000">
                                          <p:val>
                                            <p:fltVal val="0.7628472222"/>
                                          </p:val>
                                        </p:tav>
                                        <p:tav tm="31333">
                                          <p:val>
                                            <p:fltVal val="0.7628472222"/>
                                          </p:val>
                                        </p:tav>
                                        <p:tav tm="31667">
                                          <p:val>
                                            <p:fltVal val="0.7628472222"/>
                                          </p:val>
                                        </p:tav>
                                        <p:tav tm="32000">
                                          <p:val>
                                            <p:fltVal val="0.7628472222"/>
                                          </p:val>
                                        </p:tav>
                                        <p:tav tm="32333">
                                          <p:val>
                                            <p:fltVal val="0.7628472222"/>
                                          </p:val>
                                        </p:tav>
                                        <p:tav tm="32667">
                                          <p:val>
                                            <p:fltVal val="0.7628472222"/>
                                          </p:val>
                                        </p:tav>
                                        <p:tav tm="33000">
                                          <p:val>
                                            <p:fltVal val="0.7628472222"/>
                                          </p:val>
                                        </p:tav>
                                        <p:tav tm="33333">
                                          <p:val>
                                            <p:fltVal val="0.7628472222"/>
                                          </p:val>
                                        </p:tav>
                                        <p:tav tm="33667">
                                          <p:val>
                                            <p:fltVal val="0.7628472222"/>
                                          </p:val>
                                        </p:tav>
                                        <p:tav tm="34000">
                                          <p:val>
                                            <p:fltVal val="0.7628472222"/>
                                          </p:val>
                                        </p:tav>
                                        <p:tav tm="34333">
                                          <p:val>
                                            <p:fltVal val="0.7628472222"/>
                                          </p:val>
                                        </p:tav>
                                        <p:tav tm="34667">
                                          <p:val>
                                            <p:fltVal val="0.7628472222"/>
                                          </p:val>
                                        </p:tav>
                                        <p:tav tm="35000">
                                          <p:val>
                                            <p:fltVal val="0.7628472222"/>
                                          </p:val>
                                        </p:tav>
                                        <p:tav tm="35333">
                                          <p:val>
                                            <p:fltVal val="0.7628472222"/>
                                          </p:val>
                                        </p:tav>
                                        <p:tav tm="35667">
                                          <p:val>
                                            <p:fltVal val="0.7628472222"/>
                                          </p:val>
                                        </p:tav>
                                        <p:tav tm="36000">
                                          <p:val>
                                            <p:fltVal val="0.7628472222"/>
                                          </p:val>
                                        </p:tav>
                                        <p:tav tm="36333">
                                          <p:val>
                                            <p:fltVal val="0.7628472222"/>
                                          </p:val>
                                        </p:tav>
                                        <p:tav tm="36667">
                                          <p:val>
                                            <p:fltVal val="0.7628472222"/>
                                          </p:val>
                                        </p:tav>
                                        <p:tav tm="37000">
                                          <p:val>
                                            <p:fltVal val="0.7628472222"/>
                                          </p:val>
                                        </p:tav>
                                        <p:tav tm="37333">
                                          <p:val>
                                            <p:fltVal val="0.7628472222"/>
                                          </p:val>
                                        </p:tav>
                                        <p:tav tm="37667">
                                          <p:val>
                                            <p:fltVal val="0.7628472222"/>
                                          </p:val>
                                        </p:tav>
                                        <p:tav tm="38000">
                                          <p:val>
                                            <p:fltVal val="0.7628472222"/>
                                          </p:val>
                                        </p:tav>
                                        <p:tav tm="38333">
                                          <p:val>
                                            <p:fltVal val="0.7628472222"/>
                                          </p:val>
                                        </p:tav>
                                        <p:tav tm="38667">
                                          <p:val>
                                            <p:fltVal val="0.7628472222"/>
                                          </p:val>
                                        </p:tav>
                                        <p:tav tm="39000">
                                          <p:val>
                                            <p:fltVal val="0.7628472222"/>
                                          </p:val>
                                        </p:tav>
                                        <p:tav tm="39333">
                                          <p:val>
                                            <p:fltVal val="0.7628472222"/>
                                          </p:val>
                                        </p:tav>
                                        <p:tav tm="39667">
                                          <p:val>
                                            <p:fltVal val="0.7628472222"/>
                                          </p:val>
                                        </p:tav>
                                        <p:tav tm="40000">
                                          <p:val>
                                            <p:fltVal val="0.7628472222"/>
                                          </p:val>
                                        </p:tav>
                                        <p:tav tm="40333">
                                          <p:val>
                                            <p:fltVal val="0.7628472222"/>
                                          </p:val>
                                        </p:tav>
                                        <p:tav tm="40667">
                                          <p:val>
                                            <p:fltVal val="0.7628472222"/>
                                          </p:val>
                                        </p:tav>
                                        <p:tav tm="41000">
                                          <p:val>
                                            <p:fltVal val="0.7628472222"/>
                                          </p:val>
                                        </p:tav>
                                        <p:tav tm="41333">
                                          <p:val>
                                            <p:fltVal val="0.7628472222"/>
                                          </p:val>
                                        </p:tav>
                                        <p:tav tm="41667">
                                          <p:val>
                                            <p:fltVal val="0.7628472222"/>
                                          </p:val>
                                        </p:tav>
                                        <p:tav tm="42000">
                                          <p:val>
                                            <p:fltVal val="0.7628472222"/>
                                          </p:val>
                                        </p:tav>
                                        <p:tav tm="42333">
                                          <p:val>
                                            <p:fltVal val="0.7628472222"/>
                                          </p:val>
                                        </p:tav>
                                        <p:tav tm="42667">
                                          <p:val>
                                            <p:fltVal val="0.7628472222"/>
                                          </p:val>
                                        </p:tav>
                                        <p:tav tm="43000">
                                          <p:val>
                                            <p:fltVal val="0.7628472222"/>
                                          </p:val>
                                        </p:tav>
                                        <p:tav tm="43333">
                                          <p:val>
                                            <p:fltVal val="0.7628472222"/>
                                          </p:val>
                                        </p:tav>
                                        <p:tav tm="43667">
                                          <p:val>
                                            <p:fltVal val="0.7628472222"/>
                                          </p:val>
                                        </p:tav>
                                        <p:tav tm="44000">
                                          <p:val>
                                            <p:fltVal val="0.7628472222"/>
                                          </p:val>
                                        </p:tav>
                                        <p:tav tm="44333">
                                          <p:val>
                                            <p:fltVal val="0.7628472222"/>
                                          </p:val>
                                        </p:tav>
                                        <p:tav tm="44667">
                                          <p:val>
                                            <p:fltVal val="0.7628472222"/>
                                          </p:val>
                                        </p:tav>
                                        <p:tav tm="45000">
                                          <p:val>
                                            <p:fltVal val="0.7628472222"/>
                                          </p:val>
                                        </p:tav>
                                        <p:tav tm="45333">
                                          <p:val>
                                            <p:fltVal val="0.7628472222"/>
                                          </p:val>
                                        </p:tav>
                                        <p:tav tm="45667">
                                          <p:val>
                                            <p:fltVal val="0.7628472222"/>
                                          </p:val>
                                        </p:tav>
                                        <p:tav tm="46000">
                                          <p:val>
                                            <p:fltVal val="0.7628472222"/>
                                          </p:val>
                                        </p:tav>
                                        <p:tav tm="46333">
                                          <p:val>
                                            <p:fltVal val="0.7628472222"/>
                                          </p:val>
                                        </p:tav>
                                        <p:tav tm="46667">
                                          <p:val>
                                            <p:fltVal val="0.7628472222"/>
                                          </p:val>
                                        </p:tav>
                                        <p:tav tm="47000">
                                          <p:val>
                                            <p:fltVal val="0.7628472222"/>
                                          </p:val>
                                        </p:tav>
                                        <p:tav tm="47333">
                                          <p:val>
                                            <p:fltVal val="0.7628472222"/>
                                          </p:val>
                                        </p:tav>
                                        <p:tav tm="47667">
                                          <p:val>
                                            <p:fltVal val="0.7628472222"/>
                                          </p:val>
                                        </p:tav>
                                        <p:tav tm="48000">
                                          <p:val>
                                            <p:fltVal val="0.7628472222"/>
                                          </p:val>
                                        </p:tav>
                                        <p:tav tm="48333">
                                          <p:val>
                                            <p:fltVal val="0.7628472222"/>
                                          </p:val>
                                        </p:tav>
                                        <p:tav tm="48667">
                                          <p:val>
                                            <p:fltVal val="0.7628472222"/>
                                          </p:val>
                                        </p:tav>
                                        <p:tav tm="49000">
                                          <p:val>
                                            <p:fltVal val="0.7628472222"/>
                                          </p:val>
                                        </p:tav>
                                        <p:tav tm="49333">
                                          <p:val>
                                            <p:fltVal val="0.7628472222"/>
                                          </p:val>
                                        </p:tav>
                                        <p:tav tm="49667">
                                          <p:val>
                                            <p:fltVal val="0.7628472222"/>
                                          </p:val>
                                        </p:tav>
                                        <p:tav tm="50000">
                                          <p:val>
                                            <p:fltVal val="0.7628472222"/>
                                          </p:val>
                                        </p:tav>
                                        <p:tav tm="50333">
                                          <p:val>
                                            <p:fltVal val="0.7628472222"/>
                                          </p:val>
                                        </p:tav>
                                        <p:tav tm="50667">
                                          <p:val>
                                            <p:fltVal val="0.7628472222"/>
                                          </p:val>
                                        </p:tav>
                                        <p:tav tm="51000">
                                          <p:val>
                                            <p:fltVal val="0.7628472222"/>
                                          </p:val>
                                        </p:tav>
                                        <p:tav tm="51333">
                                          <p:val>
                                            <p:fltVal val="0.7628472222"/>
                                          </p:val>
                                        </p:tav>
                                        <p:tav tm="51667">
                                          <p:val>
                                            <p:fltVal val="0.7628472222"/>
                                          </p:val>
                                        </p:tav>
                                        <p:tav tm="52000">
                                          <p:val>
                                            <p:fltVal val="0.7628472222"/>
                                          </p:val>
                                        </p:tav>
                                        <p:tav tm="52333">
                                          <p:val>
                                            <p:fltVal val="0.7628472222"/>
                                          </p:val>
                                        </p:tav>
                                        <p:tav tm="52667">
                                          <p:val>
                                            <p:fltVal val="0.7628472222"/>
                                          </p:val>
                                        </p:tav>
                                        <p:tav tm="53000">
                                          <p:val>
                                            <p:fltVal val="0.7628472222"/>
                                          </p:val>
                                        </p:tav>
                                        <p:tav tm="53333">
                                          <p:val>
                                            <p:fltVal val="0.7628472222"/>
                                          </p:val>
                                        </p:tav>
                                        <p:tav tm="53667">
                                          <p:val>
                                            <p:fltVal val="0.7628472222"/>
                                          </p:val>
                                        </p:tav>
                                        <p:tav tm="54000">
                                          <p:val>
                                            <p:fltVal val="0.7628472222"/>
                                          </p:val>
                                        </p:tav>
                                        <p:tav tm="54333">
                                          <p:val>
                                            <p:fltVal val="0.7628472222"/>
                                          </p:val>
                                        </p:tav>
                                        <p:tav tm="54667">
                                          <p:val>
                                            <p:fltVal val="0.7628472222"/>
                                          </p:val>
                                        </p:tav>
                                        <p:tav tm="55000">
                                          <p:val>
                                            <p:fltVal val="0.7628472222"/>
                                          </p:val>
                                        </p:tav>
                                        <p:tav tm="55333">
                                          <p:val>
                                            <p:fltVal val="0.7628472222"/>
                                          </p:val>
                                        </p:tav>
                                        <p:tav tm="55667">
                                          <p:val>
                                            <p:fltVal val="0.7628472222"/>
                                          </p:val>
                                        </p:tav>
                                        <p:tav tm="56000">
                                          <p:val>
                                            <p:fltVal val="0.7628472222"/>
                                          </p:val>
                                        </p:tav>
                                        <p:tav tm="56333">
                                          <p:val>
                                            <p:fltVal val="0.7628472222"/>
                                          </p:val>
                                        </p:tav>
                                        <p:tav tm="56667">
                                          <p:val>
                                            <p:fltVal val="0.7628472222"/>
                                          </p:val>
                                        </p:tav>
                                        <p:tav tm="57000">
                                          <p:val>
                                            <p:fltVal val="0.7628472222"/>
                                          </p:val>
                                        </p:tav>
                                        <p:tav tm="57333">
                                          <p:val>
                                            <p:fltVal val="0.7628472222"/>
                                          </p:val>
                                        </p:tav>
                                        <p:tav tm="57667">
                                          <p:val>
                                            <p:fltVal val="0.7628472222"/>
                                          </p:val>
                                        </p:tav>
                                        <p:tav tm="58000">
                                          <p:val>
                                            <p:fltVal val="0.7628472222"/>
                                          </p:val>
                                        </p:tav>
                                        <p:tav tm="58333">
                                          <p:val>
                                            <p:fltVal val="0.7628472222"/>
                                          </p:val>
                                        </p:tav>
                                        <p:tav tm="58667">
                                          <p:val>
                                            <p:fltVal val="0.7628472222"/>
                                          </p:val>
                                        </p:tav>
                                        <p:tav tm="59000">
                                          <p:val>
                                            <p:fltVal val="0.7628472222"/>
                                          </p:val>
                                        </p:tav>
                                        <p:tav tm="59333">
                                          <p:val>
                                            <p:fltVal val="0.7628472222"/>
                                          </p:val>
                                        </p:tav>
                                        <p:tav tm="59667">
                                          <p:val>
                                            <p:fltVal val="0.7628472222"/>
                                          </p:val>
                                        </p:tav>
                                        <p:tav tm="60000">
                                          <p:val>
                                            <p:fltVal val="0.7628472222"/>
                                          </p:val>
                                        </p:tav>
                                        <p:tav tm="60333">
                                          <p:val>
                                            <p:fltVal val="0.7628472222"/>
                                          </p:val>
                                        </p:tav>
                                        <p:tav tm="60667">
                                          <p:val>
                                            <p:fltVal val="0.7628472222"/>
                                          </p:val>
                                        </p:tav>
                                        <p:tav tm="61000">
                                          <p:val>
                                            <p:fltVal val="0.7628472222"/>
                                          </p:val>
                                        </p:tav>
                                        <p:tav tm="61333">
                                          <p:val>
                                            <p:fltVal val="0.7628472222"/>
                                          </p:val>
                                        </p:tav>
                                        <p:tav tm="61667">
                                          <p:val>
                                            <p:fltVal val="0.7628472222"/>
                                          </p:val>
                                        </p:tav>
                                        <p:tav tm="62000">
                                          <p:val>
                                            <p:fltVal val="0.7628472222"/>
                                          </p:val>
                                        </p:tav>
                                        <p:tav tm="62333">
                                          <p:val>
                                            <p:fltVal val="0.7628472222"/>
                                          </p:val>
                                        </p:tav>
                                        <p:tav tm="62667">
                                          <p:val>
                                            <p:fltVal val="0.7628472222"/>
                                          </p:val>
                                        </p:tav>
                                        <p:tav tm="63000">
                                          <p:val>
                                            <p:fltVal val="0.7628472222"/>
                                          </p:val>
                                        </p:tav>
                                        <p:tav tm="63333">
                                          <p:val>
                                            <p:fltVal val="0.7628472222"/>
                                          </p:val>
                                        </p:tav>
                                        <p:tav tm="63667">
                                          <p:val>
                                            <p:fltVal val="0.7628472222"/>
                                          </p:val>
                                        </p:tav>
                                        <p:tav tm="64000">
                                          <p:val>
                                            <p:fltVal val="0.7628472222"/>
                                          </p:val>
                                        </p:tav>
                                        <p:tav tm="64333">
                                          <p:val>
                                            <p:fltVal val="0.7628472222"/>
                                          </p:val>
                                        </p:tav>
                                        <p:tav tm="64667">
                                          <p:val>
                                            <p:fltVal val="0.7628472222"/>
                                          </p:val>
                                        </p:tav>
                                        <p:tav tm="65000">
                                          <p:val>
                                            <p:fltVal val="0.7628472222"/>
                                          </p:val>
                                        </p:tav>
                                        <p:tav tm="65333">
                                          <p:val>
                                            <p:fltVal val="0.7628472222"/>
                                          </p:val>
                                        </p:tav>
                                        <p:tav tm="65667">
                                          <p:val>
                                            <p:fltVal val="0.7628472222"/>
                                          </p:val>
                                        </p:tav>
                                        <p:tav tm="66000">
                                          <p:val>
                                            <p:fltVal val="0.7628472222"/>
                                          </p:val>
                                        </p:tav>
                                        <p:tav tm="66333">
                                          <p:val>
                                            <p:fltVal val="0.7628472222"/>
                                          </p:val>
                                        </p:tav>
                                        <p:tav tm="66667">
                                          <p:val>
                                            <p:fltVal val="0.7628472222"/>
                                          </p:val>
                                        </p:tav>
                                        <p:tav tm="67000">
                                          <p:val>
                                            <p:fltVal val="0.7628472222"/>
                                          </p:val>
                                        </p:tav>
                                        <p:tav tm="67333">
                                          <p:val>
                                            <p:fltVal val="0.7628472222"/>
                                          </p:val>
                                        </p:tav>
                                        <p:tav tm="67667">
                                          <p:val>
                                            <p:fltVal val="0.7628472222"/>
                                          </p:val>
                                        </p:tav>
                                        <p:tav tm="68000">
                                          <p:val>
                                            <p:fltVal val="0.7628472222"/>
                                          </p:val>
                                        </p:tav>
                                        <p:tav tm="68333">
                                          <p:val>
                                            <p:fltVal val="0.7628472222"/>
                                          </p:val>
                                        </p:tav>
                                        <p:tav tm="68667">
                                          <p:val>
                                            <p:fltVal val="0.7628472222"/>
                                          </p:val>
                                        </p:tav>
                                        <p:tav tm="69000">
                                          <p:val>
                                            <p:fltVal val="0.7628472222"/>
                                          </p:val>
                                        </p:tav>
                                        <p:tav tm="69333">
                                          <p:val>
                                            <p:fltVal val="0.7628472222"/>
                                          </p:val>
                                        </p:tav>
                                        <p:tav tm="69667">
                                          <p:val>
                                            <p:fltVal val="0.7628472222"/>
                                          </p:val>
                                        </p:tav>
                                        <p:tav tm="70000">
                                          <p:val>
                                            <p:fltVal val="0.7628472222"/>
                                          </p:val>
                                        </p:tav>
                                        <p:tav tm="70333">
                                          <p:val>
                                            <p:fltVal val="0.7628472222"/>
                                          </p:val>
                                        </p:tav>
                                        <p:tav tm="70667">
                                          <p:val>
                                            <p:fltVal val="0.7628472222"/>
                                          </p:val>
                                        </p:tav>
                                        <p:tav tm="71000">
                                          <p:val>
                                            <p:fltVal val="0.7628472222"/>
                                          </p:val>
                                        </p:tav>
                                        <p:tav tm="71333">
                                          <p:val>
                                            <p:fltVal val="0.7628472222"/>
                                          </p:val>
                                        </p:tav>
                                        <p:tav tm="71667">
                                          <p:val>
                                            <p:fltVal val="0.7628472222"/>
                                          </p:val>
                                        </p:tav>
                                        <p:tav tm="72000">
                                          <p:val>
                                            <p:fltVal val="0.7628472222"/>
                                          </p:val>
                                        </p:tav>
                                        <p:tav tm="72333">
                                          <p:val>
                                            <p:fltVal val="0.7628472222"/>
                                          </p:val>
                                        </p:tav>
                                        <p:tav tm="72667">
                                          <p:val>
                                            <p:fltVal val="0.7628472222"/>
                                          </p:val>
                                        </p:tav>
                                        <p:tav tm="73000">
                                          <p:val>
                                            <p:fltVal val="0.7628472222"/>
                                          </p:val>
                                        </p:tav>
                                        <p:tav tm="73333">
                                          <p:val>
                                            <p:fltVal val="0.7628472222"/>
                                          </p:val>
                                        </p:tav>
                                        <p:tav tm="73667">
                                          <p:val>
                                            <p:fltVal val="0.7628472222"/>
                                          </p:val>
                                        </p:tav>
                                        <p:tav tm="74000">
                                          <p:val>
                                            <p:fltVal val="0.7628472222"/>
                                          </p:val>
                                        </p:tav>
                                        <p:tav tm="74333">
                                          <p:val>
                                            <p:fltVal val="0.7628472222"/>
                                          </p:val>
                                        </p:tav>
                                        <p:tav tm="74667">
                                          <p:val>
                                            <p:fltVal val="0.7628472222"/>
                                          </p:val>
                                        </p:tav>
                                        <p:tav tm="75000">
                                          <p:val>
                                            <p:fltVal val="0.7628472222"/>
                                          </p:val>
                                        </p:tav>
                                        <p:tav tm="75333">
                                          <p:val>
                                            <p:fltVal val="0.7628472222"/>
                                          </p:val>
                                        </p:tav>
                                        <p:tav tm="75667">
                                          <p:val>
                                            <p:fltVal val="0.7628472222"/>
                                          </p:val>
                                        </p:tav>
                                        <p:tav tm="76000">
                                          <p:val>
                                            <p:fltVal val="0.7628472222"/>
                                          </p:val>
                                        </p:tav>
                                        <p:tav tm="76333">
                                          <p:val>
                                            <p:fltVal val="0.7628472222"/>
                                          </p:val>
                                        </p:tav>
                                        <p:tav tm="76667">
                                          <p:val>
                                            <p:fltVal val="0.7628472222"/>
                                          </p:val>
                                        </p:tav>
                                        <p:tav tm="77000">
                                          <p:val>
                                            <p:fltVal val="0.7628472222"/>
                                          </p:val>
                                        </p:tav>
                                        <p:tav tm="77333">
                                          <p:val>
                                            <p:fltVal val="0.7628472222"/>
                                          </p:val>
                                        </p:tav>
                                        <p:tav tm="77667">
                                          <p:val>
                                            <p:fltVal val="0.7628472222"/>
                                          </p:val>
                                        </p:tav>
                                        <p:tav tm="78000">
                                          <p:val>
                                            <p:fltVal val="0.7628472222"/>
                                          </p:val>
                                        </p:tav>
                                        <p:tav tm="78333">
                                          <p:val>
                                            <p:fltVal val="0.7628472222"/>
                                          </p:val>
                                        </p:tav>
                                        <p:tav tm="78667">
                                          <p:val>
                                            <p:fltVal val="0.7628472222"/>
                                          </p:val>
                                        </p:tav>
                                        <p:tav tm="79000">
                                          <p:val>
                                            <p:fltVal val="0.7628472222"/>
                                          </p:val>
                                        </p:tav>
                                        <p:tav tm="79333">
                                          <p:val>
                                            <p:fltVal val="0.7628472222"/>
                                          </p:val>
                                        </p:tav>
                                        <p:tav tm="79667">
                                          <p:val>
                                            <p:fltVal val="0.7628472222"/>
                                          </p:val>
                                        </p:tav>
                                        <p:tav tm="80000">
                                          <p:val>
                                            <p:fltVal val="0.7628472222"/>
                                          </p:val>
                                        </p:tav>
                                        <p:tav tm="80333">
                                          <p:val>
                                            <p:fltVal val="0.7628472222"/>
                                          </p:val>
                                        </p:tav>
                                        <p:tav tm="80667">
                                          <p:val>
                                            <p:fltVal val="0.7628472222"/>
                                          </p:val>
                                        </p:tav>
                                        <p:tav tm="81000">
                                          <p:val>
                                            <p:fltVal val="0.7628472222"/>
                                          </p:val>
                                        </p:tav>
                                        <p:tav tm="81333">
                                          <p:val>
                                            <p:fltVal val="0.7628472222"/>
                                          </p:val>
                                        </p:tav>
                                        <p:tav tm="81667">
                                          <p:val>
                                            <p:fltVal val="0.7628472222"/>
                                          </p:val>
                                        </p:tav>
                                        <p:tav tm="82000">
                                          <p:val>
                                            <p:fltVal val="0.7628472222"/>
                                          </p:val>
                                        </p:tav>
                                        <p:tav tm="82333">
                                          <p:val>
                                            <p:fltVal val="0.7628472222"/>
                                          </p:val>
                                        </p:tav>
                                        <p:tav tm="82667">
                                          <p:val>
                                            <p:fltVal val="0.7628472222"/>
                                          </p:val>
                                        </p:tav>
                                        <p:tav tm="83000">
                                          <p:val>
                                            <p:fltVal val="0.7628472222"/>
                                          </p:val>
                                        </p:tav>
                                        <p:tav tm="83333">
                                          <p:val>
                                            <p:fltVal val="0.7628472222"/>
                                          </p:val>
                                        </p:tav>
                                        <p:tav tm="83667">
                                          <p:val>
                                            <p:fltVal val="0.7628472222"/>
                                          </p:val>
                                        </p:tav>
                                        <p:tav tm="84000">
                                          <p:val>
                                            <p:fltVal val="0.7628472222"/>
                                          </p:val>
                                        </p:tav>
                                        <p:tav tm="84333">
                                          <p:val>
                                            <p:fltVal val="0.7628472222"/>
                                          </p:val>
                                        </p:tav>
                                        <p:tav tm="84667">
                                          <p:val>
                                            <p:fltVal val="0.7628472222"/>
                                          </p:val>
                                        </p:tav>
                                        <p:tav tm="85000">
                                          <p:val>
                                            <p:fltVal val="0.7628472222"/>
                                          </p:val>
                                        </p:tav>
                                        <p:tav tm="85333">
                                          <p:val>
                                            <p:fltVal val="0.7628472222"/>
                                          </p:val>
                                        </p:tav>
                                        <p:tav tm="85667">
                                          <p:val>
                                            <p:fltVal val="0.7628472222"/>
                                          </p:val>
                                        </p:tav>
                                        <p:tav tm="86000">
                                          <p:val>
                                            <p:fltVal val="0.7628472222"/>
                                          </p:val>
                                        </p:tav>
                                        <p:tav tm="86333">
                                          <p:val>
                                            <p:fltVal val="0.7628472222"/>
                                          </p:val>
                                        </p:tav>
                                        <p:tav tm="86667">
                                          <p:val>
                                            <p:fltVal val="0.7628472222"/>
                                          </p:val>
                                        </p:tav>
                                        <p:tav tm="87000">
                                          <p:val>
                                            <p:fltVal val="0.7628472222"/>
                                          </p:val>
                                        </p:tav>
                                        <p:tav tm="87333">
                                          <p:val>
                                            <p:fltVal val="0.7628472222"/>
                                          </p:val>
                                        </p:tav>
                                        <p:tav tm="87667">
                                          <p:val>
                                            <p:fltVal val="0.7628472222"/>
                                          </p:val>
                                        </p:tav>
                                        <p:tav tm="88000">
                                          <p:val>
                                            <p:fltVal val="0.7628472222"/>
                                          </p:val>
                                        </p:tav>
                                        <p:tav tm="88333">
                                          <p:val>
                                            <p:fltVal val="0.7628472222"/>
                                          </p:val>
                                        </p:tav>
                                        <p:tav tm="88667">
                                          <p:val>
                                            <p:fltVal val="0.7628472222"/>
                                          </p:val>
                                        </p:tav>
                                        <p:tav tm="89000">
                                          <p:val>
                                            <p:fltVal val="0.7628472222"/>
                                          </p:val>
                                        </p:tav>
                                        <p:tav tm="89333">
                                          <p:val>
                                            <p:fltVal val="0.7628472222"/>
                                          </p:val>
                                        </p:tav>
                                        <p:tav tm="89667">
                                          <p:val>
                                            <p:fltVal val="0.7628472222"/>
                                          </p:val>
                                        </p:tav>
                                        <p:tav tm="90000">
                                          <p:val>
                                            <p:fltVal val="0.7093750000"/>
                                          </p:val>
                                        </p:tav>
                                        <p:tav tm="90333">
                                          <p:val>
                                            <p:fltVal val="0.7093750000"/>
                                          </p:val>
                                        </p:tav>
                                        <p:tav tm="90667">
                                          <p:val>
                                            <p:fltVal val="0.7093750000"/>
                                          </p:val>
                                        </p:tav>
                                        <p:tav tm="91000">
                                          <p:val>
                                            <p:fltVal val="0.7093750000"/>
                                          </p:val>
                                        </p:tav>
                                        <p:tav tm="91333">
                                          <p:val>
                                            <p:fltVal val="0.7093750000"/>
                                          </p:val>
                                        </p:tav>
                                        <p:tav tm="91667">
                                          <p:val>
                                            <p:fltVal val="0.7093750000"/>
                                          </p:val>
                                        </p:tav>
                                        <p:tav tm="92000">
                                          <p:val>
                                            <p:fltVal val="0.7093750000"/>
                                          </p:val>
                                        </p:tav>
                                        <p:tav tm="92333">
                                          <p:val>
                                            <p:fltVal val="0.7093750000"/>
                                          </p:val>
                                        </p:tav>
                                        <p:tav tm="92667">
                                          <p:val>
                                            <p:fltVal val="0.7093750000"/>
                                          </p:val>
                                        </p:tav>
                                        <p:tav tm="93000">
                                          <p:val>
                                            <p:fltVal val="0.7093750000"/>
                                          </p:val>
                                        </p:tav>
                                        <p:tav tm="93333">
                                          <p:val>
                                            <p:fltVal val="0.7093750000"/>
                                          </p:val>
                                        </p:tav>
                                        <p:tav tm="93667">
                                          <p:val>
                                            <p:fltVal val="0.7093750000"/>
                                          </p:val>
                                        </p:tav>
                                        <p:tav tm="94000">
                                          <p:val>
                                            <p:fltVal val="0.7093750000"/>
                                          </p:val>
                                        </p:tav>
                                        <p:tav tm="94333">
                                          <p:val>
                                            <p:fltVal val="0.7093750000"/>
                                          </p:val>
                                        </p:tav>
                                        <p:tav tm="94667">
                                          <p:val>
                                            <p:fltVal val="0.7093750000"/>
                                          </p:val>
                                        </p:tav>
                                        <p:tav tm="95000">
                                          <p:val>
                                            <p:fltVal val="0.7093750000"/>
                                          </p:val>
                                        </p:tav>
                                        <p:tav tm="95333">
                                          <p:val>
                                            <p:fltVal val="0.7093750000"/>
                                          </p:val>
                                        </p:tav>
                                        <p:tav tm="95667">
                                          <p:val>
                                            <p:fltVal val="0.7093750000"/>
                                          </p:val>
                                        </p:tav>
                                        <p:tav tm="96000">
                                          <p:val>
                                            <p:fltVal val="0.7093750000"/>
                                          </p:val>
                                        </p:tav>
                                        <p:tav tm="96333">
                                          <p:val>
                                            <p:fltVal val="0.7093750000"/>
                                          </p:val>
                                        </p:tav>
                                        <p:tav tm="96667">
                                          <p:val>
                                            <p:fltVal val="0.7093750000"/>
                                          </p:val>
                                        </p:tav>
                                        <p:tav tm="97000">
                                          <p:val>
                                            <p:fltVal val="0.7093750000"/>
                                          </p:val>
                                        </p:tav>
                                        <p:tav tm="97333">
                                          <p:val>
                                            <p:fltVal val="0.7093750000"/>
                                          </p:val>
                                        </p:tav>
                                        <p:tav tm="97667">
                                          <p:val>
                                            <p:fltVal val="0.7093750000"/>
                                          </p:val>
                                        </p:tav>
                                        <p:tav tm="98000">
                                          <p:val>
                                            <p:fltVal val="0.7093750000"/>
                                          </p:val>
                                        </p:tav>
                                        <p:tav tm="98333">
                                          <p:val>
                                            <p:fltVal val="0.7093750000"/>
                                          </p:val>
                                        </p:tav>
                                        <p:tav tm="98667">
                                          <p:val>
                                            <p:fltVal val="0.7093750000"/>
                                          </p:val>
                                        </p:tav>
                                        <p:tav tm="99000">
                                          <p:val>
                                            <p:fltVal val="0.7093750000"/>
                                          </p:val>
                                        </p:tav>
                                        <p:tav tm="99333">
                                          <p:val>
                                            <p:fltVal val="0.7093750000"/>
                                          </p:val>
                                        </p:tav>
                                        <p:tav tm="99667">
                                          <p:val>
                                            <p:fltVal val="0.7093750000"/>
                                          </p:val>
                                        </p:tav>
                                        <p:tav tm="100000">
                                          <p:val>
                                            <p:fltVal val="0.7093750000"/>
                                          </p:val>
                                        </p:tav>
                                      </p:tavLst>
                                    </p:anim>
                                    <p:anim calcmode="lin" valueType="num">
                                      <p:cBhvr additive="base">
                                        <p:cTn id="27" dur="10000" fill="hold">
                                          <p:stCondLst>
                                            <p:cond delay="0"/>
                                          </p:stCondLst>
                                        </p:cTn>
                                        <p:tgtEl>
                                          <p:spTgt spid="10027"/>
                                        </p:tgtEl>
                                        <p:attrNameLst>
                                          <p:attrName>ppt_x</p:attrName>
                                        </p:attrNameLst>
                                      </p:cBhvr>
                                      <p:tavLst>
                                        <p:tav tm="0">
                                          <p:val>
                                            <p:fltVal val="0.7782204861"/>
                                          </p:val>
                                        </p:tav>
                                        <p:tav tm="333">
                                          <p:val>
                                            <p:fltVal val="0.7782204861"/>
                                          </p:val>
                                        </p:tav>
                                        <p:tav tm="667">
                                          <p:val>
                                            <p:fltVal val="0.7782204861"/>
                                          </p:val>
                                        </p:tav>
                                        <p:tav tm="1000">
                                          <p:val>
                                            <p:fltVal val="0.7782204861"/>
                                          </p:val>
                                        </p:tav>
                                        <p:tav tm="1333">
                                          <p:val>
                                            <p:fltVal val="0.7782204861"/>
                                          </p:val>
                                        </p:tav>
                                        <p:tav tm="1667">
                                          <p:val>
                                            <p:fltVal val="0.7782204861"/>
                                          </p:val>
                                        </p:tav>
                                        <p:tav tm="2000">
                                          <p:val>
                                            <p:fltVal val="0.7782204861"/>
                                          </p:val>
                                        </p:tav>
                                        <p:tav tm="2333">
                                          <p:val>
                                            <p:fltVal val="0.7782204861"/>
                                          </p:val>
                                        </p:tav>
                                        <p:tav tm="2667">
                                          <p:val>
                                            <p:fltVal val="0.7782204861"/>
                                          </p:val>
                                        </p:tav>
                                        <p:tav tm="3000">
                                          <p:val>
                                            <p:fltVal val="0.7782204861"/>
                                          </p:val>
                                        </p:tav>
                                        <p:tav tm="3333">
                                          <p:val>
                                            <p:fltVal val="0.7782204861"/>
                                          </p:val>
                                        </p:tav>
                                        <p:tav tm="3667">
                                          <p:val>
                                            <p:fltVal val="0.7782204861"/>
                                          </p:val>
                                        </p:tav>
                                        <p:tav tm="4000">
                                          <p:val>
                                            <p:fltVal val="0.7782204861"/>
                                          </p:val>
                                        </p:tav>
                                        <p:tav tm="4333">
                                          <p:val>
                                            <p:fltVal val="0.7782204861"/>
                                          </p:val>
                                        </p:tav>
                                        <p:tav tm="4667">
                                          <p:val>
                                            <p:fltVal val="0.7782204861"/>
                                          </p:val>
                                        </p:tav>
                                        <p:tav tm="5000">
                                          <p:val>
                                            <p:fltVal val="0.7782204861"/>
                                          </p:val>
                                        </p:tav>
                                        <p:tav tm="5333">
                                          <p:val>
                                            <p:fltVal val="0.7782204861"/>
                                          </p:val>
                                        </p:tav>
                                        <p:tav tm="5667">
                                          <p:val>
                                            <p:fltVal val="0.7782204861"/>
                                          </p:val>
                                        </p:tav>
                                        <p:tav tm="6000">
                                          <p:val>
                                            <p:fltVal val="0.7782204861"/>
                                          </p:val>
                                        </p:tav>
                                        <p:tav tm="6333">
                                          <p:val>
                                            <p:fltVal val="0.7782204861"/>
                                          </p:val>
                                        </p:tav>
                                        <p:tav tm="6667">
                                          <p:val>
                                            <p:fltVal val="0.7782204861"/>
                                          </p:val>
                                        </p:tav>
                                        <p:tav tm="7000">
                                          <p:val>
                                            <p:fltVal val="0.7782204861"/>
                                          </p:val>
                                        </p:tav>
                                        <p:tav tm="7333">
                                          <p:val>
                                            <p:fltVal val="0.7782204861"/>
                                          </p:val>
                                        </p:tav>
                                        <p:tav tm="7667">
                                          <p:val>
                                            <p:fltVal val="0.7782204861"/>
                                          </p:val>
                                        </p:tav>
                                        <p:tav tm="8000">
                                          <p:val>
                                            <p:fltVal val="0.7782204861"/>
                                          </p:val>
                                        </p:tav>
                                        <p:tav tm="8333">
                                          <p:val>
                                            <p:fltVal val="0.7782204861"/>
                                          </p:val>
                                        </p:tav>
                                        <p:tav tm="8667">
                                          <p:val>
                                            <p:fltVal val="0.7782204861"/>
                                          </p:val>
                                        </p:tav>
                                        <p:tav tm="9000">
                                          <p:val>
                                            <p:fltVal val="0.7782204861"/>
                                          </p:val>
                                        </p:tav>
                                        <p:tav tm="9333">
                                          <p:val>
                                            <p:fltVal val="0.7782204861"/>
                                          </p:val>
                                        </p:tav>
                                        <p:tav tm="9667">
                                          <p:val>
                                            <p:fltVal val="0.7782204861"/>
                                          </p:val>
                                        </p:tav>
                                        <p:tav tm="10000">
                                          <p:val>
                                            <p:fltVal val="0.7782204861"/>
                                          </p:val>
                                        </p:tav>
                                        <p:tav tm="10333">
                                          <p:val>
                                            <p:fltVal val="0.7779970115"/>
                                          </p:val>
                                        </p:tav>
                                        <p:tav tm="10667">
                                          <p:val>
                                            <p:fltVal val="0.7773783787"/>
                                          </p:val>
                                        </p:tav>
                                        <p:tav tm="11000">
                                          <p:val>
                                            <p:fltVal val="0.7767939928"/>
                                          </p:val>
                                        </p:tav>
                                        <p:tav tm="11333">
                                          <p:val>
                                            <p:fltVal val="0.7766370346"/>
                                          </p:val>
                                        </p:tav>
                                        <p:tav tm="11667">
                                          <p:val>
                                            <p:fltVal val="0.7771452482"/>
                                          </p:val>
                                        </p:tav>
                                        <p:tav tm="12000">
                                          <p:val>
                                            <p:fltVal val="0.7783771232"/>
                                          </p:val>
                                        </p:tav>
                                        <p:tav tm="12333">
                                          <p:val>
                                            <p:fltVal val="0.7801138621"/>
                                          </p:val>
                                        </p:tav>
                                        <p:tav tm="12667">
                                          <p:val>
                                            <p:fltVal val="0.7819869734"/>
                                          </p:val>
                                        </p:tav>
                                        <p:tav tm="13000">
                                          <p:val>
                                            <p:fltVal val="0.7836096475"/>
                                          </p:val>
                                        </p:tav>
                                        <p:tav tm="13333">
                                          <p:val>
                                            <p:fltVal val="0.7847098893"/>
                                          </p:val>
                                        </p:tav>
                                        <p:tav tm="13667">
                                          <p:val>
                                            <p:fltVal val="0.7852405245"/>
                                          </p:val>
                                        </p:tav>
                                        <p:tav tm="14000">
                                          <p:val>
                                            <p:fltVal val="0.7853819889"/>
                                          </p:val>
                                        </p:tav>
                                        <p:tav tm="14333">
                                          <p:val>
                                            <p:fltVal val="0.7854683578"/>
                                          </p:val>
                                        </p:tav>
                                        <p:tav tm="14667">
                                          <p:val>
                                            <p:fltVal val="0.7858571563"/>
                                          </p:val>
                                        </p:tav>
                                        <p:tav tm="15000">
                                          <p:val>
                                            <p:fltVal val="0.7867897488"/>
                                          </p:val>
                                        </p:tav>
                                        <p:tav tm="15333">
                                          <p:val>
                                            <p:fltVal val="0.7883022999"/>
                                          </p:val>
                                        </p:tav>
                                        <p:tav tm="15667">
                                          <p:val>
                                            <p:fltVal val="0.7902147732"/>
                                          </p:val>
                                        </p:tav>
                                        <p:tav tm="16000">
                                          <p:val>
                                            <p:fltVal val="0.7922020745"/>
                                          </p:val>
                                        </p:tav>
                                        <p:tav tm="16333">
                                          <p:val>
                                            <p:fltVal val="0.7939191127"/>
                                          </p:val>
                                        </p:tav>
                                        <p:tav tm="16667">
                                          <p:val>
                                            <p:fltVal val="0.7951301731"/>
                                          </p:val>
                                        </p:tav>
                                        <p:tav tm="17000">
                                          <p:val>
                                            <p:fltVal val="0.7957944972"/>
                                          </p:val>
                                        </p:tav>
                                        <p:tav tm="17333">
                                          <p:val>
                                            <p:fltVal val="0.7960763992"/>
                                          </p:val>
                                        </p:tav>
                                        <p:tav tm="17667">
                                          <p:val>
                                            <p:fltVal val="0.7962777159"/>
                                          </p:val>
                                        </p:tav>
                                        <p:tav tm="18000">
                                          <p:val>
                                            <p:fltVal val="0.7967200187"/>
                                          </p:val>
                                        </p:tav>
                                        <p:tav tm="18333">
                                          <p:val>
                                            <p:fltVal val="0.7976220430"/>
                                          </p:val>
                                        </p:tav>
                                        <p:tav tm="18667">
                                          <p:val>
                                            <p:fltVal val="0.7990187844"/>
                                          </p:val>
                                        </p:tav>
                                        <p:tav tm="19000">
                                          <p:val>
                                            <p:fltVal val="0.8007518876"/>
                                          </p:val>
                                        </p:tav>
                                        <p:tav tm="19333">
                                          <p:val>
                                            <p:fltVal val="0.8025333252"/>
                                          </p:val>
                                        </p:tav>
                                        <p:tav tm="19667">
                                          <p:val>
                                            <p:fltVal val="0.8040566978"/>
                                          </p:val>
                                        </p:tav>
                                        <p:tav tm="20000">
                                          <p:val>
                                            <p:fltVal val="0.8051130385"/>
                                          </p:val>
                                        </p:tav>
                                        <p:tav tm="20333">
                                          <p:val>
                                            <p:fltVal val="0.8056672786"/>
                                          </p:val>
                                        </p:tav>
                                        <p:tav tm="20667">
                                          <p:val>
                                            <p:fltVal val="0.8058673754"/>
                                          </p:val>
                                        </p:tav>
                                        <p:tav tm="21000">
                                          <p:val>
                                            <p:fltVal val="0.8059841522"/>
                                          </p:val>
                                        </p:tav>
                                        <p:tav tm="21333">
                                          <p:val>
                                            <p:fltVal val="0.8063061202"/>
                                          </p:val>
                                        </p:tav>
                                        <p:tav tm="21667">
                                          <p:val>
                                            <p:fltVal val="0.8070300074"/>
                                          </p:val>
                                        </p:tav>
                                        <p:tav tm="22000">
                                          <p:val>
                                            <p:fltVal val="0.8081884331"/>
                                          </p:val>
                                        </p:tav>
                                        <p:tav tm="22333">
                                          <p:val>
                                            <p:fltVal val="0.8096412095"/>
                                          </p:val>
                                        </p:tav>
                                        <p:tav tm="22667">
                                          <p:val>
                                            <p:fltVal val="0.8111321299"/>
                                          </p:val>
                                        </p:tav>
                                        <p:tav tm="23000">
                                          <p:val>
                                            <p:fltVal val="0.8123883286"/>
                                          </p:val>
                                        </p:tav>
                                        <p:tav tm="23333">
                                          <p:val>
                                            <p:fltVal val="0.8132237312"/>
                                          </p:val>
                                        </p:tav>
                                        <p:tav tm="23667">
                                          <p:val>
                                            <p:fltVal val="0.8136074318"/>
                                          </p:val>
                                        </p:tav>
                                        <p:tav tm="24000">
                                          <p:val>
                                            <p:fltVal val="0.8136719542"/>
                                          </p:val>
                                        </p:tav>
                                        <p:tav tm="24333">
                                          <p:val>
                                            <p:fltVal val="0.8136596187"/>
                                          </p:val>
                                        </p:tav>
                                        <p:tav tm="24667">
                                          <p:val>
                                            <p:fltVal val="0.8138286557"/>
                                          </p:val>
                                        </p:tav>
                                        <p:tav tm="25000">
                                          <p:val>
                                            <p:fltVal val="0.8143554208"/>
                                          </p:val>
                                        </p:tav>
                                        <p:tav tm="25333">
                                          <p:val>
                                            <p:fltVal val="0.8152697302"/>
                                          </p:val>
                                        </p:tav>
                                        <p:tav tm="25667">
                                          <p:val>
                                            <p:fltVal val="0.8164469966"/>
                                          </p:val>
                                        </p:tav>
                                        <p:tav tm="26000">
                                          <p:val>
                                            <p:fltVal val="0.8176588630"/>
                                          </p:val>
                                        </p:tav>
                                        <p:tav tm="26333">
                                          <p:val>
                                            <p:fltVal val="0.8186619027"/>
                                          </p:val>
                                        </p:tav>
                                        <p:tav tm="26667">
                                          <p:val>
                                            <p:fltVal val="0.8192900329"/>
                                          </p:val>
                                        </p:tav>
                                        <p:tav tm="27000">
                                          <p:val>
                                            <p:fltVal val="0.8195156544"/>
                                          </p:val>
                                        </p:tav>
                                        <p:tav tm="27333">
                                          <p:val>
                                            <p:fltVal val="0.8194571259"/>
                                          </p:val>
                                        </p:tav>
                                        <p:tav tm="27667">
                                          <p:val>
                                            <p:fltVal val="0.8193309488"/>
                                          </p:val>
                                        </p:tav>
                                        <p:tav tm="28000">
                                          <p:val>
                                            <p:fltVal val="0.8193679578"/>
                                          </p:val>
                                        </p:tav>
                                        <p:tav tm="28333">
                                          <p:val>
                                            <p:fltVal val="0.8197259731"/>
                                          </p:val>
                                        </p:tav>
                                        <p:tav tm="28667">
                                          <p:val>
                                            <p:fltVal val="0.8204319851"/>
                                          </p:val>
                                        </p:tav>
                                        <p:tav tm="29000">
                                          <p:val>
                                            <p:fltVal val="0.8213750426"/>
                                          </p:val>
                                        </p:tav>
                                        <p:tav tm="29333">
                                          <p:val>
                                            <p:fltVal val="0.8223513988"/>
                                          </p:val>
                                        </p:tav>
                                        <p:tav tm="29667">
                                          <p:val>
                                            <p:fltVal val="0.8231436938"/>
                                          </p:val>
                                        </p:tav>
                                        <p:tav tm="30000">
                                          <p:val>
                                            <p:fltVal val="0.8236035069"/>
                                          </p:val>
                                        </p:tav>
                                        <p:tav tm="30333">
                                          <p:val>
                                            <p:fltVal val="0.8237060243"/>
                                          </p:val>
                                        </p:tav>
                                        <p:tav tm="30667">
                                          <p:val>
                                            <p:fltVal val="0.8235567999"/>
                                          </p:val>
                                        </p:tav>
                                        <p:tav tm="31000">
                                          <p:val>
                                            <p:fltVal val="0.8233491250"/>
                                          </p:val>
                                        </p:tav>
                                        <p:tav tm="31333">
                                          <p:val>
                                            <p:fltVal val="0.8232892138"/>
                                          </p:val>
                                        </p:tav>
                                        <p:tav tm="31667">
                                          <p:val>
                                            <p:fltVal val="0.8235181795"/>
                                          </p:val>
                                        </p:tav>
                                        <p:tav tm="32000">
                                          <p:val>
                                            <p:fltVal val="0.8240603394"/>
                                          </p:val>
                                        </p:tav>
                                        <p:tav tm="32333">
                                          <p:val>
                                            <p:fltVal val="0.8248167865"/>
                                          </p:val>
                                        </p:tav>
                                        <p:tav tm="32667">
                                          <p:val>
                                            <p:fltVal val="0.8256056400"/>
                                          </p:val>
                                        </p:tav>
                                        <p:tav tm="33000">
                                          <p:val>
                                            <p:fltVal val="0.8262327315"/>
                                          </p:val>
                                        </p:tav>
                                        <p:tav tm="33333">
                                          <p:val>
                                            <p:fltVal val="0.8265653474"/>
                                          </p:val>
                                        </p:tav>
                                        <p:tav tm="33667">
                                          <p:val>
                                            <p:fltVal val="0.8265811092"/>
                                          </p:val>
                                        </p:tav>
                                        <p:tav tm="34000">
                                          <p:val>
                                            <p:fltVal val="0.8263740868"/>
                                          </p:val>
                                        </p:tav>
                                        <p:tav tm="34333">
                                          <p:val>
                                            <p:fltVal val="0.8261167916"/>
                                          </p:val>
                                        </p:tav>
                                        <p:tav tm="34667">
                                          <p:val>
                                            <p:fltVal val="0.8259933907"/>
                                          </p:val>
                                        </p:tav>
                                        <p:tav tm="35000">
                                          <p:val>
                                            <p:fltVal val="0.8261300105"/>
                                          </p:val>
                                        </p:tav>
                                        <p:tav tm="35333">
                                          <p:val>
                                            <p:fltVal val="0.8265485159"/>
                                          </p:val>
                                        </p:tav>
                                        <p:tav tm="35667">
                                          <p:val>
                                            <p:fltVal val="0.8271606979"/>
                                          </p:val>
                                        </p:tav>
                                        <p:tav tm="36000">
                                          <p:val>
                                            <p:fltVal val="0.8278041607"/>
                                          </p:val>
                                        </p:tav>
                                        <p:tav tm="36333">
                                          <p:val>
                                            <p:fltVal val="0.8283054217"/>
                                          </p:val>
                                        </p:tav>
                                        <p:tav tm="36667">
                                          <p:val>
                                            <p:fltVal val="0.8285457848"/>
                                          </p:val>
                                        </p:tav>
                                        <p:tav tm="37000">
                                          <p:val>
                                            <p:fltVal val="0.8285050450"/>
                                          </p:val>
                                        </p:tav>
                                        <p:tav tm="37333">
                                          <p:val>
                                            <p:fltVal val="0.8282670156"/>
                                          </p:val>
                                        </p:tav>
                                        <p:tav tm="37667">
                                          <p:val>
                                            <p:fltVal val="0.8279856422"/>
                                          </p:val>
                                        </p:tav>
                                        <p:tav tm="38000">
                                          <p:val>
                                            <p:fltVal val="0.8278253852"/>
                                          </p:val>
                                        </p:tav>
                                        <p:tav tm="38333">
                                          <p:val>
                                            <p:fltVal val="0.8278989609"/>
                                          </p:val>
                                        </p:tav>
                                        <p:tav tm="38667">
                                          <p:val>
                                            <p:fltVal val="0.8282260155"/>
                                          </p:val>
                                        </p:tav>
                                        <p:tav tm="39000">
                                          <p:val>
                                            <p:fltVal val="0.8287278704"/>
                                          </p:val>
                                        </p:tav>
                                        <p:tav tm="39333">
                                          <p:val>
                                            <p:fltVal val="0.8292595184"/>
                                          </p:val>
                                        </p:tav>
                                        <p:tav tm="39667">
                                          <p:val>
                                            <p:fltVal val="0.8296659517"/>
                                          </p:val>
                                        </p:tav>
                                        <p:tav tm="40000">
                                          <p:val>
                                            <p:fltVal val="0.8298410053"/>
                                          </p:val>
                                        </p:tav>
                                        <p:tav tm="40333">
                                          <p:val>
                                            <p:fltVal val="0.8297664340"/>
                                          </p:val>
                                        </p:tav>
                                        <p:tav tm="40667">
                                          <p:val>
                                            <p:fltVal val="0.8295169084"/>
                                          </p:val>
                                        </p:tav>
                                        <p:tav tm="41000">
                                          <p:val>
                                            <p:fltVal val="0.8292298038"/>
                                          </p:val>
                                        </p:tav>
                                        <p:tav tm="41333">
                                          <p:val>
                                            <p:fltVal val="0.8290519805"/>
                                          </p:val>
                                        </p:tav>
                                        <p:tav tm="41667">
                                          <p:val>
                                            <p:fltVal val="0.8290841699"/>
                                          </p:val>
                                        </p:tav>
                                        <p:tav tm="42000">
                                          <p:val>
                                            <p:fltVal val="0.8293440236"/>
                                          </p:val>
                                        </p:tav>
                                        <p:tav tm="42333">
                                          <p:val>
                                            <p:fltVal val="0.8297613648"/>
                                          </p:val>
                                        </p:tav>
                                        <p:tav tm="42667">
                                          <p:val>
                                            <p:fltVal val="0.8302067144"/>
                                          </p:val>
                                        </p:tav>
                                        <p:tav tm="43000">
                                          <p:val>
                                            <p:fltVal val="0.8305415742"/>
                                          </p:val>
                                        </p:tav>
                                        <p:tav tm="43333">
                                          <p:val>
                                            <p:fltVal val="0.8306709896"/>
                                          </p:val>
                                        </p:tav>
                                        <p:tav tm="43667">
                                          <p:val>
                                            <p:fltVal val="0.8305784903"/>
                                          </p:val>
                                        </p:tav>
                                        <p:tav tm="44000">
                                          <p:val>
                                            <p:fltVal val="0.8303306041"/>
                                          </p:val>
                                        </p:tav>
                                        <p:tav tm="44333">
                                          <p:val>
                                            <p:fltVal val="0.8300499230"/>
                                          </p:val>
                                        </p:tav>
                                        <p:tav tm="44667">
                                          <p:val>
                                            <p:fltVal val="0.8298675945"/>
                                          </p:val>
                                        </p:tav>
                                        <p:tav tm="45000">
                                          <p:val>
                                            <p:fltVal val="0.8298736432"/>
                                          </p:val>
                                        </p:tav>
                                        <p:tav tm="45333">
                                          <p:val>
                                            <p:fltVal val="0.8300839326"/>
                                          </p:val>
                                        </p:tav>
                                        <p:tav tm="45667">
                                          <p:val>
                                            <p:fltVal val="0.8304358735"/>
                                          </p:val>
                                        </p:tav>
                                        <p:tav tm="46000">
                                          <p:val>
                                            <p:fltVal val="0.8308138570"/>
                                          </p:val>
                                        </p:tav>
                                        <p:tav tm="46333">
                                          <p:val>
                                            <p:fltVal val="0.8310941406"/>
                                          </p:val>
                                        </p:tav>
                                        <p:tav tm="46667">
                                          <p:val>
                                            <p:fltVal val="0.8311918024"/>
                                          </p:val>
                                        </p:tav>
                                        <p:tav tm="47000">
                                          <p:val>
                                            <p:fltVal val="0.8310919801"/>
                                          </p:val>
                                        </p:tav>
                                        <p:tav tm="47333">
                                          <p:val>
                                            <p:fltVal val="0.8308539519"/>
                                          </p:val>
                                        </p:tav>
                                        <p:tav tm="47667">
                                          <p:val>
                                            <p:fltVal val="0.8305871221"/>
                                          </p:val>
                                        </p:tav>
                                        <p:tav tm="48000">
                                          <p:val>
                                            <p:fltVal val="0.8304086114"/>
                                          </p:val>
                                        </p:tav>
                                        <p:tav tm="48333">
                                          <p:val>
                                            <p:fltVal val="0.8303988807"/>
                                          </p:val>
                                        </p:tav>
                                        <p:tav tm="48667">
                                          <p:val>
                                            <p:fltVal val="0.8305721910"/>
                                          </p:val>
                                        </p:tav>
                                        <p:tav tm="49000">
                                          <p:val>
                                            <p:fltVal val="0.8308727257"/>
                                          </p:val>
                                        </p:tav>
                                        <p:tav tm="49333">
                                          <p:val>
                                            <p:fltVal val="0.8311972650"/>
                                          </p:val>
                                        </p:tav>
                                        <p:tav tm="49667">
                                          <p:val>
                                            <p:fltVal val="0.8314352558"/>
                                          </p:val>
                                        </p:tav>
                                        <p:tav tm="50000">
                                          <p:val>
                                            <p:fltVal val="0.8315107531"/>
                                          </p:val>
                                        </p:tav>
                                        <p:tav tm="50333">
                                          <p:val>
                                            <p:fltVal val="0.8314103529"/>
                                          </p:val>
                                        </p:tav>
                                        <p:tav tm="50667">
                                          <p:val>
                                            <p:fltVal val="0.8311868776"/>
                                          </p:val>
                                        </p:tav>
                                        <p:tav tm="51000">
                                          <p:val>
                                            <p:fltVal val="0.8309379672"/>
                                          </p:val>
                                        </p:tav>
                                        <p:tav tm="51333">
                                          <p:val>
                                            <p:fltVal val="0.8307682205"/>
                                          </p:val>
                                        </p:tav>
                                        <p:tav tm="51667">
                                          <p:val>
                                            <p:fltVal val="0.8307495550"/>
                                          </p:val>
                                        </p:tav>
                                        <p:tav tm="52000">
                                          <p:val>
                                            <p:fltVal val="0.8308947950"/>
                                          </p:val>
                                        </p:tav>
                                        <p:tav tm="52333">
                                          <p:val>
                                            <p:fltVal val="0.8311541680"/>
                                          </p:val>
                                        </p:tav>
                                        <p:tav tm="52667">
                                          <p:val>
                                            <p:fltVal val="0.8314355206"/>
                                          </p:val>
                                        </p:tav>
                                        <p:tav tm="53000">
                                          <p:val>
                                            <p:fltVal val="0.8316400868"/>
                                          </p:val>
                                        </p:tav>
                                        <p:tav tm="53333">
                                          <p:val>
                                            <p:fltVal val="0.8316999547"/>
                                          </p:val>
                                        </p:tav>
                                        <p:tav tm="53667">
                                          <p:val>
                                            <p:fltVal val="0.8316030399"/>
                                          </p:val>
                                        </p:tav>
                                        <p:tav tm="54000">
                                          <p:val>
                                            <p:fltVal val="0.8313964163"/>
                                          </p:val>
                                        </p:tav>
                                        <p:tav tm="54333">
                                          <p:val>
                                            <p:fltVal val="0.8311672279"/>
                                          </p:val>
                                        </p:tav>
                                        <p:tav tm="54667">
                                          <p:val>
                                            <p:fltVal val="0.8310088942"/>
                                          </p:val>
                                        </p:tav>
                                        <p:tav tm="55000">
                                          <p:val>
                                            <p:fltVal val="0.8309856998"/>
                                          </p:val>
                                        </p:tav>
                                        <p:tav tm="55333">
                                          <p:val>
                                            <p:fltVal val="0.8311091800"/>
                                          </p:val>
                                        </p:tav>
                                        <p:tav tm="55667">
                                          <p:val>
                                            <p:fltVal val="0.8313349557"/>
                                          </p:val>
                                        </p:tav>
                                        <p:tav tm="56000">
                                          <p:val>
                                            <p:fltVal val="0.8315807563"/>
                                          </p:val>
                                        </p:tav>
                                        <p:tav tm="56333">
                                          <p:val>
                                            <p:fltVal val="0.8317583502"/>
                                          </p:val>
                                        </p:tav>
                                        <p:tav tm="56667">
                                          <p:val>
                                            <p:fltVal val="0.8318070115"/>
                                          </p:val>
                                        </p:tav>
                                        <p:tav tm="57000">
                                          <p:val>
                                            <p:fltVal val="0.8317158499"/>
                                          </p:val>
                                        </p:tav>
                                        <p:tav tm="57333">
                                          <p:val>
                                            <p:fltVal val="0.8315268188"/>
                                          </p:val>
                                        </p:tav>
                                        <p:tav tm="57667">
                                          <p:val>
                                            <p:fltVal val="0.8313176976"/>
                                          </p:val>
                                        </p:tav>
                                        <p:tav tm="58000">
                                          <p:val>
                                            <p:fltVal val="0.8311719235"/>
                                          </p:val>
                                        </p:tav>
                                        <p:tav tm="58333">
                                          <p:val>
                                            <p:fltVal val="0.8311469612"/>
                                          </p:val>
                                        </p:tav>
                                        <p:tav tm="58667">
                                          <p:val>
                                            <p:fltVal val="0.8312531884"/>
                                          </p:val>
                                        </p:tav>
                                        <p:tav tm="59000">
                                          <p:val>
                                            <p:fltVal val="0.8314510377"/>
                                          </p:val>
                                        </p:tav>
                                        <p:tav tm="59333">
                                          <p:val>
                                            <p:fltVal val="0.8316670639"/>
                                          </p:val>
                                        </p:tav>
                                        <p:tav tm="59667">
                                          <p:val>
                                            <p:fltVal val="0.8318224484"/>
                                          </p:val>
                                        </p:tav>
                                        <p:tav tm="60000">
                                          <p:val>
                                            <p:fltVal val="0.8318628936"/>
                                          </p:val>
                                        </p:tav>
                                        <p:tav tm="60333">
                                          <p:val>
                                            <p:fltVal val="0.8317785883"/>
                                          </p:val>
                                        </p:tav>
                                        <p:tav tm="60667">
                                          <p:val>
                                            <p:fltVal val="0.8316069241"/>
                                          </p:val>
                                        </p:tav>
                                        <p:tav tm="61000">
                                          <p:val>
                                            <p:fltVal val="0.8314173240"/>
                                          </p:val>
                                        </p:tav>
                                        <p:tav tm="61333">
                                          <p:val>
                                            <p:fltVal val="0.8312843115"/>
                                          </p:val>
                                        </p:tav>
                                        <p:tav tm="61667">
                                          <p:val>
                                            <p:fltVal val="0.8312592568"/>
                                          </p:val>
                                        </p:tav>
                                        <p:tav tm="62000">
                                          <p:val>
                                            <p:fltVal val="0.8313514975"/>
                                          </p:val>
                                        </p:tav>
                                        <p:tav tm="62333">
                                          <p:val>
                                            <p:fltVal val="0.8315257576"/>
                                          </p:val>
                                        </p:tav>
                                        <p:tav tm="62667">
                                          <p:val>
                                            <p:fltVal val="0.8317164730"/>
                                          </p:val>
                                        </p:tav>
                                        <p:tav tm="63000">
                                          <p:val>
                                            <p:fltVal val="0.8318532352"/>
                                          </p:val>
                                        </p:tav>
                                        <p:tav tm="63333">
                                          <p:val>
                                            <p:fltVal val="0.8318874961"/>
                                          </p:val>
                                        </p:tav>
                                        <p:tav tm="63667">
                                          <p:val>
                                            <p:fltVal val="0.8318104188"/>
                                          </p:val>
                                        </p:tav>
                                        <p:tav tm="64000">
                                          <p:val>
                                            <p:fltVal val="0.8316553305"/>
                                          </p:val>
                                        </p:tav>
                                        <p:tav tm="64333">
                                          <p:val>
                                            <p:fltVal val="0.8314841969"/>
                                          </p:val>
                                        </p:tav>
                                        <p:tav tm="64667">
                                          <p:val>
                                            <p:fltVal val="0.8313635815"/>
                                          </p:val>
                                        </p:tav>
                                        <p:tav tm="65000">
                                          <p:val>
                                            <p:fltVal val="0.8313394071"/>
                                          </p:val>
                                        </p:tav>
                                        <p:tav tm="65333">
                                          <p:val>
                                            <p:fltVal val="0.8314200766"/>
                                          </p:val>
                                        </p:tav>
                                        <p:tav tm="65667">
                                          <p:val>
                                            <p:fltVal val="0.8315741413"/>
                                          </p:val>
                                        </p:tav>
                                        <p:tav tm="66000">
                                          <p:val>
                                            <p:fltVal val="0.8317430733"/>
                                          </p:val>
                                        </p:tav>
                                        <p:tav tm="66333">
                                          <p:val>
                                            <p:fltVal val="0.8318639784"/>
                                          </p:val>
                                        </p:tav>
                                        <p:tav tm="66667">
                                          <p:val>
                                            <p:fltVal val="0.8318934502"/>
                                          </p:val>
                                        </p:tav>
                                        <p:tav tm="67000">
                                          <p:val>
                                            <p:fltVal val="0.8318235310"/>
                                          </p:val>
                                        </p:tav>
                                        <p:tav tm="67333">
                                          <p:val>
                                            <p:fltVal val="0.8316839263"/>
                                          </p:val>
                                        </p:tav>
                                        <p:tav tm="67667">
                                          <p:val>
                                            <p:fltVal val="0.8315299462"/>
                                          </p:val>
                                        </p:tav>
                                        <p:tav tm="68000">
                                          <p:val>
                                            <p:fltVal val="0.8314210453"/>
                                          </p:val>
                                        </p:tav>
                                        <p:tav tm="68333">
                                          <p:val>
                                            <p:fltVal val="0.8313982776"/>
                                          </p:val>
                                        </p:tav>
                                        <p:tav tm="68667">
                                          <p:val>
                                            <p:fltVal val="0.8314692049"/>
                                          </p:val>
                                        </p:tav>
                                        <p:tav tm="69000">
                                          <p:val>
                                            <p:fltVal val="0.8316057919"/>
                                          </p:val>
                                        </p:tav>
                                        <p:tav tm="69333">
                                          <p:val>
                                            <p:fltVal val="0.8317557925"/>
                                          </p:val>
                                        </p:tav>
                                        <p:tav tm="69667">
                                          <p:val>
                                            <p:fltVal val="0.8318630254"/>
                                          </p:val>
                                        </p:tav>
                                        <p:tav tm="70000">
                                          <p:val>
                                            <p:fltVal val="0.8318886825"/>
                                          </p:val>
                                        </p:tav>
                                        <p:tav tm="70333">
                                          <p:val>
                                            <p:fltVal val="0.8318255987"/>
                                          </p:val>
                                        </p:tav>
                                        <p:tav tm="70667">
                                          <p:val>
                                            <p:fltVal val="0.8317002519"/>
                                          </p:val>
                                        </p:tav>
                                        <p:tav tm="71000">
                                          <p:val>
                                            <p:fltVal val="0.8315620121"/>
                                          </p:val>
                                        </p:tav>
                                        <p:tav tm="71333">
                                          <p:val>
                                            <p:fltVal val="0.8314639849"/>
                                          </p:val>
                                        </p:tav>
                                        <p:tav tm="71667">
                                          <p:val>
                                            <p:fltVal val="0.8314428720"/>
                                          </p:val>
                                        </p:tav>
                                        <p:tav tm="72000">
                                          <p:val>
                                            <p:fltVal val="0.8315054787"/>
                                          </p:val>
                                        </p:tav>
                                        <p:tav tm="72333">
                                          <p:val>
                                            <p:fltVal val="0.8316268128"/>
                                          </p:val>
                                        </p:tav>
                                        <p:tav tm="72667">
                                          <p:val>
                                            <p:fltVal val="0.8317602365"/>
                                          </p:val>
                                        </p:tav>
                                        <p:tav tm="73000">
                                          <p:val>
                                            <p:fltVal val="0.8318555658"/>
                                          </p:val>
                                        </p:tav>
                                        <p:tav tm="73333">
                                          <p:val>
                                            <p:fltVal val="0.8318781038"/>
                                          </p:val>
                                        </p:tav>
                                        <p:tav tm="73667">
                                          <p:val>
                                            <p:fltVal val="0.8318214003"/>
                                          </p:val>
                                        </p:tav>
                                        <p:tav tm="74000">
                                          <p:val>
                                            <p:fltVal val="0.8317090564"/>
                                          </p:val>
                                        </p:tav>
                                        <p:tav tm="74333">
                                          <p:val>
                                            <p:fltVal val="0.8315851406"/>
                                          </p:val>
                                        </p:tav>
                                        <p:tav tm="74667">
                                          <p:val>
                                            <p:fltVal val="0.8314970873"/>
                                          </p:val>
                                        </p:tav>
                                        <p:tav tm="75000">
                                          <p:val>
                                            <p:fltVal val="0.8314777082"/>
                                          </p:val>
                                        </p:tav>
                                        <p:tav tm="75333">
                                          <p:val>
                                            <p:fltVal val="0.8315331272"/>
                                          </p:val>
                                        </p:tav>
                                        <p:tav tm="75667">
                                          <p:val>
                                            <p:fltVal val="0.8316410658"/>
                                          </p:val>
                                        </p:tav>
                                        <p:tav tm="76000">
                                          <p:val>
                                            <p:fltVal val="0.8317598928"/>
                                          </p:val>
                                        </p:tav>
                                        <p:tav tm="76333">
                                          <p:val>
                                            <p:fltVal val="0.8318447813"/>
                                          </p:val>
                                        </p:tav>
                                        <p:tav tm="76667">
                                          <p:val>
                                            <p:fltVal val="0.8318647107"/>
                                          </p:val>
                                        </p:tav>
                                        <p:tav tm="77000">
                                          <p:val>
                                            <p:fltVal val="0.8318138750"/>
                                          </p:val>
                                        </p:tav>
                                        <p:tav tm="77333">
                                          <p:val>
                                            <p:fltVal val="0.8317133113"/>
                                          </p:val>
                                        </p:tav>
                                        <p:tav tm="77667">
                                          <p:val>
                                            <p:fltVal val="0.8316023559"/>
                                          </p:val>
                                        </p:tav>
                                        <p:tav tm="78000">
                                          <p:val>
                                            <p:fltVal val="0.8315233783"/>
                                          </p:val>
                                        </p:tav>
                                        <p:tav tm="78333">
                                          <p:val>
                                            <p:fltVal val="0.8315057119"/>
                                          </p:val>
                                        </p:tav>
                                        <p:tav tm="78667">
                                          <p:val>
                                            <p:fltVal val="0.8315548681"/>
                                          </p:val>
                                        </p:tav>
                                        <p:tav tm="79000">
                                          <p:val>
                                            <p:fltVal val="0.8316509874"/>
                                          </p:val>
                                        </p:tav>
                                        <p:tav tm="79333">
                                          <p:val>
                                            <p:fltVal val="0.8317569079"/>
                                          </p:val>
                                        </p:tav>
                                        <p:tav tm="79667">
                                          <p:val>
                                            <p:fltVal val="0.8318325884"/>
                                          </p:val>
                                        </p:tav>
                                        <p:tav tm="80000">
                                          <p:val>
                                            <p:fltVal val="0.8318502954"/>
                                          </p:val>
                                        </p:tav>
                                        <p:tav tm="80333">
                                          <p:val>
                                            <p:fltVal val="0.8318048029"/>
                                          </p:val>
                                        </p:tav>
                                        <p:tav tm="80667">
                                          <p:val>
                                            <p:fltVal val="0.8317148631"/>
                                          </p:val>
                                        </p:tav>
                                        <p:tav tm="81000">
                                          <p:val>
                                            <p:fltVal val="0.8316155880"/>
                                          </p:val>
                                        </p:tav>
                                        <p:tav tm="81333">
                                          <p:val>
                                            <p:fltVal val="0.8315448231"/>
                                          </p:val>
                                        </p:tav>
                                        <p:tav tm="81667">
                                          <p:val>
                                            <p:fltVal val="0.8315287929"/>
                                          </p:val>
                                        </p:tav>
                                        <p:tav tm="82000">
                                          <p:val>
                                            <p:fltVal val="0.8315724568"/>
                                          </p:val>
                                        </p:tav>
                                        <p:tav tm="82333">
                                          <p:val>
                                            <p:fltVal val="0.8316581120"/>
                                          </p:val>
                                        </p:tav>
                                        <p:tav tm="82667">
                                          <p:val>
                                            <p:fltVal val="0.8317525865"/>
                                          </p:val>
                                        </p:tav>
                                        <p:tav tm="83000">
                                          <p:val>
                                            <p:fltVal val="0.8318201138"/>
                                          </p:val>
                                        </p:tav>
                                        <p:tav tm="83333">
                                          <p:val>
                                            <p:fltVal val="0.8318358995"/>
                                          </p:val>
                                        </p:tav>
                                        <p:tav tm="83667">
                                          <p:val>
                                            <p:fltVal val="0.8317952401"/>
                                          </p:val>
                                        </p:tav>
                                        <p:tav tm="84000">
                                          <p:val>
                                            <p:fltVal val="0.8317148509"/>
                                          </p:val>
                                        </p:tav>
                                        <p:tav tm="84333">
                                          <p:val>
                                            <p:fltVal val="0.8316260736"/>
                                          </p:val>
                                        </p:tav>
                                        <p:tav tm="84667">
                                          <p:val>
                                            <p:fltVal val="0.8315627126"/>
                                          </p:val>
                                        </p:tav>
                                        <p:tav tm="85000">
                                          <p:val>
                                            <p:fltVal val="0.8315482130"/>
                                          </p:val>
                                        </p:tav>
                                        <p:tav tm="85333">
                                          <p:val>
                                            <p:fltVal val="0.8315870375"/>
                                          </p:val>
                                        </p:tav>
                                        <p:tav tm="85667">
                                          <p:val>
                                            <p:fltVal val="0.8316634060"/>
                                          </p:val>
                                        </p:tav>
                                        <p:tav tm="86000">
                                          <p:val>
                                            <p:fltVal val="0.8317477079"/>
                                          </p:val>
                                        </p:tav>
                                        <p:tav tm="86333">
                                          <p:val>
                                            <p:fltVal val="0.8318079954"/>
                                          </p:val>
                                        </p:tav>
                                        <p:tav tm="86667">
                                          <p:val>
                                            <p:fltVal val="0.8318221015"/>
                                          </p:val>
                                        </p:tav>
                                        <p:tav tm="87000">
                                          <p:val>
                                            <p:fltVal val="0.8317857938"/>
                                          </p:val>
                                        </p:tav>
                                        <p:tav tm="87333">
                                          <p:val>
                                            <p:fltVal val="0.8317139715"/>
                                          </p:val>
                                        </p:tav>
                                        <p:tav tm="87667">
                                          <p:val>
                                            <p:fltVal val="0.8316346111"/>
                                          </p:val>
                                        </p:tav>
                                        <p:tav tm="88000">
                                          <p:val>
                                            <p:fltVal val="0.8315779075"/>
                                          </p:val>
                                        </p:tav>
                                        <p:tav tm="88333">
                                          <p:val>
                                            <p:fltVal val="0.8315648208"/>
                                          </p:val>
                                        </p:tav>
                                        <p:tav tm="88667">
                                          <p:val>
                                            <p:fltVal val="0.8315993668"/>
                                          </p:val>
                                        </p:tav>
                                        <p:tav tm="89000">
                                          <p:val>
                                            <p:fltVal val="0.8316674790"/>
                                          </p:val>
                                        </p:tav>
                                        <p:tav tm="89333">
                                          <p:val>
                                            <p:fltVal val="0.8317427264"/>
                                          </p:val>
                                        </p:tav>
                                        <p:tav tm="89667">
                                          <p:val>
                                            <p:fltVal val="0.8317965720"/>
                                          </p:val>
                                        </p:tav>
                                        <p:tav tm="90000">
                                          <p:val>
                                            <p:fltVal val="0.8318091981"/>
                                          </p:val>
                                        </p:tav>
                                        <p:tav tm="90333">
                                          <p:val>
                                            <p:fltVal val="0.8392302398"/>
                                          </p:val>
                                        </p:tav>
                                        <p:tav tm="90667">
                                          <p:val>
                                            <p:fltVal val="0.8542066277"/>
                                          </p:val>
                                        </p:tav>
                                        <p:tav tm="91000">
                                          <p:val>
                                            <p:fltVal val="0.8606893274"/>
                                          </p:val>
                                        </p:tav>
                                        <p:tav tm="91333">
                                          <p:val>
                                            <p:fltVal val="0.8501699649"/>
                                          </p:val>
                                        </p:tav>
                                        <p:tav tm="91667">
                                          <p:val>
                                            <p:fltVal val="0.8237766273"/>
                                          </p:val>
                                        </p:tav>
                                        <p:tav tm="92000">
                                          <p:val>
                                            <p:fltVal val="0.7879621878"/>
                                          </p:val>
                                        </p:tav>
                                        <p:tav tm="92333">
                                          <p:val>
                                            <p:fltVal val="0.7546527676"/>
                                          </p:val>
                                        </p:tav>
                                        <p:tav tm="92667">
                                          <p:val>
                                            <p:fltVal val="0.7348614868"/>
                                          </p:val>
                                        </p:tav>
                                        <p:tav tm="93000">
                                          <p:val>
                                            <p:fltVal val="0.7345004109"/>
                                          </p:val>
                                        </p:tav>
                                        <p:tav tm="93333">
                                          <p:val>
                                            <p:fltVal val="0.7526351004"/>
                                          </p:val>
                                        </p:tav>
                                        <p:tav tm="93667">
                                          <p:val>
                                            <p:fltVal val="0.7813856447"/>
                                          </p:val>
                                        </p:tav>
                                        <p:tav tm="94000">
                                          <p:val>
                                            <p:fltVal val="0.8092605798"/>
                                          </p:val>
                                        </p:tav>
                                        <p:tav tm="94333">
                                          <p:val>
                                            <p:fltVal val="0.8254974491"/>
                                          </p:val>
                                        </p:tav>
                                        <p:tav tm="94667">
                                          <p:val>
                                            <p:fltVal val="0.8240001280"/>
                                          </p:val>
                                        </p:tav>
                                        <p:tav tm="95000">
                                          <p:val>
                                            <p:fltVal val="0.8055996914"/>
                                          </p:val>
                                        </p:tav>
                                        <p:tav tm="95333">
                                          <p:val>
                                            <p:fltVal val="0.7775219244"/>
                                          </p:val>
                                        </p:tav>
                                        <p:tav tm="95667">
                                          <p:val>
                                            <p:fltVal val="0.7505113096"/>
                                          </p:val>
                                        </p:tav>
                                        <p:tav tm="96000">
                                          <p:val>
                                            <p:fltVal val="0.7346980836"/>
                                          </p:val>
                                        </p:tav>
                                        <p:tav tm="96333">
                                          <p:val>
                                            <p:fltVal val="0.7357656150"/>
                                          </p:val>
                                        </p:tav>
                                        <p:tav tm="96667">
                                          <p:val>
                                            <p:fltVal val="0.7529073632"/>
                                          </p:val>
                                        </p:tav>
                                        <p:tav tm="97000">
                                          <p:val>
                                            <p:fltVal val="0.7792719333"/>
                                          </p:val>
                                        </p:tav>
                                        <p:tav tm="97333">
                                          <p:val>
                                            <p:fltVal val="0.8046818809"/>
                                          </p:val>
                                        </p:tav>
                                        <p:tav tm="97667">
                                          <p:val>
                                            <p:fltVal val="0.8195527617"/>
                                          </p:val>
                                        </p:tav>
                                        <p:tav tm="98000">
                                          <p:val>
                                            <p:fltVal val="0.8184971725"/>
                                          </p:val>
                                        </p:tav>
                                        <p:tav tm="98333">
                                          <p:val>
                                            <p:fltVal val="0.8022651505"/>
                                          </p:val>
                                        </p:tav>
                                        <p:tav tm="98667">
                                          <p:val>
                                            <p:fltVal val="0.7773233577"/>
                                          </p:val>
                                        </p:tav>
                                        <p:tav tm="99000">
                                          <p:val>
                                            <p:fltVal val="0.7532841147"/>
                                          </p:val>
                                        </p:tav>
                                        <p:tav tm="99333">
                                          <p:val>
                                            <p:fltVal val="0.7392046481"/>
                                          </p:val>
                                        </p:tav>
                                        <p:tav tm="99667">
                                          <p:val>
                                            <p:fltVal val="0.7401785184"/>
                                          </p:val>
                                        </p:tav>
                                        <p:tav tm="100000">
                                          <p:val>
                                            <p:fltVal val="0.7401785184"/>
                                          </p:val>
                                        </p:tav>
                                      </p:tavLst>
                                    </p:anim>
                                    <p:anim calcmode="lin" valueType="num">
                                      <p:cBhvr additive="base">
                                        <p:cTn id="28" dur="10000" fill="hold">
                                          <p:stCondLst>
                                            <p:cond delay="0"/>
                                          </p:stCondLst>
                                        </p:cTn>
                                        <p:tgtEl>
                                          <p:spTgt spid="10028"/>
                                        </p:tgtEl>
                                        <p:attrNameLst>
                                          <p:attrName>ppt_x</p:attrName>
                                        </p:attrNameLst>
                                      </p:cBhvr>
                                      <p:tavLst>
                                        <p:tav tm="0">
                                          <p:val>
                                            <p:fltVal val="0.7093750000"/>
                                          </p:val>
                                        </p:tav>
                                        <p:tav tm="333">
                                          <p:val>
                                            <p:fltVal val="0.7093750000"/>
                                          </p:val>
                                        </p:tav>
                                        <p:tav tm="667">
                                          <p:val>
                                            <p:fltVal val="0.7093750000"/>
                                          </p:val>
                                        </p:tav>
                                        <p:tav tm="1000">
                                          <p:val>
                                            <p:fltVal val="0.7093750000"/>
                                          </p:val>
                                        </p:tav>
                                        <p:tav tm="1333">
                                          <p:val>
                                            <p:fltVal val="0.7093750000"/>
                                          </p:val>
                                        </p:tav>
                                        <p:tav tm="1667">
                                          <p:val>
                                            <p:fltVal val="0.7093750000"/>
                                          </p:val>
                                        </p:tav>
                                        <p:tav tm="2000">
                                          <p:val>
                                            <p:fltVal val="0.7093750000"/>
                                          </p:val>
                                        </p:tav>
                                        <p:tav tm="2333">
                                          <p:val>
                                            <p:fltVal val="0.7093750000"/>
                                          </p:val>
                                        </p:tav>
                                        <p:tav tm="2667">
                                          <p:val>
                                            <p:fltVal val="0.7093750000"/>
                                          </p:val>
                                        </p:tav>
                                        <p:tav tm="3000">
                                          <p:val>
                                            <p:fltVal val="0.7093750000"/>
                                          </p:val>
                                        </p:tav>
                                        <p:tav tm="3333">
                                          <p:val>
                                            <p:fltVal val="0.7093750000"/>
                                          </p:val>
                                        </p:tav>
                                        <p:tav tm="3667">
                                          <p:val>
                                            <p:fltVal val="0.7093750000"/>
                                          </p:val>
                                        </p:tav>
                                        <p:tav tm="4000">
                                          <p:val>
                                            <p:fltVal val="0.7093750000"/>
                                          </p:val>
                                        </p:tav>
                                        <p:tav tm="4333">
                                          <p:val>
                                            <p:fltVal val="0.7093750000"/>
                                          </p:val>
                                        </p:tav>
                                        <p:tav tm="4667">
                                          <p:val>
                                            <p:fltVal val="0.7093750000"/>
                                          </p:val>
                                        </p:tav>
                                        <p:tav tm="5000">
                                          <p:val>
                                            <p:fltVal val="0.7093750000"/>
                                          </p:val>
                                        </p:tav>
                                        <p:tav tm="5333">
                                          <p:val>
                                            <p:fltVal val="0.7093750000"/>
                                          </p:val>
                                        </p:tav>
                                        <p:tav tm="5667">
                                          <p:val>
                                            <p:fltVal val="0.7093750000"/>
                                          </p:val>
                                        </p:tav>
                                        <p:tav tm="6000">
                                          <p:val>
                                            <p:fltVal val="0.7093750000"/>
                                          </p:val>
                                        </p:tav>
                                        <p:tav tm="6333">
                                          <p:val>
                                            <p:fltVal val="0.7093750000"/>
                                          </p:val>
                                        </p:tav>
                                        <p:tav tm="6667">
                                          <p:val>
                                            <p:fltVal val="0.7093750000"/>
                                          </p:val>
                                        </p:tav>
                                        <p:tav tm="7000">
                                          <p:val>
                                            <p:fltVal val="0.7093750000"/>
                                          </p:val>
                                        </p:tav>
                                        <p:tav tm="7333">
                                          <p:val>
                                            <p:fltVal val="0.7093750000"/>
                                          </p:val>
                                        </p:tav>
                                        <p:tav tm="7667">
                                          <p:val>
                                            <p:fltVal val="0.7093750000"/>
                                          </p:val>
                                        </p:tav>
                                        <p:tav tm="8000">
                                          <p:val>
                                            <p:fltVal val="0.7093750000"/>
                                          </p:val>
                                        </p:tav>
                                        <p:tav tm="8333">
                                          <p:val>
                                            <p:fltVal val="0.7093750000"/>
                                          </p:val>
                                        </p:tav>
                                        <p:tav tm="8667">
                                          <p:val>
                                            <p:fltVal val="0.7093750000"/>
                                          </p:val>
                                        </p:tav>
                                        <p:tav tm="9000">
                                          <p:val>
                                            <p:fltVal val="0.7093750000"/>
                                          </p:val>
                                        </p:tav>
                                        <p:tav tm="9333">
                                          <p:val>
                                            <p:fltVal val="0.7093750000"/>
                                          </p:val>
                                        </p:tav>
                                        <p:tav tm="9667">
                                          <p:val>
                                            <p:fltVal val="0.7093750000"/>
                                          </p:val>
                                        </p:tav>
                                        <p:tav tm="10000">
                                          <p:val>
                                            <p:fltVal val="0.7093750000"/>
                                          </p:val>
                                        </p:tav>
                                        <p:tav tm="10333">
                                          <p:val>
                                            <p:fltVal val="0.7094483987"/>
                                          </p:val>
                                        </p:tav>
                                        <p:tav tm="10667">
                                          <p:val>
                                            <p:fltVal val="0.7096584069"/>
                                          </p:val>
                                        </p:tav>
                                        <p:tav tm="11000">
                                          <p:val>
                                            <p:fltVal val="0.7099906366"/>
                                          </p:val>
                                        </p:tav>
                                        <p:tav tm="11333">
                                          <p:val>
                                            <p:fltVal val="0.7104318261"/>
                                          </p:val>
                                        </p:tav>
                                        <p:tav tm="11667">
                                          <p:val>
                                            <p:fltVal val="0.7109697612"/>
                                          </p:val>
                                        </p:tav>
                                        <p:tav tm="12000">
                                          <p:val>
                                            <p:fltVal val="0.7115932027"/>
                                          </p:val>
                                        </p:tav>
                                        <p:tav tm="12333">
                                          <p:val>
                                            <p:fltVal val="0.7122918179"/>
                                          </p:val>
                                        </p:tav>
                                        <p:tav tm="12667">
                                          <p:val>
                                            <p:fltVal val="0.7130561168"/>
                                          </p:val>
                                        </p:tav>
                                        <p:tav tm="13000">
                                          <p:val>
                                            <p:fltVal val="0.7138773921"/>
                                          </p:val>
                                        </p:tav>
                                        <p:tav tm="13333">
                                          <p:val>
                                            <p:fltVal val="0.7147476641"/>
                                          </p:val>
                                        </p:tav>
                                        <p:tav tm="13667">
                                          <p:val>
                                            <p:fltVal val="0.7156596281"/>
                                          </p:val>
                                        </p:tav>
                                        <p:tav tm="14000">
                                          <p:val>
                                            <p:fltVal val="0.7166066060"/>
                                          </p:val>
                                        </p:tav>
                                        <p:tav tm="14333">
                                          <p:val>
                                            <p:fltVal val="0.7175825010"/>
                                          </p:val>
                                        </p:tav>
                                        <p:tav tm="14667">
                                          <p:val>
                                            <p:fltVal val="0.7185817550"/>
                                          </p:val>
                                        </p:tav>
                                        <p:tav tm="15000">
                                          <p:val>
                                            <p:fltVal val="0.7195993094"/>
                                          </p:val>
                                        </p:tav>
                                        <p:tav tm="15333">
                                          <p:val>
                                            <p:fltVal val="0.7206305679"/>
                                          </p:val>
                                        </p:tav>
                                        <p:tav tm="15667">
                                          <p:val>
                                            <p:fltVal val="0.7216713624"/>
                                          </p:val>
                                        </p:tav>
                                        <p:tav tm="16000">
                                          <p:val>
                                            <p:fltVal val="0.7227179206"/>
                                          </p:val>
                                        </p:tav>
                                        <p:tav tm="16333">
                                          <p:val>
                                            <p:fltVal val="0.7237668365"/>
                                          </p:val>
                                        </p:tav>
                                        <p:tav tm="16667">
                                          <p:val>
                                            <p:fltVal val="0.7248150422"/>
                                          </p:val>
                                        </p:tav>
                                        <p:tav tm="17000">
                                          <p:val>
                                            <p:fltVal val="0.7258597822"/>
                                          </p:val>
                                        </p:tav>
                                        <p:tav tm="17333">
                                          <p:val>
                                            <p:fltVal val="0.7268985891"/>
                                          </p:val>
                                        </p:tav>
                                        <p:tav tm="17667">
                                          <p:val>
                                            <p:fltVal val="0.7279292612"/>
                                          </p:val>
                                        </p:tav>
                                        <p:tav tm="18000">
                                          <p:val>
                                            <p:fltVal val="0.7289498413"/>
                                          </p:val>
                                        </p:tav>
                                        <p:tav tm="18333">
                                          <p:val>
                                            <p:fltVal val="0.7299585978"/>
                                          </p:val>
                                        </p:tav>
                                        <p:tav tm="18667">
                                          <p:val>
                                            <p:fltVal val="0.7309540059"/>
                                          </p:val>
                                        </p:tav>
                                        <p:tav tm="19000">
                                          <p:val>
                                            <p:fltVal val="0.7319347310"/>
                                          </p:val>
                                        </p:tav>
                                        <p:tav tm="19333">
                                          <p:val>
                                            <p:fltVal val="0.7328996135"/>
                                          </p:val>
                                        </p:tav>
                                        <p:tav tm="19667">
                                          <p:val>
                                            <p:fltVal val="0.7338476536"/>
                                          </p:val>
                                        </p:tav>
                                        <p:tav tm="20000">
                                          <p:val>
                                            <p:fltVal val="0.7347779980"/>
                                          </p:val>
                                        </p:tav>
                                        <p:tav tm="20333">
                                          <p:val>
                                            <p:fltVal val="0.7356899277"/>
                                          </p:val>
                                        </p:tav>
                                        <p:tav tm="20667">
                                          <p:val>
                                            <p:fltVal val="0.7365828459"/>
                                          </p:val>
                                        </p:tav>
                                        <p:tav tm="21000">
                                          <p:val>
                                            <p:fltVal val="0.7374562677"/>
                                          </p:val>
                                        </p:tav>
                                        <p:tav tm="21333">
                                          <p:val>
                                            <p:fltVal val="0.7383098097"/>
                                          </p:val>
                                        </p:tav>
                                        <p:tav tm="21667">
                                          <p:val>
                                            <p:fltVal val="0.7391431808"/>
                                          </p:val>
                                        </p:tav>
                                        <p:tav tm="22000">
                                          <p:val>
                                            <p:fltVal val="0.7399561741"/>
                                          </p:val>
                                        </p:tav>
                                        <p:tav tm="22333">
                                          <p:val>
                                            <p:fltVal val="0.7407486581"/>
                                          </p:val>
                                        </p:tav>
                                        <p:tav tm="22667">
                                          <p:val>
                                            <p:fltVal val="0.7415205705"/>
                                          </p:val>
                                        </p:tav>
                                        <p:tav tm="23000">
                                          <p:val>
                                            <p:fltVal val="0.7422719103"/>
                                          </p:val>
                                        </p:tav>
                                        <p:tav tm="23333">
                                          <p:val>
                                            <p:fltVal val="0.7430027324"/>
                                          </p:val>
                                        </p:tav>
                                        <p:tav tm="23667">
                                          <p:val>
                                            <p:fltVal val="0.7437131414"/>
                                          </p:val>
                                        </p:tav>
                                        <p:tav tm="24000">
                                          <p:val>
                                            <p:fltVal val="0.7444032863"/>
                                          </p:val>
                                        </p:tav>
                                        <p:tav tm="24333">
                                          <p:val>
                                            <p:fltVal val="0.7450733558"/>
                                          </p:val>
                                        </p:tav>
                                        <p:tav tm="24667">
                                          <p:val>
                                            <p:fltVal val="0.7457235736"/>
                                          </p:val>
                                        </p:tav>
                                        <p:tav tm="25000">
                                          <p:val>
                                            <p:fltVal val="0.7463541943"/>
                                          </p:val>
                                        </p:tav>
                                        <p:tav tm="25333">
                                          <p:val>
                                            <p:fltVal val="0.7469654997"/>
                                          </p:val>
                                        </p:tav>
                                        <p:tav tm="25667">
                                          <p:val>
                                            <p:fltVal val="0.7475577950"/>
                                          </p:val>
                                        </p:tav>
                                        <p:tav tm="26000">
                                          <p:val>
                                            <p:fltVal val="0.7481314059"/>
                                          </p:val>
                                        </p:tav>
                                        <p:tav tm="26333">
                                          <p:val>
                                            <p:fltVal val="0.7486866757"/>
                                          </p:val>
                                        </p:tav>
                                        <p:tav tm="26667">
                                          <p:val>
                                            <p:fltVal val="0.7492239622"/>
                                          </p:val>
                                        </p:tav>
                                        <p:tav tm="27000">
                                          <p:val>
                                            <p:fltVal val="0.7497436357"/>
                                          </p:val>
                                        </p:tav>
                                        <p:tav tm="27333">
                                          <p:val>
                                            <p:fltVal val="0.7502460763"/>
                                          </p:val>
                                        </p:tav>
                                        <p:tav tm="27667">
                                          <p:val>
                                            <p:fltVal val="0.7507316723"/>
                                          </p:val>
                                        </p:tav>
                                        <p:tav tm="28000">
                                          <p:val>
                                            <p:fltVal val="0.7512008182"/>
                                          </p:val>
                                        </p:tav>
                                        <p:tav tm="28333">
                                          <p:val>
                                            <p:fltVal val="0.7516539129"/>
                                          </p:val>
                                        </p:tav>
                                        <p:tav tm="28667">
                                          <p:val>
                                            <p:fltVal val="0.7520913581"/>
                                          </p:val>
                                        </p:tav>
                                        <p:tav tm="29000">
                                          <p:val>
                                            <p:fltVal val="0.7525135573"/>
                                          </p:val>
                                        </p:tav>
                                        <p:tav tm="29333">
                                          <p:val>
                                            <p:fltVal val="0.7529209142"/>
                                          </p:val>
                                        </p:tav>
                                        <p:tav tm="29667">
                                          <p:val>
                                            <p:fltVal val="0.7533138316"/>
                                          </p:val>
                                        </p:tav>
                                        <p:tav tm="30000">
                                          <p:val>
                                            <p:fltVal val="0.7536927106"/>
                                          </p:val>
                                        </p:tav>
                                        <p:tav tm="30333">
                                          <p:val>
                                            <p:fltVal val="0.7540579495"/>
                                          </p:val>
                                        </p:tav>
                                        <p:tav tm="30667">
                                          <p:val>
                                            <p:fltVal val="0.7544099433"/>
                                          </p:val>
                                        </p:tav>
                                        <p:tav tm="31000">
                                          <p:val>
                                            <p:fltVal val="0.7547490825"/>
                                          </p:val>
                                        </p:tav>
                                        <p:tav tm="31333">
                                          <p:val>
                                            <p:fltVal val="0.7550757530"/>
                                          </p:val>
                                        </p:tav>
                                        <p:tav tm="31667">
                                          <p:val>
                                            <p:fltVal val="0.7553903350"/>
                                          </p:val>
                                        </p:tav>
                                        <p:tav tm="32000">
                                          <p:val>
                                            <p:fltVal val="0.7556932032"/>
                                          </p:val>
                                        </p:tav>
                                        <p:tav tm="32333">
                                          <p:val>
                                            <p:fltVal val="0.7559847256"/>
                                          </p:val>
                                        </p:tav>
                                        <p:tav tm="32667">
                                          <p:val>
                                            <p:fltVal val="0.7562652640"/>
                                          </p:val>
                                        </p:tav>
                                        <p:tav tm="33000">
                                          <p:val>
                                            <p:fltVal val="0.7565351728"/>
                                          </p:val>
                                        </p:tav>
                                        <p:tav tm="33333">
                                          <p:val>
                                            <p:fltVal val="0.7567947994"/>
                                          </p:val>
                                        </p:tav>
                                        <p:tav tm="33667">
                                          <p:val>
                                            <p:fltVal val="0.7570444840"/>
                                          </p:val>
                                        </p:tav>
                                        <p:tav tm="34000">
                                          <p:val>
                                            <p:fltVal val="0.7572845588"/>
                                          </p:val>
                                        </p:tav>
                                        <p:tav tm="34333">
                                          <p:val>
                                            <p:fltVal val="0.7575153486"/>
                                          </p:val>
                                        </p:tav>
                                        <p:tav tm="34667">
                                          <p:val>
                                            <p:fltVal val="0.7577371702"/>
                                          </p:val>
                                        </p:tav>
                                        <p:tav tm="35000">
                                          <p:val>
                                            <p:fltVal val="0.7579503327"/>
                                          </p:val>
                                        </p:tav>
                                        <p:tav tm="35333">
                                          <p:val>
                                            <p:fltVal val="0.7581551371"/>
                                          </p:val>
                                        </p:tav>
                                        <p:tav tm="35667">
                                          <p:val>
                                            <p:fltVal val="0.7583518768"/>
                                          </p:val>
                                        </p:tav>
                                        <p:tav tm="36000">
                                          <p:val>
                                            <p:fltVal val="0.7585408369"/>
                                          </p:val>
                                        </p:tav>
                                        <p:tav tm="36333">
                                          <p:val>
                                            <p:fltVal val="0.7587222948"/>
                                          </p:val>
                                        </p:tav>
                                        <p:tav tm="36667">
                                          <p:val>
                                            <p:fltVal val="0.7588965202"/>
                                          </p:val>
                                        </p:tav>
                                        <p:tav tm="37000">
                                          <p:val>
                                            <p:fltVal val="0.7590637748"/>
                                          </p:val>
                                        </p:tav>
                                        <p:tav tm="37333">
                                          <p:val>
                                            <p:fltVal val="0.7592243128"/>
                                          </p:val>
                                        </p:tav>
                                        <p:tav tm="37667">
                                          <p:val>
                                            <p:fltVal val="0.7593783806"/>
                                          </p:val>
                                        </p:tav>
                                        <p:tav tm="38000">
                                          <p:val>
                                            <p:fltVal val="0.7595262174"/>
                                          </p:val>
                                        </p:tav>
                                        <p:tav tm="38333">
                                          <p:val>
                                            <p:fltVal val="0.7596680547"/>
                                          </p:val>
                                        </p:tav>
                                        <p:tav tm="38667">
                                          <p:val>
                                            <p:fltVal val="0.7598041170"/>
                                          </p:val>
                                        </p:tav>
                                        <p:tav tm="39000">
                                          <p:val>
                                            <p:fltVal val="0.7599346216"/>
                                          </p:val>
                                        </p:tav>
                                        <p:tav tm="39333">
                                          <p:val>
                                            <p:fltVal val="0.7600597787"/>
                                          </p:val>
                                        </p:tav>
                                        <p:tav tm="39667">
                                          <p:val>
                                            <p:fltVal val="0.7601797918"/>
                                          </p:val>
                                        </p:tav>
                                        <p:tav tm="40000">
                                          <p:val>
                                            <p:fltVal val="0.7602948576"/>
                                          </p:val>
                                        </p:tav>
                                        <p:tav tm="40333">
                                          <p:val>
                                            <p:fltVal val="0.7604051663"/>
                                          </p:val>
                                        </p:tav>
                                        <p:tav tm="40667">
                                          <p:val>
                                            <p:fltVal val="0.7605109016"/>
                                          </p:val>
                                        </p:tav>
                                        <p:tav tm="41000">
                                          <p:val>
                                            <p:fltVal val="0.7606122411"/>
                                          </p:val>
                                        </p:tav>
                                        <p:tav tm="41333">
                                          <p:val>
                                            <p:fltVal val="0.7607093561"/>
                                          </p:val>
                                        </p:tav>
                                        <p:tav tm="41667">
                                          <p:val>
                                            <p:fltVal val="0.7608024121"/>
                                          </p:val>
                                        </p:tav>
                                        <p:tav tm="42000">
                                          <p:val>
                                            <p:fltVal val="0.7608915687"/>
                                          </p:val>
                                        </p:tav>
                                        <p:tav tm="42333">
                                          <p:val>
                                            <p:fltVal val="0.7609769801"/>
                                          </p:val>
                                        </p:tav>
                                        <p:tav tm="42667">
                                          <p:val>
                                            <p:fltVal val="0.7610587946"/>
                                          </p:val>
                                        </p:tav>
                                        <p:tav tm="43000">
                                          <p:val>
                                            <p:fltVal val="0.7611371557"/>
                                          </p:val>
                                        </p:tav>
                                        <p:tav tm="43333">
                                          <p:val>
                                            <p:fltVal val="0.7612122012"/>
                                          </p:val>
                                        </p:tav>
                                        <p:tav tm="43667">
                                          <p:val>
                                            <p:fltVal val="0.7612840642"/>
                                          </p:val>
                                        </p:tav>
                                        <p:tav tm="44000">
                                          <p:val>
                                            <p:fltVal val="0.7613528729"/>
                                          </p:val>
                                        </p:tav>
                                        <p:tav tm="44333">
                                          <p:val>
                                            <p:fltVal val="0.7614187507"/>
                                          </p:val>
                                        </p:tav>
                                        <p:tav tm="44667">
                                          <p:val>
                                            <p:fltVal val="0.7614818164"/>
                                          </p:val>
                                        </p:tav>
                                        <p:tav tm="45000">
                                          <p:val>
                                            <p:fltVal val="0.7615421845"/>
                                          </p:val>
                                        </p:tav>
                                        <p:tav tm="45333">
                                          <p:val>
                                            <p:fltVal val="0.7615999650"/>
                                          </p:val>
                                        </p:tav>
                                        <p:tav tm="45667">
                                          <p:val>
                                            <p:fltVal val="0.7616552638"/>
                                          </p:val>
                                        </p:tav>
                                        <p:tav tm="46000">
                                          <p:val>
                                            <p:fltVal val="0.7617081829"/>
                                          </p:val>
                                        </p:tav>
                                        <p:tav tm="46333">
                                          <p:val>
                                            <p:fltVal val="0.7617588203"/>
                                          </p:val>
                                        </p:tav>
                                        <p:tav tm="46667">
                                          <p:val>
                                            <p:fltVal val="0.7618072704"/>
                                          </p:val>
                                        </p:tav>
                                        <p:tav tm="47000">
                                          <p:val>
                                            <p:fltVal val="0.7618536236"/>
                                          </p:val>
                                        </p:tav>
                                        <p:tav tm="47333">
                                          <p:val>
                                            <p:fltVal val="0.7618979671"/>
                                          </p:val>
                                        </p:tav>
                                        <p:tav tm="47667">
                                          <p:val>
                                            <p:fltVal val="0.7619403846"/>
                                          </p:val>
                                        </p:tav>
                                        <p:tav tm="48000">
                                          <p:val>
                                            <p:fltVal val="0.7619809567"/>
                                          </p:val>
                                        </p:tav>
                                        <p:tav tm="48333">
                                          <p:val>
                                            <p:fltVal val="0.7620197605"/>
                                          </p:val>
                                        </p:tav>
                                        <p:tav tm="48667">
                                          <p:val>
                                            <p:fltVal val="0.7620568703"/>
                                          </p:val>
                                        </p:tav>
                                        <p:tav tm="49000">
                                          <p:val>
                                            <p:fltVal val="0.7620923573"/>
                                          </p:val>
                                        </p:tav>
                                        <p:tav tm="49333">
                                          <p:val>
                                            <p:fltVal val="0.7621262901"/>
                                          </p:val>
                                        </p:tav>
                                        <p:tav tm="49667">
                                          <p:val>
                                            <p:fltVal val="0.7621587344"/>
                                          </p:val>
                                        </p:tav>
                                        <p:tav tm="50000">
                                          <p:val>
                                            <p:fltVal val="0.7621897532"/>
                                          </p:val>
                                        </p:tav>
                                        <p:tav tm="50333">
                                          <p:val>
                                            <p:fltVal val="0.7622194072"/>
                                          </p:val>
                                        </p:tav>
                                        <p:tav tm="50667">
                                          <p:val>
                                            <p:fltVal val="0.7622477543"/>
                                          </p:val>
                                        </p:tav>
                                        <p:tav tm="51000">
                                          <p:val>
                                            <p:fltVal val="0.7622748504"/>
                                          </p:val>
                                        </p:tav>
                                        <p:tav tm="51333">
                                          <p:val>
                                            <p:fltVal val="0.7623007490"/>
                                          </p:val>
                                        </p:tav>
                                        <p:tav tm="51667">
                                          <p:val>
                                            <p:fltVal val="0.7623255013"/>
                                          </p:val>
                                        </p:tav>
                                        <p:tav tm="52000">
                                          <p:val>
                                            <p:fltVal val="0.7623491565"/>
                                          </p:val>
                                        </p:tav>
                                        <p:tav tm="52333">
                                          <p:val>
                                            <p:fltVal val="0.7623717620"/>
                                          </p:val>
                                        </p:tav>
                                        <p:tav tm="52667">
                                          <p:val>
                                            <p:fltVal val="0.7623933627"/>
                                          </p:val>
                                        </p:tav>
                                        <p:tav tm="53000">
                                          <p:val>
                                            <p:fltVal val="0.7624140023"/>
                                          </p:val>
                                        </p:tav>
                                        <p:tav tm="53333">
                                          <p:val>
                                            <p:fltVal val="0.7624337222"/>
                                          </p:val>
                                        </p:tav>
                                        <p:tav tm="53667">
                                          <p:val>
                                            <p:fltVal val="0.7624525623"/>
                                          </p:val>
                                        </p:tav>
                                        <p:tav tm="54000">
                                          <p:val>
                                            <p:fltVal val="0.7624705608"/>
                                          </p:val>
                                        </p:tav>
                                        <p:tav tm="54333">
                                          <p:val>
                                            <p:fltVal val="0.7624877543"/>
                                          </p:val>
                                        </p:tav>
                                        <p:tav tm="54667">
                                          <p:val>
                                            <p:fltVal val="0.7625041779"/>
                                          </p:val>
                                        </p:tav>
                                        <p:tav tm="55000">
                                          <p:val>
                                            <p:fltVal val="0.7625198651"/>
                                          </p:val>
                                        </p:tav>
                                        <p:tav tm="55333">
                                          <p:val>
                                            <p:fltVal val="0.7625348482"/>
                                          </p:val>
                                        </p:tav>
                                        <p:tav tm="55667">
                                          <p:val>
                                            <p:fltVal val="0.7625491579"/>
                                          </p:val>
                                        </p:tav>
                                        <p:tav tm="56000">
                                          <p:val>
                                            <p:fltVal val="0.7625628238"/>
                                          </p:val>
                                        </p:tav>
                                        <p:tav tm="56333">
                                          <p:val>
                                            <p:fltVal val="0.7625758743"/>
                                          </p:val>
                                        </p:tav>
                                        <p:tav tm="56667">
                                          <p:val>
                                            <p:fltVal val="0.7625883362"/>
                                          </p:val>
                                        </p:tav>
                                        <p:tav tm="57000">
                                          <p:val>
                                            <p:fltVal val="0.7626002357"/>
                                          </p:val>
                                        </p:tav>
                                        <p:tav tm="57333">
                                          <p:val>
                                            <p:fltVal val="0.7626115974"/>
                                          </p:val>
                                        </p:tav>
                                        <p:tav tm="57667">
                                          <p:val>
                                            <p:fltVal val="0.7626224452"/>
                                          </p:val>
                                        </p:tav>
                                        <p:tav tm="58000">
                                          <p:val>
                                            <p:fltVal val="0.7626328017"/>
                                          </p:val>
                                        </p:tav>
                                        <p:tav tm="58333">
                                          <p:val>
                                            <p:fltVal val="0.7626426888"/>
                                          </p:val>
                                        </p:tav>
                                        <p:tav tm="58667">
                                          <p:val>
                                            <p:fltVal val="0.7626521273"/>
                                          </p:val>
                                        </p:tav>
                                        <p:tav tm="59000">
                                          <p:val>
                                            <p:fltVal val="0.7626611371"/>
                                          </p:val>
                                        </p:tav>
                                        <p:tav tm="59333">
                                          <p:val>
                                            <p:fltVal val="0.7626697372"/>
                                          </p:val>
                                        </p:tav>
                                        <p:tav tm="59667">
                                          <p:val>
                                            <p:fltVal val="0.7626779460"/>
                                          </p:val>
                                        </p:tav>
                                        <p:tav tm="60000">
                                          <p:val>
                                            <p:fltVal val="0.7626857808"/>
                                          </p:val>
                                        </p:tav>
                                        <p:tav tm="60333">
                                          <p:val>
                                            <p:fltVal val="0.7626932585"/>
                                          </p:val>
                                        </p:tav>
                                        <p:tav tm="60667">
                                          <p:val>
                                            <p:fltVal val="0.7627003948"/>
                                          </p:val>
                                        </p:tav>
                                        <p:tav tm="61000">
                                          <p:val>
                                            <p:fltVal val="0.7627072052"/>
                                          </p:val>
                                        </p:tav>
                                        <p:tav tm="61333">
                                          <p:val>
                                            <p:fltVal val="0.7627137043"/>
                                          </p:val>
                                        </p:tav>
                                        <p:tav tm="61667">
                                          <p:val>
                                            <p:fltVal val="0.7627199059"/>
                                          </p:val>
                                        </p:tav>
                                        <p:tav tm="62000">
                                          <p:val>
                                            <p:fltVal val="0.7627258235"/>
                                          </p:val>
                                        </p:tav>
                                        <p:tav tm="62333">
                                          <p:val>
                                            <p:fltVal val="0.7627314699"/>
                                          </p:val>
                                        </p:tav>
                                        <p:tav tm="62667">
                                          <p:val>
                                            <p:fltVal val="0.7627368572"/>
                                          </p:val>
                                        </p:tav>
                                        <p:tav tm="63000">
                                          <p:val>
                                            <p:fltVal val="0.7627419971"/>
                                          </p:val>
                                        </p:tav>
                                        <p:tav tm="63333">
                                          <p:val>
                                            <p:fltVal val="0.7627469009"/>
                                          </p:val>
                                        </p:tav>
                                        <p:tav tm="63667">
                                          <p:val>
                                            <p:fltVal val="0.7627515791"/>
                                          </p:val>
                                        </p:tav>
                                        <p:tav tm="64000">
                                          <p:val>
                                            <p:fltVal val="0.7627560419"/>
                                          </p:val>
                                        </p:tav>
                                        <p:tav tm="64333">
                                          <p:val>
                                            <p:fltVal val="0.7627602992"/>
                                          </p:val>
                                        </p:tav>
                                        <p:tav tm="64667">
                                          <p:val>
                                            <p:fltVal val="0.7627643602"/>
                                          </p:val>
                                        </p:tav>
                                        <p:tav tm="65000">
                                          <p:val>
                                            <p:fltVal val="0.7627682339"/>
                                          </p:val>
                                        </p:tav>
                                        <p:tav tm="65333">
                                          <p:val>
                                            <p:fltVal val="0.7627719287"/>
                                          </p:val>
                                        </p:tav>
                                        <p:tav tm="65667">
                                          <p:val>
                                            <p:fltVal val="0.7627754528"/>
                                          </p:val>
                                        </p:tav>
                                        <p:tav tm="66000">
                                          <p:val>
                                            <p:fltVal val="0.7627788139"/>
                                          </p:val>
                                        </p:tav>
                                        <p:tav tm="66333">
                                          <p:val>
                                            <p:fltVal val="0.7627820195"/>
                                          </p:val>
                                        </p:tav>
                                        <p:tav tm="66667">
                                          <p:val>
                                            <p:fltVal val="0.7627850766"/>
                                          </p:val>
                                        </p:tav>
                                        <p:tav tm="67000">
                                          <p:val>
                                            <p:fltVal val="0.7627879920"/>
                                          </p:val>
                                        </p:tav>
                                        <p:tav tm="67333">
                                          <p:val>
                                            <p:fltVal val="0.7627907723"/>
                                          </p:val>
                                        </p:tav>
                                        <p:tav tm="67667">
                                          <p:val>
                                            <p:fltVal val="0.7627934235"/>
                                          </p:val>
                                        </p:tav>
                                        <p:tav tm="68000">
                                          <p:val>
                                            <p:fltVal val="0.7627959516"/>
                                          </p:val>
                                        </p:tav>
                                        <p:tav tm="68333">
                                          <p:val>
                                            <p:fltVal val="0.7627983622"/>
                                          </p:val>
                                        </p:tav>
                                        <p:tav tm="68667">
                                          <p:val>
                                            <p:fltVal val="0.7628006607"/>
                                          </p:val>
                                        </p:tav>
                                        <p:tav tm="69000">
                                          <p:val>
                                            <p:fltVal val="0.7628028523"/>
                                          </p:val>
                                        </p:tav>
                                        <p:tav tm="69333">
                                          <p:val>
                                            <p:fltVal val="0.7628049418"/>
                                          </p:val>
                                        </p:tav>
                                        <p:tav tm="69667">
                                          <p:val>
                                            <p:fltVal val="0.7628069339"/>
                                          </p:val>
                                        </p:tav>
                                        <p:tav tm="70000">
                                          <p:val>
                                            <p:fltVal val="0.7628088332"/>
                                          </p:val>
                                        </p:tav>
                                        <p:tav tm="70333">
                                          <p:val>
                                            <p:fltVal val="0.7628106439"/>
                                          </p:val>
                                        </p:tav>
                                        <p:tav tm="70667">
                                          <p:val>
                                            <p:fltVal val="0.7628123700"/>
                                          </p:val>
                                        </p:tav>
                                        <p:tav tm="71000">
                                          <p:val>
                                            <p:fltVal val="0.7628140155"/>
                                          </p:val>
                                        </p:tav>
                                        <p:tav tm="71333">
                                          <p:val>
                                            <p:fltVal val="0.7628155841"/>
                                          </p:val>
                                        </p:tav>
                                        <p:tav tm="71667">
                                          <p:val>
                                            <p:fltVal val="0.7628170793"/>
                                          </p:val>
                                        </p:tav>
                                        <p:tav tm="72000">
                                          <p:val>
                                            <p:fltVal val="0.7628185045"/>
                                          </p:val>
                                        </p:tav>
                                        <p:tav tm="72333">
                                          <p:val>
                                            <p:fltVal val="0.7628198630"/>
                                          </p:val>
                                        </p:tav>
                                        <p:tav tm="72667">
                                          <p:val>
                                            <p:fltVal val="0.7628211579"/>
                                          </p:val>
                                        </p:tav>
                                        <p:tav tm="73000">
                                          <p:val>
                                            <p:fltVal val="0.7628223921"/>
                                          </p:val>
                                        </p:tav>
                                        <p:tav tm="73333">
                                          <p:val>
                                            <p:fltVal val="0.7628235683"/>
                                          </p:val>
                                        </p:tav>
                                        <p:tav tm="73667">
                                          <p:val>
                                            <p:fltVal val="0.7628246894"/>
                                          </p:val>
                                        </p:tav>
                                        <p:tav tm="74000">
                                          <p:val>
                                            <p:fltVal val="0.7628257578"/>
                                          </p:val>
                                        </p:tav>
                                        <p:tav tm="74333">
                                          <p:val>
                                            <p:fltVal val="0.7628267760"/>
                                          </p:val>
                                        </p:tav>
                                        <p:tav tm="74667">
                                          <p:val>
                                            <p:fltVal val="0.7628277464"/>
                                          </p:val>
                                        </p:tav>
                                        <p:tav tm="75000">
                                          <p:val>
                                            <p:fltVal val="0.7628286711"/>
                                          </p:val>
                                        </p:tav>
                                        <p:tav tm="75333">
                                          <p:val>
                                            <p:fltVal val="0.7628295523"/>
                                          </p:val>
                                        </p:tav>
                                        <p:tav tm="75667">
                                          <p:val>
                                            <p:fltVal val="0.7628303920"/>
                                          </p:val>
                                        </p:tav>
                                        <p:tav tm="76000">
                                          <p:val>
                                            <p:fltVal val="0.7628311921"/>
                                          </p:val>
                                        </p:tav>
                                        <p:tav tm="76333">
                                          <p:val>
                                            <p:fltVal val="0.7628319545"/>
                                          </p:val>
                                        </p:tav>
                                        <p:tav tm="76667">
                                          <p:val>
                                            <p:fltVal val="0.7628326810"/>
                                          </p:val>
                                        </p:tav>
                                        <p:tav tm="77000">
                                          <p:val>
                                            <p:fltVal val="0.7628333732"/>
                                          </p:val>
                                        </p:tav>
                                        <p:tav tm="77333">
                                          <p:val>
                                            <p:fltVal val="0.7628340327"/>
                                          </p:val>
                                        </p:tav>
                                        <p:tav tm="77667">
                                          <p:val>
                                            <p:fltVal val="0.7628346611"/>
                                          </p:val>
                                        </p:tav>
                                        <p:tav tm="78000">
                                          <p:val>
                                            <p:fltVal val="0.7628352598"/>
                                          </p:val>
                                        </p:tav>
                                        <p:tav tm="78333">
                                          <p:val>
                                            <p:fltVal val="0.7628358301"/>
                                          </p:val>
                                        </p:tav>
                                        <p:tav tm="78667">
                                          <p:val>
                                            <p:fltVal val="0.7628363735"/>
                                          </p:val>
                                        </p:tav>
                                        <p:tav tm="79000">
                                          <p:val>
                                            <p:fltVal val="0.7628368912"/>
                                          </p:val>
                                        </p:tav>
                                        <p:tav tm="79333">
                                          <p:val>
                                            <p:fltVal val="0.7628373844"/>
                                          </p:val>
                                        </p:tav>
                                        <p:tav tm="79667">
                                          <p:val>
                                            <p:fltVal val="0.7628378542"/>
                                          </p:val>
                                        </p:tav>
                                        <p:tav tm="80000">
                                          <p:val>
                                            <p:fltVal val="0.7628383017"/>
                                          </p:val>
                                        </p:tav>
                                        <p:tav tm="80333">
                                          <p:val>
                                            <p:fltVal val="0.7628387280"/>
                                          </p:val>
                                        </p:tav>
                                        <p:tav tm="80667">
                                          <p:val>
                                            <p:fltVal val="0.7628391341"/>
                                          </p:val>
                                        </p:tav>
                                        <p:tav tm="81000">
                                          <p:val>
                                            <p:fltVal val="0.7628395210"/>
                                          </p:val>
                                        </p:tav>
                                        <p:tav tm="81333">
                                          <p:val>
                                            <p:fltVal val="0.7628398894"/>
                                          </p:val>
                                        </p:tav>
                                        <p:tav tm="81667">
                                          <p:val>
                                            <p:fltVal val="0.7628402404"/>
                                          </p:val>
                                        </p:tav>
                                        <p:tav tm="82000">
                                          <p:val>
                                            <p:fltVal val="0.7628405747"/>
                                          </p:val>
                                        </p:tav>
                                        <p:tav tm="82333">
                                          <p:val>
                                            <p:fltVal val="0.7628408931"/>
                                          </p:val>
                                        </p:tav>
                                        <p:tav tm="82667">
                                          <p:val>
                                            <p:fltVal val="0.7628411964"/>
                                          </p:val>
                                        </p:tav>
                                        <p:tav tm="83000">
                                          <p:val>
                                            <p:fltVal val="0.7628414852"/>
                                          </p:val>
                                        </p:tav>
                                        <p:tav tm="83333">
                                          <p:val>
                                            <p:fltVal val="0.7628417603"/>
                                          </p:val>
                                        </p:tav>
                                        <p:tav tm="83667">
                                          <p:val>
                                            <p:fltVal val="0.7628420222"/>
                                          </p:val>
                                        </p:tav>
                                        <p:tav tm="84000">
                                          <p:val>
                                            <p:fltVal val="0.7628422718"/>
                                          </p:val>
                                        </p:tav>
                                        <p:tav tm="84333">
                                          <p:val>
                                            <p:fltVal val="0.7628425094"/>
                                          </p:val>
                                        </p:tav>
                                        <p:tav tm="84667">
                                          <p:val>
                                            <p:fltVal val="0.7628427356"/>
                                          </p:val>
                                        </p:tav>
                                        <p:tav tm="85000">
                                          <p:val>
                                            <p:fltVal val="0.7628429511"/>
                                          </p:val>
                                        </p:tav>
                                        <p:tav tm="85333">
                                          <p:val>
                                            <p:fltVal val="0.7628431564"/>
                                          </p:val>
                                        </p:tav>
                                        <p:tav tm="85667">
                                          <p:val>
                                            <p:fltVal val="0.7628433518"/>
                                          </p:val>
                                        </p:tav>
                                        <p:tav tm="86000">
                                          <p:val>
                                            <p:fltVal val="0.7628435379"/>
                                          </p:val>
                                        </p:tav>
                                        <p:tav tm="86333">
                                          <p:val>
                                            <p:fltVal val="0.7628437150"/>
                                          </p:val>
                                        </p:tav>
                                        <p:tav tm="86667">
                                          <p:val>
                                            <p:fltVal val="0.7628438838"/>
                                          </p:val>
                                        </p:tav>
                                        <p:tav tm="87000">
                                          <p:val>
                                            <p:fltVal val="0.7628440444"/>
                                          </p:val>
                                        </p:tav>
                                        <p:tav tm="87333">
                                          <p:val>
                                            <p:fltVal val="0.7628441974"/>
                                          </p:val>
                                        </p:tav>
                                        <p:tav tm="87667">
                                          <p:val>
                                            <p:fltVal val="0.7628443431"/>
                                          </p:val>
                                        </p:tav>
                                        <p:tav tm="88000">
                                          <p:val>
                                            <p:fltVal val="0.7628444818"/>
                                          </p:val>
                                        </p:tav>
                                        <p:tav tm="88333">
                                          <p:val>
                                            <p:fltVal val="0.7628446138"/>
                                          </p:val>
                                        </p:tav>
                                        <p:tav tm="88667">
                                          <p:val>
                                            <p:fltVal val="0.7628447395"/>
                                          </p:val>
                                        </p:tav>
                                        <p:tav tm="89000">
                                          <p:val>
                                            <p:fltVal val="0.7628448592"/>
                                          </p:val>
                                        </p:tav>
                                        <p:tav tm="89333">
                                          <p:val>
                                            <p:fltVal val="0.7628449732"/>
                                          </p:val>
                                        </p:tav>
                                        <p:tav tm="89667">
                                          <p:val>
                                            <p:fltVal val="0.7628450817"/>
                                          </p:val>
                                        </p:tav>
                                        <p:tav tm="90000">
                                          <p:val>
                                            <p:fltVal val="0.7628451850"/>
                                          </p:val>
                                        </p:tav>
                                        <p:tav tm="90333">
                                          <p:val>
                                            <p:fltVal val="0.7604591545"/>
                                          </p:val>
                                        </p:tav>
                                        <p:tav tm="90667">
                                          <p:val>
                                            <p:fltVal val="0.7551292840"/>
                                          </p:val>
                                        </p:tav>
                                        <p:tav tm="91000">
                                          <p:val>
                                            <p:fltVal val="0.7487162748"/>
                                          </p:val>
                                        </p:tav>
                                        <p:tav tm="91333">
                                          <p:val>
                                            <p:fltVal val="0.7422624777"/>
                                          </p:val>
                                        </p:tav>
                                        <p:tav tm="91667">
                                          <p:val>
                                            <p:fltVal val="0.7363063310"/>
                                          </p:val>
                                        </p:tav>
                                        <p:tav tm="92000">
                                          <p:val>
                                            <p:fltVal val="0.7310842897"/>
                                          </p:val>
                                        </p:tav>
                                        <p:tav tm="92333">
                                          <p:val>
                                            <p:fltVal val="0.7266587653"/>
                                          </p:val>
                                        </p:tav>
                                        <p:tav tm="92667">
                                          <p:val>
                                            <p:fltVal val="0.7229977970"/>
                                          </p:val>
                                        </p:tav>
                                        <p:tav tm="93000">
                                          <p:val>
                                            <p:fltVal val="0.7200235402"/>
                                          </p:val>
                                        </p:tav>
                                        <p:tav tm="93333">
                                          <p:val>
                                            <p:fltVal val="0.7176408477"/>
                                          </p:val>
                                        </p:tav>
                                        <p:tav tm="93667">
                                          <p:val>
                                            <p:fltVal val="0.7157533346"/>
                                          </p:val>
                                        </p:tav>
                                        <p:tav tm="94000">
                                          <p:val>
                                            <p:fltVal val="0.7142717251"/>
                                          </p:val>
                                        </p:tav>
                                        <p:tav tm="94333">
                                          <p:val>
                                            <p:fltVal val="0.7131175676"/>
                                          </p:val>
                                        </p:tav>
                                        <p:tav tm="94667">
                                          <p:val>
                                            <p:fltVal val="0.7122242712"/>
                                          </p:val>
                                        </p:tav>
                                        <p:tav tm="95000">
                                          <p:val>
                                            <p:fltVal val="0.7115366858"/>
                                          </p:val>
                                        </p:tav>
                                        <p:tav tm="95333">
                                          <p:val>
                                            <p:fltVal val="0.7110099665"/>
                                          </p:val>
                                        </p:tav>
                                        <p:tav tm="95667">
                                          <p:val>
                                            <p:fltVal val="0.7106081629"/>
                                          </p:val>
                                        </p:tav>
                                        <p:tav tm="96000">
                                          <p:val>
                                            <p:fltVal val="0.7103027799"/>
                                          </p:val>
                                        </p:tav>
                                        <p:tav tm="96333">
                                          <p:val>
                                            <p:fltVal val="0.7100714397"/>
                                          </p:val>
                                        </p:tav>
                                        <p:tav tm="96667">
                                          <p:val>
                                            <p:fltVal val="0.7098967036"/>
                                          </p:val>
                                        </p:tav>
                                        <p:tav tm="97000">
                                          <p:val>
                                            <p:fltVal val="0.7097650699"/>
                                          </p:val>
                                        </p:tav>
                                        <p:tav tm="97333">
                                          <p:val>
                                            <p:fltVal val="0.7096661430"/>
                                          </p:val>
                                        </p:tav>
                                        <p:tav tm="97667">
                                          <p:val>
                                            <p:fltVal val="0.7095919576"/>
                                          </p:val>
                                        </p:tav>
                                        <p:tav tm="98000">
                                          <p:val>
                                            <p:fltVal val="0.7095364361"/>
                                          </p:val>
                                        </p:tav>
                                        <p:tav tm="98333">
                                          <p:val>
                                            <p:fltVal val="0.7094949582"/>
                                          </p:val>
                                        </p:tav>
                                        <p:tav tm="98667">
                                          <p:val>
                                            <p:fltVal val="0.7094640236"/>
                                          </p:val>
                                        </p:tav>
                                        <p:tav tm="99000">
                                          <p:val>
                                            <p:fltVal val="0.7094409878"/>
                                          </p:val>
                                        </p:tav>
                                        <p:tav tm="99333">
                                          <p:val>
                                            <p:fltVal val="0.7094238584"/>
                                          </p:val>
                                        </p:tav>
                                        <p:tav tm="99667">
                                          <p:val>
                                            <p:fltVal val="0.7094111379"/>
                                          </p:val>
                                        </p:tav>
                                        <p:tav tm="100000">
                                          <p:val>
                                            <p:fltVal val="0.7094111379"/>
                                          </p:val>
                                        </p:tav>
                                      </p:tavLst>
                                    </p:anim>
                                    <p:anim calcmode="lin" valueType="num">
                                      <p:cBhvr additive="base">
                                        <p:cTn id="29" dur="10000" fill="hold">
                                          <p:stCondLst>
                                            <p:cond delay="0"/>
                                          </p:stCondLst>
                                        </p:cTn>
                                        <p:tgtEl>
                                          <p:spTgt spid="10029"/>
                                        </p:tgtEl>
                                        <p:attrNameLst>
                                          <p:attrName>ppt_x</p:attrName>
                                        </p:attrNameLst>
                                      </p:cBhvr>
                                      <p:tavLst>
                                        <p:tav tm="0">
                                          <p:val>
                                            <p:fltVal val="0.7165046296"/>
                                          </p:val>
                                        </p:tav>
                                        <p:tav tm="333">
                                          <p:val>
                                            <p:fltVal val="0.7165046296"/>
                                          </p:val>
                                        </p:tav>
                                        <p:tav tm="667">
                                          <p:val>
                                            <p:fltVal val="0.7165046296"/>
                                          </p:val>
                                        </p:tav>
                                        <p:tav tm="1000">
                                          <p:val>
                                            <p:fltVal val="0.7165046296"/>
                                          </p:val>
                                        </p:tav>
                                        <p:tav tm="1333">
                                          <p:val>
                                            <p:fltVal val="0.7165046296"/>
                                          </p:val>
                                        </p:tav>
                                        <p:tav tm="1667">
                                          <p:val>
                                            <p:fltVal val="0.7165046296"/>
                                          </p:val>
                                        </p:tav>
                                        <p:tav tm="2000">
                                          <p:val>
                                            <p:fltVal val="0.7165046296"/>
                                          </p:val>
                                        </p:tav>
                                        <p:tav tm="2333">
                                          <p:val>
                                            <p:fltVal val="0.7165046296"/>
                                          </p:val>
                                        </p:tav>
                                        <p:tav tm="2667">
                                          <p:val>
                                            <p:fltVal val="0.7165046296"/>
                                          </p:val>
                                        </p:tav>
                                        <p:tav tm="3000">
                                          <p:val>
                                            <p:fltVal val="0.7165046296"/>
                                          </p:val>
                                        </p:tav>
                                        <p:tav tm="3333">
                                          <p:val>
                                            <p:fltVal val="0.7165046296"/>
                                          </p:val>
                                        </p:tav>
                                        <p:tav tm="3667">
                                          <p:val>
                                            <p:fltVal val="0.7165046296"/>
                                          </p:val>
                                        </p:tav>
                                        <p:tav tm="4000">
                                          <p:val>
                                            <p:fltVal val="0.7165046296"/>
                                          </p:val>
                                        </p:tav>
                                        <p:tav tm="4333">
                                          <p:val>
                                            <p:fltVal val="0.7165046296"/>
                                          </p:val>
                                        </p:tav>
                                        <p:tav tm="4667">
                                          <p:val>
                                            <p:fltVal val="0.7165046296"/>
                                          </p:val>
                                        </p:tav>
                                        <p:tav tm="5000">
                                          <p:val>
                                            <p:fltVal val="0.7165046296"/>
                                          </p:val>
                                        </p:tav>
                                        <p:tav tm="5333">
                                          <p:val>
                                            <p:fltVal val="0.7165046296"/>
                                          </p:val>
                                        </p:tav>
                                        <p:tav tm="5667">
                                          <p:val>
                                            <p:fltVal val="0.7165046296"/>
                                          </p:val>
                                        </p:tav>
                                        <p:tav tm="6000">
                                          <p:val>
                                            <p:fltVal val="0.7165046296"/>
                                          </p:val>
                                        </p:tav>
                                        <p:tav tm="6333">
                                          <p:val>
                                            <p:fltVal val="0.7165046296"/>
                                          </p:val>
                                        </p:tav>
                                        <p:tav tm="6667">
                                          <p:val>
                                            <p:fltVal val="0.7165046296"/>
                                          </p:val>
                                        </p:tav>
                                        <p:tav tm="7000">
                                          <p:val>
                                            <p:fltVal val="0.7165046296"/>
                                          </p:val>
                                        </p:tav>
                                        <p:tav tm="7333">
                                          <p:val>
                                            <p:fltVal val="0.7165046296"/>
                                          </p:val>
                                        </p:tav>
                                        <p:tav tm="7667">
                                          <p:val>
                                            <p:fltVal val="0.7165046296"/>
                                          </p:val>
                                        </p:tav>
                                        <p:tav tm="8000">
                                          <p:val>
                                            <p:fltVal val="0.7165046296"/>
                                          </p:val>
                                        </p:tav>
                                        <p:tav tm="8333">
                                          <p:val>
                                            <p:fltVal val="0.7165046296"/>
                                          </p:val>
                                        </p:tav>
                                        <p:tav tm="8667">
                                          <p:val>
                                            <p:fltVal val="0.7165046296"/>
                                          </p:val>
                                        </p:tav>
                                        <p:tav tm="9000">
                                          <p:val>
                                            <p:fltVal val="0.7165046296"/>
                                          </p:val>
                                        </p:tav>
                                        <p:tav tm="9333">
                                          <p:val>
                                            <p:fltVal val="0.7165046296"/>
                                          </p:val>
                                        </p:tav>
                                        <p:tav tm="9667">
                                          <p:val>
                                            <p:fltVal val="0.7165046296"/>
                                          </p:val>
                                        </p:tav>
                                        <p:tav tm="10000">
                                          <p:val>
                                            <p:fltVal val="0.7165046296"/>
                                          </p:val>
                                        </p:tav>
                                        <p:tav tm="10333">
                                          <p:val>
                                            <p:fltVal val="0.7165780284"/>
                                          </p:val>
                                        </p:tav>
                                        <p:tav tm="10667">
                                          <p:val>
                                            <p:fltVal val="0.7167880365"/>
                                          </p:val>
                                        </p:tav>
                                        <p:tav tm="11000">
                                          <p:val>
                                            <p:fltVal val="0.7171202663"/>
                                          </p:val>
                                        </p:tav>
                                        <p:tav tm="11333">
                                          <p:val>
                                            <p:fltVal val="0.7175614557"/>
                                          </p:val>
                                        </p:tav>
                                        <p:tav tm="11667">
                                          <p:val>
                                            <p:fltVal val="0.7180993908"/>
                                          </p:val>
                                        </p:tav>
                                        <p:tav tm="12000">
                                          <p:val>
                                            <p:fltVal val="0.7187228323"/>
                                          </p:val>
                                        </p:tav>
                                        <p:tav tm="12333">
                                          <p:val>
                                            <p:fltVal val="0.7194214476"/>
                                          </p:val>
                                        </p:tav>
                                        <p:tav tm="12667">
                                          <p:val>
                                            <p:fltVal val="0.7201857464"/>
                                          </p:val>
                                        </p:tav>
                                        <p:tav tm="13000">
                                          <p:val>
                                            <p:fltVal val="0.7210070218"/>
                                          </p:val>
                                        </p:tav>
                                        <p:tav tm="13333">
                                          <p:val>
                                            <p:fltVal val="0.7218772938"/>
                                          </p:val>
                                        </p:tav>
                                        <p:tav tm="13667">
                                          <p:val>
                                            <p:fltVal val="0.7227892578"/>
                                          </p:val>
                                        </p:tav>
                                        <p:tav tm="14000">
                                          <p:val>
                                            <p:fltVal val="0.7237362357"/>
                                          </p:val>
                                        </p:tav>
                                        <p:tav tm="14333">
                                          <p:val>
                                            <p:fltVal val="0.7247121306"/>
                                          </p:val>
                                        </p:tav>
                                        <p:tav tm="14667">
                                          <p:val>
                                            <p:fltVal val="0.7257113847"/>
                                          </p:val>
                                        </p:tav>
                                        <p:tav tm="15000">
                                          <p:val>
                                            <p:fltVal val="0.7267289391"/>
                                          </p:val>
                                        </p:tav>
                                        <p:tav tm="15333">
                                          <p:val>
                                            <p:fltVal val="0.7277601976"/>
                                          </p:val>
                                        </p:tav>
                                        <p:tav tm="15667">
                                          <p:val>
                                            <p:fltVal val="0.7288009920"/>
                                          </p:val>
                                        </p:tav>
                                        <p:tav tm="16000">
                                          <p:val>
                                            <p:fltVal val="0.7298475502"/>
                                          </p:val>
                                        </p:tav>
                                        <p:tav tm="16333">
                                          <p:val>
                                            <p:fltVal val="0.7308964661"/>
                                          </p:val>
                                        </p:tav>
                                        <p:tav tm="16667">
                                          <p:val>
                                            <p:fltVal val="0.7319446718"/>
                                          </p:val>
                                        </p:tav>
                                        <p:tav tm="17000">
                                          <p:val>
                                            <p:fltVal val="0.7329894118"/>
                                          </p:val>
                                        </p:tav>
                                        <p:tav tm="17333">
                                          <p:val>
                                            <p:fltVal val="0.7340282187"/>
                                          </p:val>
                                        </p:tav>
                                        <p:tav tm="17667">
                                          <p:val>
                                            <p:fltVal val="0.7350588908"/>
                                          </p:val>
                                        </p:tav>
                                        <p:tav tm="18000">
                                          <p:val>
                                            <p:fltVal val="0.7360794710"/>
                                          </p:val>
                                        </p:tav>
                                        <p:tav tm="18333">
                                          <p:val>
                                            <p:fltVal val="0.7370882274"/>
                                          </p:val>
                                        </p:tav>
                                        <p:tav tm="18667">
                                          <p:val>
                                            <p:fltVal val="0.7380836355"/>
                                          </p:val>
                                        </p:tav>
                                        <p:tav tm="19000">
                                          <p:val>
                                            <p:fltVal val="0.7390643607"/>
                                          </p:val>
                                        </p:tav>
                                        <p:tav tm="19333">
                                          <p:val>
                                            <p:fltVal val="0.7400292432"/>
                                          </p:val>
                                        </p:tav>
                                        <p:tav tm="19667">
                                          <p:val>
                                            <p:fltVal val="0.7409772832"/>
                                          </p:val>
                                        </p:tav>
                                        <p:tav tm="20000">
                                          <p:val>
                                            <p:fltVal val="0.7419076276"/>
                                          </p:val>
                                        </p:tav>
                                        <p:tav tm="20333">
                                          <p:val>
                                            <p:fltVal val="0.7428195573"/>
                                          </p:val>
                                        </p:tav>
                                        <p:tav tm="20667">
                                          <p:val>
                                            <p:fltVal val="0.7437124756"/>
                                          </p:val>
                                        </p:tav>
                                        <p:tav tm="21000">
                                          <p:val>
                                            <p:fltVal val="0.7445858974"/>
                                          </p:val>
                                        </p:tav>
                                        <p:tav tm="21333">
                                          <p:val>
                                            <p:fltVal val="0.7454394393"/>
                                          </p:val>
                                        </p:tav>
                                        <p:tav tm="21667">
                                          <p:val>
                                            <p:fltVal val="0.7462728105"/>
                                          </p:val>
                                        </p:tav>
                                        <p:tav tm="22000">
                                          <p:val>
                                            <p:fltVal val="0.7470858037"/>
                                          </p:val>
                                        </p:tav>
                                        <p:tav tm="22333">
                                          <p:val>
                                            <p:fltVal val="0.7478782878"/>
                                          </p:val>
                                        </p:tav>
                                        <p:tav tm="22667">
                                          <p:val>
                                            <p:fltVal val="0.7486502001"/>
                                          </p:val>
                                        </p:tav>
                                        <p:tav tm="23000">
                                          <p:val>
                                            <p:fltVal val="0.7494015400"/>
                                          </p:val>
                                        </p:tav>
                                        <p:tav tm="23333">
                                          <p:val>
                                            <p:fltVal val="0.7501323621"/>
                                          </p:val>
                                        </p:tav>
                                        <p:tav tm="23667">
                                          <p:val>
                                            <p:fltVal val="0.7508427711"/>
                                          </p:val>
                                        </p:tav>
                                        <p:tav tm="24000">
                                          <p:val>
                                            <p:fltVal val="0.7515329160"/>
                                          </p:val>
                                        </p:tav>
                                        <p:tav tm="24333">
                                          <p:val>
                                            <p:fltVal val="0.7522029855"/>
                                          </p:val>
                                        </p:tav>
                                        <p:tav tm="24667">
                                          <p:val>
                                            <p:fltVal val="0.7528532033"/>
                                          </p:val>
                                        </p:tav>
                                        <p:tav tm="25000">
                                          <p:val>
                                            <p:fltVal val="0.7534838240"/>
                                          </p:val>
                                        </p:tav>
                                        <p:tav tm="25333">
                                          <p:val>
                                            <p:fltVal val="0.7540951293"/>
                                          </p:val>
                                        </p:tav>
                                        <p:tav tm="25667">
                                          <p:val>
                                            <p:fltVal val="0.7546874246"/>
                                          </p:val>
                                        </p:tav>
                                        <p:tav tm="26000">
                                          <p:val>
                                            <p:fltVal val="0.7552610356"/>
                                          </p:val>
                                        </p:tav>
                                        <p:tav tm="26333">
                                          <p:val>
                                            <p:fltVal val="0.7558163054"/>
                                          </p:val>
                                        </p:tav>
                                        <p:tav tm="26667">
                                          <p:val>
                                            <p:fltVal val="0.7563535919"/>
                                          </p:val>
                                        </p:tav>
                                        <p:tav tm="27000">
                                          <p:val>
                                            <p:fltVal val="0.7568732653"/>
                                          </p:val>
                                        </p:tav>
                                        <p:tav tm="27333">
                                          <p:val>
                                            <p:fltVal val="0.7573757059"/>
                                          </p:val>
                                        </p:tav>
                                        <p:tav tm="27667">
                                          <p:val>
                                            <p:fltVal val="0.7578613019"/>
                                          </p:val>
                                        </p:tav>
                                        <p:tav tm="28000">
                                          <p:val>
                                            <p:fltVal val="0.7583304479"/>
                                          </p:val>
                                        </p:tav>
                                        <p:tav tm="28333">
                                          <p:val>
                                            <p:fltVal val="0.7587835425"/>
                                          </p:val>
                                        </p:tav>
                                        <p:tav tm="28667">
                                          <p:val>
                                            <p:fltVal val="0.7592209878"/>
                                          </p:val>
                                        </p:tav>
                                        <p:tav tm="29000">
                                          <p:val>
                                            <p:fltVal val="0.7596431870"/>
                                          </p:val>
                                        </p:tav>
                                        <p:tav tm="29333">
                                          <p:val>
                                            <p:fltVal val="0.7600505438"/>
                                          </p:val>
                                        </p:tav>
                                        <p:tav tm="29667">
                                          <p:val>
                                            <p:fltVal val="0.7604434612"/>
                                          </p:val>
                                        </p:tav>
                                        <p:tav tm="30000">
                                          <p:val>
                                            <p:fltVal val="0.7608223402"/>
                                          </p:val>
                                        </p:tav>
                                        <p:tav tm="30333">
                                          <p:val>
                                            <p:fltVal val="0.7611875792"/>
                                          </p:val>
                                        </p:tav>
                                        <p:tav tm="30667">
                                          <p:val>
                                            <p:fltVal val="0.7615395730"/>
                                          </p:val>
                                        </p:tav>
                                        <p:tav tm="31000">
                                          <p:val>
                                            <p:fltVal val="0.7618787122"/>
                                          </p:val>
                                        </p:tav>
                                        <p:tav tm="31333">
                                          <p:val>
                                            <p:fltVal val="0.7622053826"/>
                                          </p:val>
                                        </p:tav>
                                        <p:tav tm="31667">
                                          <p:val>
                                            <p:fltVal val="0.7625199647"/>
                                          </p:val>
                                        </p:tav>
                                        <p:tav tm="32000">
                                          <p:val>
                                            <p:fltVal val="0.7628228328"/>
                                          </p:val>
                                        </p:tav>
                                        <p:tav tm="32333">
                                          <p:val>
                                            <p:fltVal val="0.7631143553"/>
                                          </p:val>
                                        </p:tav>
                                        <p:tav tm="32667">
                                          <p:val>
                                            <p:fltVal val="0.7633948936"/>
                                          </p:val>
                                        </p:tav>
                                        <p:tav tm="33000">
                                          <p:val>
                                            <p:fltVal val="0.7636648024"/>
                                          </p:val>
                                        </p:tav>
                                        <p:tav tm="33333">
                                          <p:val>
                                            <p:fltVal val="0.7639244291"/>
                                          </p:val>
                                        </p:tav>
                                        <p:tav tm="33667">
                                          <p:val>
                                            <p:fltVal val="0.7641741136"/>
                                          </p:val>
                                        </p:tav>
                                        <p:tav tm="34000">
                                          <p:val>
                                            <p:fltVal val="0.7644141884"/>
                                          </p:val>
                                        </p:tav>
                                        <p:tav tm="34333">
                                          <p:val>
                                            <p:fltVal val="0.7646449782"/>
                                          </p:val>
                                        </p:tav>
                                        <p:tav tm="34667">
                                          <p:val>
                                            <p:fltVal val="0.7648667998"/>
                                          </p:val>
                                        </p:tav>
                                        <p:tav tm="35000">
                                          <p:val>
                                            <p:fltVal val="0.7650799623"/>
                                          </p:val>
                                        </p:tav>
                                        <p:tav tm="35333">
                                          <p:val>
                                            <p:fltVal val="0.7652847668"/>
                                          </p:val>
                                        </p:tav>
                                        <p:tav tm="35667">
                                          <p:val>
                                            <p:fltVal val="0.7654815064"/>
                                          </p:val>
                                        </p:tav>
                                        <p:tav tm="36000">
                                          <p:val>
                                            <p:fltVal val="0.7656704665"/>
                                          </p:val>
                                        </p:tav>
                                        <p:tav tm="36333">
                                          <p:val>
                                            <p:fltVal val="0.7658519244"/>
                                          </p:val>
                                        </p:tav>
                                        <p:tav tm="36667">
                                          <p:val>
                                            <p:fltVal val="0.7660261498"/>
                                          </p:val>
                                        </p:tav>
                                        <p:tav tm="37000">
                                          <p:val>
                                            <p:fltVal val="0.7661934044"/>
                                          </p:val>
                                        </p:tav>
                                        <p:tav tm="37333">
                                          <p:val>
                                            <p:fltVal val="0.7663539424"/>
                                          </p:val>
                                        </p:tav>
                                        <p:tav tm="37667">
                                          <p:val>
                                            <p:fltVal val="0.7665080102"/>
                                          </p:val>
                                        </p:tav>
                                        <p:tav tm="38000">
                                          <p:val>
                                            <p:fltVal val="0.7666558470"/>
                                          </p:val>
                                        </p:tav>
                                        <p:tav tm="38333">
                                          <p:val>
                                            <p:fltVal val="0.7667976843"/>
                                          </p:val>
                                        </p:tav>
                                        <p:tav tm="38667">
                                          <p:val>
                                            <p:fltVal val="0.7669337466"/>
                                          </p:val>
                                        </p:tav>
                                        <p:tav tm="39000">
                                          <p:val>
                                            <p:fltVal val="0.7670642512"/>
                                          </p:val>
                                        </p:tav>
                                        <p:tav tm="39333">
                                          <p:val>
                                            <p:fltVal val="0.7671894083"/>
                                          </p:val>
                                        </p:tav>
                                        <p:tav tm="39667">
                                          <p:val>
                                            <p:fltVal val="0.7673094214"/>
                                          </p:val>
                                        </p:tav>
                                        <p:tav tm="40000">
                                          <p:val>
                                            <p:fltVal val="0.7674244872"/>
                                          </p:val>
                                        </p:tav>
                                        <p:tav tm="40333">
                                          <p:val>
                                            <p:fltVal val="0.7675347959"/>
                                          </p:val>
                                        </p:tav>
                                        <p:tav tm="40667">
                                          <p:val>
                                            <p:fltVal val="0.7676405313"/>
                                          </p:val>
                                        </p:tav>
                                        <p:tav tm="41000">
                                          <p:val>
                                            <p:fltVal val="0.7677418707"/>
                                          </p:val>
                                        </p:tav>
                                        <p:tav tm="41333">
                                          <p:val>
                                            <p:fltVal val="0.7678389857"/>
                                          </p:val>
                                        </p:tav>
                                        <p:tav tm="41667">
                                          <p:val>
                                            <p:fltVal val="0.7679320417"/>
                                          </p:val>
                                        </p:tav>
                                        <p:tav tm="42000">
                                          <p:val>
                                            <p:fltVal val="0.7680211984"/>
                                          </p:val>
                                        </p:tav>
                                        <p:tav tm="42333">
                                          <p:val>
                                            <p:fltVal val="0.7681066097"/>
                                          </p:val>
                                        </p:tav>
                                        <p:tav tm="42667">
                                          <p:val>
                                            <p:fltVal val="0.7681884243"/>
                                          </p:val>
                                        </p:tav>
                                        <p:tav tm="43000">
                                          <p:val>
                                            <p:fltVal val="0.7682667853"/>
                                          </p:val>
                                        </p:tav>
                                        <p:tav tm="43333">
                                          <p:val>
                                            <p:fltVal val="0.7683418308"/>
                                          </p:val>
                                        </p:tav>
                                        <p:tav tm="43667">
                                          <p:val>
                                            <p:fltVal val="0.7684136939"/>
                                          </p:val>
                                        </p:tav>
                                        <p:tav tm="44000">
                                          <p:val>
                                            <p:fltVal val="0.7684825026"/>
                                          </p:val>
                                        </p:tav>
                                        <p:tav tm="44333">
                                          <p:val>
                                            <p:fltVal val="0.7685483804"/>
                                          </p:val>
                                        </p:tav>
                                        <p:tav tm="44667">
                                          <p:val>
                                            <p:fltVal val="0.7686114461"/>
                                          </p:val>
                                        </p:tav>
                                        <p:tav tm="45000">
                                          <p:val>
                                            <p:fltVal val="0.7686718141"/>
                                          </p:val>
                                        </p:tav>
                                        <p:tav tm="45333">
                                          <p:val>
                                            <p:fltVal val="0.7687295946"/>
                                          </p:val>
                                        </p:tav>
                                        <p:tav tm="45667">
                                          <p:val>
                                            <p:fltVal val="0.7687848934"/>
                                          </p:val>
                                        </p:tav>
                                        <p:tav tm="46000">
                                          <p:val>
                                            <p:fltVal val="0.7688378125"/>
                                          </p:val>
                                        </p:tav>
                                        <p:tav tm="46333">
                                          <p:val>
                                            <p:fltVal val="0.7688884500"/>
                                          </p:val>
                                        </p:tav>
                                        <p:tav tm="46667">
                                          <p:val>
                                            <p:fltVal val="0.7689369000"/>
                                          </p:val>
                                        </p:tav>
                                        <p:tav tm="47000">
                                          <p:val>
                                            <p:fltVal val="0.7689832532"/>
                                          </p:val>
                                        </p:tav>
                                        <p:tav tm="47333">
                                          <p:val>
                                            <p:fltVal val="0.7690275967"/>
                                          </p:val>
                                        </p:tav>
                                        <p:tav tm="47667">
                                          <p:val>
                                            <p:fltVal val="0.7690700143"/>
                                          </p:val>
                                        </p:tav>
                                        <p:tav tm="48000">
                                          <p:val>
                                            <p:fltVal val="0.7691105863"/>
                                          </p:val>
                                        </p:tav>
                                        <p:tav tm="48333">
                                          <p:val>
                                            <p:fltVal val="0.7691493901"/>
                                          </p:val>
                                        </p:tav>
                                        <p:tav tm="48667">
                                          <p:val>
                                            <p:fltVal val="0.7691864999"/>
                                          </p:val>
                                        </p:tav>
                                        <p:tav tm="49000">
                                          <p:val>
                                            <p:fltVal val="0.7692219870"/>
                                          </p:val>
                                        </p:tav>
                                        <p:tav tm="49333">
                                          <p:val>
                                            <p:fltVal val="0.7692559198"/>
                                          </p:val>
                                        </p:tav>
                                        <p:tav tm="49667">
                                          <p:val>
                                            <p:fltVal val="0.7692883640"/>
                                          </p:val>
                                        </p:tav>
                                        <p:tav tm="50000">
                                          <p:val>
                                            <p:fltVal val="0.7693193829"/>
                                          </p:val>
                                        </p:tav>
                                        <p:tav tm="50333">
                                          <p:val>
                                            <p:fltVal val="0.7693490368"/>
                                          </p:val>
                                        </p:tav>
                                        <p:tav tm="50667">
                                          <p:val>
                                            <p:fltVal val="0.7693773839"/>
                                          </p:val>
                                        </p:tav>
                                        <p:tav tm="51000">
                                          <p:val>
                                            <p:fltVal val="0.7694044801"/>
                                          </p:val>
                                        </p:tav>
                                        <p:tav tm="51333">
                                          <p:val>
                                            <p:fltVal val="0.7694303786"/>
                                          </p:val>
                                        </p:tav>
                                        <p:tav tm="51667">
                                          <p:val>
                                            <p:fltVal val="0.7694551309"/>
                                          </p:val>
                                        </p:tav>
                                        <p:tav tm="52000">
                                          <p:val>
                                            <p:fltVal val="0.7694787862"/>
                                          </p:val>
                                        </p:tav>
                                        <p:tav tm="52333">
                                          <p:val>
                                            <p:fltVal val="0.7695013916"/>
                                          </p:val>
                                        </p:tav>
                                        <p:tav tm="52667">
                                          <p:val>
                                            <p:fltVal val="0.7695229924"/>
                                          </p:val>
                                        </p:tav>
                                        <p:tav tm="53000">
                                          <p:val>
                                            <p:fltVal val="0.7695436319"/>
                                          </p:val>
                                        </p:tav>
                                        <p:tav tm="53333">
                                          <p:val>
                                            <p:fltVal val="0.7695633518"/>
                                          </p:val>
                                        </p:tav>
                                        <p:tav tm="53667">
                                          <p:val>
                                            <p:fltVal val="0.7695821919"/>
                                          </p:val>
                                        </p:tav>
                                        <p:tav tm="54000">
                                          <p:val>
                                            <p:fltVal val="0.7696001904"/>
                                          </p:val>
                                        </p:tav>
                                        <p:tav tm="54333">
                                          <p:val>
                                            <p:fltVal val="0.7696173839"/>
                                          </p:val>
                                        </p:tav>
                                        <p:tav tm="54667">
                                          <p:val>
                                            <p:fltVal val="0.7696338075"/>
                                          </p:val>
                                        </p:tav>
                                        <p:tav tm="55000">
                                          <p:val>
                                            <p:fltVal val="0.7696494947"/>
                                          </p:val>
                                        </p:tav>
                                        <p:tav tm="55333">
                                          <p:val>
                                            <p:fltVal val="0.7696644778"/>
                                          </p:val>
                                        </p:tav>
                                        <p:tav tm="55667">
                                          <p:val>
                                            <p:fltVal val="0.7696787875"/>
                                          </p:val>
                                        </p:tav>
                                        <p:tav tm="56000">
                                          <p:val>
                                            <p:fltVal val="0.7696924535"/>
                                          </p:val>
                                        </p:tav>
                                        <p:tav tm="56333">
                                          <p:val>
                                            <p:fltVal val="0.7697055039"/>
                                          </p:val>
                                        </p:tav>
                                        <p:tav tm="56667">
                                          <p:val>
                                            <p:fltVal val="0.7697179659"/>
                                          </p:val>
                                        </p:tav>
                                        <p:tav tm="57000">
                                          <p:val>
                                            <p:fltVal val="0.7697298653"/>
                                          </p:val>
                                        </p:tav>
                                        <p:tav tm="57333">
                                          <p:val>
                                            <p:fltVal val="0.7697412270"/>
                                          </p:val>
                                        </p:tav>
                                        <p:tav tm="57667">
                                          <p:val>
                                            <p:fltVal val="0.7697520748"/>
                                          </p:val>
                                        </p:tav>
                                        <p:tav tm="58000">
                                          <p:val>
                                            <p:fltVal val="0.7697624313"/>
                                          </p:val>
                                        </p:tav>
                                        <p:tav tm="58333">
                                          <p:val>
                                            <p:fltVal val="0.7697723184"/>
                                          </p:val>
                                        </p:tav>
                                        <p:tav tm="58667">
                                          <p:val>
                                            <p:fltVal val="0.7697817569"/>
                                          </p:val>
                                        </p:tav>
                                        <p:tav tm="59000">
                                          <p:val>
                                            <p:fltVal val="0.7697907667"/>
                                          </p:val>
                                        </p:tav>
                                        <p:tav tm="59333">
                                          <p:val>
                                            <p:fltVal val="0.7697993668"/>
                                          </p:val>
                                        </p:tav>
                                        <p:tav tm="59667">
                                          <p:val>
                                            <p:fltVal val="0.7698075756"/>
                                          </p:val>
                                        </p:tav>
                                        <p:tav tm="60000">
                                          <p:val>
                                            <p:fltVal val="0.7698154105"/>
                                          </p:val>
                                        </p:tav>
                                        <p:tav tm="60333">
                                          <p:val>
                                            <p:fltVal val="0.7698228881"/>
                                          </p:val>
                                        </p:tav>
                                        <p:tav tm="60667">
                                          <p:val>
                                            <p:fltVal val="0.7698300245"/>
                                          </p:val>
                                        </p:tav>
                                        <p:tav tm="61000">
                                          <p:val>
                                            <p:fltVal val="0.7698368349"/>
                                          </p:val>
                                        </p:tav>
                                        <p:tav tm="61333">
                                          <p:val>
                                            <p:fltVal val="0.7698433339"/>
                                          </p:val>
                                        </p:tav>
                                        <p:tav tm="61667">
                                          <p:val>
                                            <p:fltVal val="0.7698495355"/>
                                          </p:val>
                                        </p:tav>
                                        <p:tav tm="62000">
                                          <p:val>
                                            <p:fltVal val="0.7698554531"/>
                                          </p:val>
                                        </p:tav>
                                        <p:tav tm="62333">
                                          <p:val>
                                            <p:fltVal val="0.7698610995"/>
                                          </p:val>
                                        </p:tav>
                                        <p:tav tm="62667">
                                          <p:val>
                                            <p:fltVal val="0.7698664868"/>
                                          </p:val>
                                        </p:tav>
                                        <p:tav tm="63000">
                                          <p:val>
                                            <p:fltVal val="0.7698716267"/>
                                          </p:val>
                                        </p:tav>
                                        <p:tav tm="63333">
                                          <p:val>
                                            <p:fltVal val="0.7698765305"/>
                                          </p:val>
                                        </p:tav>
                                        <p:tav tm="63667">
                                          <p:val>
                                            <p:fltVal val="0.7698812087"/>
                                          </p:val>
                                        </p:tav>
                                        <p:tav tm="64000">
                                          <p:val>
                                            <p:fltVal val="0.7698856716"/>
                                          </p:val>
                                        </p:tav>
                                        <p:tav tm="64333">
                                          <p:val>
                                            <p:fltVal val="0.7698899289"/>
                                          </p:val>
                                        </p:tav>
                                        <p:tav tm="64667">
                                          <p:val>
                                            <p:fltVal val="0.7698939899"/>
                                          </p:val>
                                        </p:tav>
                                        <p:tav tm="65000">
                                          <p:val>
                                            <p:fltVal val="0.7698978635"/>
                                          </p:val>
                                        </p:tav>
                                        <p:tav tm="65333">
                                          <p:val>
                                            <p:fltVal val="0.7699015583"/>
                                          </p:val>
                                        </p:tav>
                                        <p:tav tm="65667">
                                          <p:val>
                                            <p:fltVal val="0.7699050824"/>
                                          </p:val>
                                        </p:tav>
                                        <p:tav tm="66000">
                                          <p:val>
                                            <p:fltVal val="0.7699084435"/>
                                          </p:val>
                                        </p:tav>
                                        <p:tav tm="66333">
                                          <p:val>
                                            <p:fltVal val="0.7699116491"/>
                                          </p:val>
                                        </p:tav>
                                        <p:tav tm="66667">
                                          <p:val>
                                            <p:fltVal val="0.7699147062"/>
                                          </p:val>
                                        </p:tav>
                                        <p:tav tm="67000">
                                          <p:val>
                                            <p:fltVal val="0.7699176217"/>
                                          </p:val>
                                        </p:tav>
                                        <p:tav tm="67333">
                                          <p:val>
                                            <p:fltVal val="0.7699204019"/>
                                          </p:val>
                                        </p:tav>
                                        <p:tav tm="67667">
                                          <p:val>
                                            <p:fltVal val="0.7699230531"/>
                                          </p:val>
                                        </p:tav>
                                        <p:tav tm="68000">
                                          <p:val>
                                            <p:fltVal val="0.7699255812"/>
                                          </p:val>
                                        </p:tav>
                                        <p:tav tm="68333">
                                          <p:val>
                                            <p:fltVal val="0.7699279918"/>
                                          </p:val>
                                        </p:tav>
                                        <p:tav tm="68667">
                                          <p:val>
                                            <p:fltVal val="0.7699302904"/>
                                          </p:val>
                                        </p:tav>
                                        <p:tav tm="69000">
                                          <p:val>
                                            <p:fltVal val="0.7699324819"/>
                                          </p:val>
                                        </p:tav>
                                        <p:tav tm="69333">
                                          <p:val>
                                            <p:fltVal val="0.7699345714"/>
                                          </p:val>
                                        </p:tav>
                                        <p:tav tm="69667">
                                          <p:val>
                                            <p:fltVal val="0.7699365636"/>
                                          </p:val>
                                        </p:tav>
                                        <p:tav tm="70000">
                                          <p:val>
                                            <p:fltVal val="0.7699384628"/>
                                          </p:val>
                                        </p:tav>
                                        <p:tav tm="70333">
                                          <p:val>
                                            <p:fltVal val="0.7699402735"/>
                                          </p:val>
                                        </p:tav>
                                        <p:tav tm="70667">
                                          <p:val>
                                            <p:fltVal val="0.7699419996"/>
                                          </p:val>
                                        </p:tav>
                                        <p:tav tm="71000">
                                          <p:val>
                                            <p:fltVal val="0.7699436451"/>
                                          </p:val>
                                        </p:tav>
                                        <p:tav tm="71333">
                                          <p:val>
                                            <p:fltVal val="0.7699452137"/>
                                          </p:val>
                                        </p:tav>
                                        <p:tav tm="71667">
                                          <p:val>
                                            <p:fltVal val="0.7699467089"/>
                                          </p:val>
                                        </p:tav>
                                        <p:tav tm="72000">
                                          <p:val>
                                            <p:fltVal val="0.7699481342"/>
                                          </p:val>
                                        </p:tav>
                                        <p:tav tm="72333">
                                          <p:val>
                                            <p:fltVal val="0.7699494927"/>
                                          </p:val>
                                        </p:tav>
                                        <p:tav tm="72667">
                                          <p:val>
                                            <p:fltVal val="0.7699507875"/>
                                          </p:val>
                                        </p:tav>
                                        <p:tav tm="73000">
                                          <p:val>
                                            <p:fltVal val="0.7699520217"/>
                                          </p:val>
                                        </p:tav>
                                        <p:tav tm="73333">
                                          <p:val>
                                            <p:fltVal val="0.7699531980"/>
                                          </p:val>
                                        </p:tav>
                                        <p:tav tm="73667">
                                          <p:val>
                                            <p:fltVal val="0.7699543190"/>
                                          </p:val>
                                        </p:tav>
                                        <p:tav tm="74000">
                                          <p:val>
                                            <p:fltVal val="0.7699553874"/>
                                          </p:val>
                                        </p:tav>
                                        <p:tav tm="74333">
                                          <p:val>
                                            <p:fltVal val="0.7699564057"/>
                                          </p:val>
                                        </p:tav>
                                        <p:tav tm="74667">
                                          <p:val>
                                            <p:fltVal val="0.7699573760"/>
                                          </p:val>
                                        </p:tav>
                                        <p:tav tm="75000">
                                          <p:val>
                                            <p:fltVal val="0.7699583007"/>
                                          </p:val>
                                        </p:tav>
                                        <p:tav tm="75333">
                                          <p:val>
                                            <p:fltVal val="0.7699591819"/>
                                          </p:val>
                                        </p:tav>
                                        <p:tav tm="75667">
                                          <p:val>
                                            <p:fltVal val="0.7699600216"/>
                                          </p:val>
                                        </p:tav>
                                        <p:tav tm="76000">
                                          <p:val>
                                            <p:fltVal val="0.7699608217"/>
                                          </p:val>
                                        </p:tav>
                                        <p:tav tm="76333">
                                          <p:val>
                                            <p:fltVal val="0.7699615842"/>
                                          </p:val>
                                        </p:tav>
                                        <p:tav tm="76667">
                                          <p:val>
                                            <p:fltVal val="0.7699623106"/>
                                          </p:val>
                                        </p:tav>
                                        <p:tav tm="77000">
                                          <p:val>
                                            <p:fltVal val="0.7699630028"/>
                                          </p:val>
                                        </p:tav>
                                        <p:tav tm="77333">
                                          <p:val>
                                            <p:fltVal val="0.7699636623"/>
                                          </p:val>
                                        </p:tav>
                                        <p:tav tm="77667">
                                          <p:val>
                                            <p:fltVal val="0.7699642907"/>
                                          </p:val>
                                        </p:tav>
                                        <p:tav tm="78000">
                                          <p:val>
                                            <p:fltVal val="0.7699648894"/>
                                          </p:val>
                                        </p:tav>
                                        <p:tav tm="78333">
                                          <p:val>
                                            <p:fltVal val="0.7699654598"/>
                                          </p:val>
                                        </p:tav>
                                        <p:tav tm="78667">
                                          <p:val>
                                            <p:fltVal val="0.7699660031"/>
                                          </p:val>
                                        </p:tav>
                                        <p:tav tm="79000">
                                          <p:val>
                                            <p:fltVal val="0.7699665208"/>
                                          </p:val>
                                        </p:tav>
                                        <p:tav tm="79333">
                                          <p:val>
                                            <p:fltVal val="0.7699670140"/>
                                          </p:val>
                                        </p:tav>
                                        <p:tav tm="79667">
                                          <p:val>
                                            <p:fltVal val="0.7699674838"/>
                                          </p:val>
                                        </p:tav>
                                        <p:tav tm="80000">
                                          <p:val>
                                            <p:fltVal val="0.7699679313"/>
                                          </p:val>
                                        </p:tav>
                                        <p:tav tm="80333">
                                          <p:val>
                                            <p:fltVal val="0.7699683577"/>
                                          </p:val>
                                        </p:tav>
                                        <p:tav tm="80667">
                                          <p:val>
                                            <p:fltVal val="0.7699687638"/>
                                          </p:val>
                                        </p:tav>
                                        <p:tav tm="81000">
                                          <p:val>
                                            <p:fltVal val="0.7699691506"/>
                                          </p:val>
                                        </p:tav>
                                        <p:tav tm="81333">
                                          <p:val>
                                            <p:fltVal val="0.7699695191"/>
                                          </p:val>
                                        </p:tav>
                                        <p:tav tm="81667">
                                          <p:val>
                                            <p:fltVal val="0.7699698700"/>
                                          </p:val>
                                        </p:tav>
                                        <p:tav tm="82000">
                                          <p:val>
                                            <p:fltVal val="0.7699702043"/>
                                          </p:val>
                                        </p:tav>
                                        <p:tav tm="82333">
                                          <p:val>
                                            <p:fltVal val="0.7699705227"/>
                                          </p:val>
                                        </p:tav>
                                        <p:tav tm="82667">
                                          <p:val>
                                            <p:fltVal val="0.7699708260"/>
                                          </p:val>
                                        </p:tav>
                                        <p:tav tm="83000">
                                          <p:val>
                                            <p:fltVal val="0.7699711148"/>
                                          </p:val>
                                        </p:tav>
                                        <p:tav tm="83333">
                                          <p:val>
                                            <p:fltVal val="0.7699713899"/>
                                          </p:val>
                                        </p:tav>
                                        <p:tav tm="83667">
                                          <p:val>
                                            <p:fltVal val="0.7699716519"/>
                                          </p:val>
                                        </p:tav>
                                        <p:tav tm="84000">
                                          <p:val>
                                            <p:fltVal val="0.7699719014"/>
                                          </p:val>
                                        </p:tav>
                                        <p:tav tm="84333">
                                          <p:val>
                                            <p:fltVal val="0.7699721390"/>
                                          </p:val>
                                        </p:tav>
                                        <p:tav tm="84667">
                                          <p:val>
                                            <p:fltVal val="0.7699723653"/>
                                          </p:val>
                                        </p:tav>
                                        <p:tav tm="85000">
                                          <p:val>
                                            <p:fltVal val="0.7699725808"/>
                                          </p:val>
                                        </p:tav>
                                        <p:tav tm="85333">
                                          <p:val>
                                            <p:fltVal val="0.7699727860"/>
                                          </p:val>
                                        </p:tav>
                                        <p:tav tm="85667">
                                          <p:val>
                                            <p:fltVal val="0.7699729814"/>
                                          </p:val>
                                        </p:tav>
                                        <p:tav tm="86000">
                                          <p:val>
                                            <p:fltVal val="0.7699731675"/>
                                          </p:val>
                                        </p:tav>
                                        <p:tav tm="86333">
                                          <p:val>
                                            <p:fltVal val="0.7699733447"/>
                                          </p:val>
                                        </p:tav>
                                        <p:tav tm="86667">
                                          <p:val>
                                            <p:fltVal val="0.7699735134"/>
                                          </p:val>
                                        </p:tav>
                                        <p:tav tm="87000">
                                          <p:val>
                                            <p:fltVal val="0.7699736741"/>
                                          </p:val>
                                        </p:tav>
                                        <p:tav tm="87333">
                                          <p:val>
                                            <p:fltVal val="0.7699738270"/>
                                          </p:val>
                                        </p:tav>
                                        <p:tav tm="87667">
                                          <p:val>
                                            <p:fltVal val="0.7699739727"/>
                                          </p:val>
                                        </p:tav>
                                        <p:tav tm="88000">
                                          <p:val>
                                            <p:fltVal val="0.7699741114"/>
                                          </p:val>
                                        </p:tav>
                                        <p:tav tm="88333">
                                          <p:val>
                                            <p:fltVal val="0.7699742434"/>
                                          </p:val>
                                        </p:tav>
                                        <p:tav tm="88667">
                                          <p:val>
                                            <p:fltVal val="0.7699743692"/>
                                          </p:val>
                                        </p:tav>
                                        <p:tav tm="89000">
                                          <p:val>
                                            <p:fltVal val="0.7699744889"/>
                                          </p:val>
                                        </p:tav>
                                        <p:tav tm="89333">
                                          <p:val>
                                            <p:fltVal val="0.7699746028"/>
                                          </p:val>
                                        </p:tav>
                                        <p:tav tm="89667">
                                          <p:val>
                                            <p:fltVal val="0.7699747113"/>
                                          </p:val>
                                        </p:tav>
                                        <p:tav tm="90000">
                                          <p:val>
                                            <p:fltVal val="0.7699748146"/>
                                          </p:val>
                                        </p:tav>
                                        <p:tav tm="90333">
                                          <p:val>
                                            <p:fltVal val="0.7675887842"/>
                                          </p:val>
                                        </p:tav>
                                        <p:tav tm="90667">
                                          <p:val>
                                            <p:fltVal val="0.7622589137"/>
                                          </p:val>
                                        </p:tav>
                                        <p:tav tm="91000">
                                          <p:val>
                                            <p:fltVal val="0.7558459044"/>
                                          </p:val>
                                        </p:tav>
                                        <p:tav tm="91333">
                                          <p:val>
                                            <p:fltVal val="0.7493921073"/>
                                          </p:val>
                                        </p:tav>
                                        <p:tav tm="91667">
                                          <p:val>
                                            <p:fltVal val="0.7434359606"/>
                                          </p:val>
                                        </p:tav>
                                        <p:tav tm="92000">
                                          <p:val>
                                            <p:fltVal val="0.7382139194"/>
                                          </p:val>
                                        </p:tav>
                                        <p:tav tm="92333">
                                          <p:val>
                                            <p:fltVal val="0.7337883949"/>
                                          </p:val>
                                        </p:tav>
                                        <p:tav tm="92667">
                                          <p:val>
                                            <p:fltVal val="0.7301274266"/>
                                          </p:val>
                                        </p:tav>
                                        <p:tav tm="93000">
                                          <p:val>
                                            <p:fltVal val="0.7271531698"/>
                                          </p:val>
                                        </p:tav>
                                        <p:tav tm="93333">
                                          <p:val>
                                            <p:fltVal val="0.7247704774"/>
                                          </p:val>
                                        </p:tav>
                                        <p:tav tm="93667">
                                          <p:val>
                                            <p:fltVal val="0.7228829642"/>
                                          </p:val>
                                        </p:tav>
                                        <p:tav tm="94000">
                                          <p:val>
                                            <p:fltVal val="0.7214013548"/>
                                          </p:val>
                                        </p:tav>
                                        <p:tav tm="94333">
                                          <p:val>
                                            <p:fltVal val="0.7202471972"/>
                                          </p:val>
                                        </p:tav>
                                        <p:tav tm="94667">
                                          <p:val>
                                            <p:fltVal val="0.7193539009"/>
                                          </p:val>
                                        </p:tav>
                                        <p:tav tm="95000">
                                          <p:val>
                                            <p:fltVal val="0.7186663155"/>
                                          </p:val>
                                        </p:tav>
                                        <p:tav tm="95333">
                                          <p:val>
                                            <p:fltVal val="0.7181395962"/>
                                          </p:val>
                                        </p:tav>
                                        <p:tav tm="95667">
                                          <p:val>
                                            <p:fltVal val="0.7177377925"/>
                                          </p:val>
                                        </p:tav>
                                        <p:tav tm="96000">
                                          <p:val>
                                            <p:fltVal val="0.7174324095"/>
                                          </p:val>
                                        </p:tav>
                                        <p:tav tm="96333">
                                          <p:val>
                                            <p:fltVal val="0.7172010693"/>
                                          </p:val>
                                        </p:tav>
                                        <p:tav tm="96667">
                                          <p:val>
                                            <p:fltVal val="0.7170263333"/>
                                          </p:val>
                                        </p:tav>
                                        <p:tav tm="97000">
                                          <p:val>
                                            <p:fltVal val="0.7168946995"/>
                                          </p:val>
                                        </p:tav>
                                        <p:tav tm="97333">
                                          <p:val>
                                            <p:fltVal val="0.7167957727"/>
                                          </p:val>
                                        </p:tav>
                                        <p:tav tm="97667">
                                          <p:val>
                                            <p:fltVal val="0.7167215873"/>
                                          </p:val>
                                        </p:tav>
                                        <p:tav tm="98000">
                                          <p:val>
                                            <p:fltVal val="0.7166660657"/>
                                          </p:val>
                                        </p:tav>
                                        <p:tav tm="98333">
                                          <p:val>
                                            <p:fltVal val="0.7166245878"/>
                                          </p:val>
                                        </p:tav>
                                        <p:tav tm="98667">
                                          <p:val>
                                            <p:fltVal val="0.7165936532"/>
                                          </p:val>
                                        </p:tav>
                                        <p:tav tm="99000">
                                          <p:val>
                                            <p:fltVal val="0.7165706174"/>
                                          </p:val>
                                        </p:tav>
                                        <p:tav tm="99333">
                                          <p:val>
                                            <p:fltVal val="0.7165534880"/>
                                          </p:val>
                                        </p:tav>
                                        <p:tav tm="99667">
                                          <p:val>
                                            <p:fltVal val="0.7165407675"/>
                                          </p:val>
                                        </p:tav>
                                        <p:tav tm="100000">
                                          <p:val>
                                            <p:fltVal val="0.7165407675"/>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grpSp>
        <p:nvGrpSpPr>
          <p:cNvPr id="24" name="Picture 23 — editable labels"/>
          <p:cNvGrpSpPr/>
          <p:nvPr/>
        </p:nvGrpSpPr>
        <p:grpSpPr>
          <a:xfrm>
            <a:off x="6248400" y="1219200"/>
            <a:ext cx="2438400" cy="2438400"/>
            <a:chOff x="6248400" y="1219200"/>
            <a:chExt cx="2438400" cy="2438400"/>
          </a:xfrm>
        </p:grpSpPr>
        <p:pic>
          <p:nvPicPr>
            <p:cNvPr id="141"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133" name="Label background"/>
            <p:cNvSpPr/>
            <p:nvPr/>
          </p:nvSpPr>
          <p:spPr>
            <a:xfrm>
              <a:off x="6819900" y="1531620"/>
              <a:ext cx="1299972" cy="141732"/>
            </a:xfrm>
            <a:prstGeom prst="rect">
              <a:avLst/>
            </a:prstGeom>
            <a:solidFill>
              <a:srgbClr val="FFFFFF"/>
            </a:solidFill>
            <a:ln>
              <a:noFill/>
            </a:ln>
          </p:spPr>
        </p:sp>
        <p:sp>
          <p:nvSpPr>
            <p:cNvPr id="134" name="Editable label BASAL GANGLIA"/>
            <p:cNvSpPr/>
            <p:nvPr/>
          </p:nvSpPr>
          <p:spPr>
            <a:xfrm>
              <a:off x="6938620" y="1479652"/>
              <a:ext cx="1057961" cy="244145"/>
            </a:xfrm>
            <a:prstGeom prst="rect">
              <a:avLst/>
            </a:prstGeom>
            <a:noFill/>
            <a:ln>
              <a:noFill/>
            </a:ln>
          </p:spPr>
          <p:txBody>
            <a:bodyPr wrap="none" lIns="0" tIns="0" rIns="0" bIns="0" anchor="ctr">
              <a:noAutofit/>
            </a:bodyPr>
            <a:lstStyle/>
            <a:p>
              <a:pPr algn="ctr">
                <a:buNone/>
              </a:pPr>
              <a:r>
                <a:rPr lang="en-GB" sz="1068" baseline="0" b="1" i="0" u="none">
                  <a:solidFill>
                    <a:srgbClr val="30354D"/>
                  </a:solidFill>
                  <a:latin typeface="Arial"/>
                  <a:ea typeface="Arial"/>
                  <a:cs typeface="Arial"/>
                </a:rPr>
                <a:t xml:space="preserve">BASAL GANGLIA</a:t>
              </a:r>
              <a:endParaRPr sz="1068"/>
            </a:p>
          </p:txBody>
        </p:sp>
        <p:sp>
          <p:nvSpPr>
            <p:cNvPr id="135" name="Label background"/>
            <p:cNvSpPr/>
            <p:nvPr/>
          </p:nvSpPr>
          <p:spPr>
            <a:xfrm>
              <a:off x="6519672" y="1839468"/>
              <a:ext cx="441960" cy="60960"/>
            </a:xfrm>
            <a:prstGeom prst="rect">
              <a:avLst/>
            </a:prstGeom>
            <a:solidFill>
              <a:srgbClr val="FFFFFF"/>
            </a:solidFill>
            <a:ln>
              <a:noFill/>
            </a:ln>
          </p:spPr>
        </p:sp>
        <p:sp>
          <p:nvSpPr>
            <p:cNvPr id="136" name="Editable label FRONTAL LOBE"/>
            <p:cNvSpPr/>
            <p:nvPr/>
          </p:nvSpPr>
          <p:spPr>
            <a:xfrm>
              <a:off x="6541618" y="1820570"/>
              <a:ext cx="395021" cy="98755"/>
            </a:xfrm>
            <a:prstGeom prst="rect">
              <a:avLst/>
            </a:prstGeom>
            <a:noFill/>
            <a:ln>
              <a:noFill/>
            </a:ln>
          </p:spPr>
          <p:txBody>
            <a:bodyPr wrap="none" lIns="0" tIns="0" rIns="0" bIns="0" anchor="ctr">
              <a:noAutofit/>
            </a:bodyPr>
            <a:lstStyle/>
            <a:p>
              <a:pPr algn="ctr">
                <a:buNone/>
              </a:pPr>
              <a:r>
                <a:rPr lang="en-GB" sz="432" baseline="0" b="1" i="0" u="none">
                  <a:solidFill>
                    <a:srgbClr val="30354D"/>
                  </a:solidFill>
                  <a:latin typeface="Arial"/>
                  <a:ea typeface="Arial"/>
                  <a:cs typeface="Arial"/>
                </a:rPr>
                <a:t xml:space="preserve">FRONTAL LOBE</a:t>
              </a:r>
              <a:endParaRPr sz="432"/>
            </a:p>
          </p:txBody>
        </p:sp>
        <p:sp>
          <p:nvSpPr>
            <p:cNvPr id="137" name="Label background"/>
            <p:cNvSpPr/>
            <p:nvPr/>
          </p:nvSpPr>
          <p:spPr>
            <a:xfrm>
              <a:off x="7923276" y="1839468"/>
              <a:ext cx="475488" cy="60960"/>
            </a:xfrm>
            <a:prstGeom prst="rect">
              <a:avLst/>
            </a:prstGeom>
            <a:solidFill>
              <a:srgbClr val="FFFFFF"/>
            </a:solidFill>
            <a:ln>
              <a:noFill/>
            </a:ln>
          </p:spPr>
        </p:sp>
        <p:sp>
          <p:nvSpPr>
            <p:cNvPr id="138" name="Editable label BASAL GANGLIA"/>
            <p:cNvSpPr/>
            <p:nvPr/>
          </p:nvSpPr>
          <p:spPr>
            <a:xfrm>
              <a:off x="7940954" y="1820570"/>
              <a:ext cx="427939" cy="98755"/>
            </a:xfrm>
            <a:prstGeom prst="rect">
              <a:avLst/>
            </a:prstGeom>
            <a:noFill/>
            <a:ln>
              <a:noFill/>
            </a:ln>
          </p:spPr>
          <p:txBody>
            <a:bodyPr wrap="none" lIns="0" tIns="0" rIns="0" bIns="0" anchor="ctr">
              <a:noAutofit/>
            </a:bodyPr>
            <a:lstStyle/>
            <a:p>
              <a:pPr algn="ctr">
                <a:buNone/>
              </a:pPr>
              <a:r>
                <a:rPr lang="en-GB" sz="432" baseline="0" b="1" i="0" u="none">
                  <a:solidFill>
                    <a:srgbClr val="30354D"/>
                  </a:solidFill>
                  <a:latin typeface="Arial"/>
                  <a:ea typeface="Arial"/>
                  <a:cs typeface="Arial"/>
                </a:rPr>
                <a:t xml:space="preserve">BASAL GANGLIA</a:t>
              </a:r>
              <a:endParaRPr sz="432"/>
            </a:p>
          </p:txBody>
        </p:sp>
        <p:sp>
          <p:nvSpPr>
            <p:cNvPr id="139" name="Label background"/>
            <p:cNvSpPr/>
            <p:nvPr/>
          </p:nvSpPr>
          <p:spPr>
            <a:xfrm>
              <a:off x="8037576" y="1940052"/>
              <a:ext cx="344424" cy="60960"/>
            </a:xfrm>
            <a:prstGeom prst="rect">
              <a:avLst/>
            </a:prstGeom>
            <a:solidFill>
              <a:srgbClr val="FFFFFF"/>
            </a:solidFill>
            <a:ln>
              <a:noFill/>
            </a:ln>
          </p:spPr>
        </p:sp>
        <p:sp>
          <p:nvSpPr>
            <p:cNvPr id="140" name="Editable label THALAMUS"/>
            <p:cNvSpPr/>
            <p:nvPr/>
          </p:nvSpPr>
          <p:spPr>
            <a:xfrm>
              <a:off x="8079638" y="1919630"/>
              <a:ext cx="263347" cy="98755"/>
            </a:xfrm>
            <a:prstGeom prst="rect">
              <a:avLst/>
            </a:prstGeom>
            <a:noFill/>
            <a:ln>
              <a:noFill/>
            </a:ln>
          </p:spPr>
          <p:txBody>
            <a:bodyPr wrap="none" lIns="0" tIns="0" rIns="0" bIns="0" anchor="ctr">
              <a:noAutofit/>
            </a:bodyPr>
            <a:lstStyle/>
            <a:p>
              <a:pPr algn="ctr">
                <a:buNone/>
              </a:pPr>
              <a:r>
                <a:rPr lang="en-GB" sz="432" baseline="0" b="1" i="0" u="none">
                  <a:solidFill>
                    <a:srgbClr val="30354D"/>
                  </a:solidFill>
                  <a:latin typeface="Arial"/>
                  <a:ea typeface="Arial"/>
                  <a:cs typeface="Arial"/>
                </a:rPr>
                <a:t xml:space="preserve">THALAMUS</a:t>
              </a:r>
              <a:endParaRPr sz="432"/>
            </a:p>
          </p:txBody>
        </p:sp>
      </p:grpSp>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grpSp>
        <p:nvGrpSpPr>
          <p:cNvPr id="29" name="Picture 28 — editable labels"/>
          <p:cNvGrpSpPr/>
          <p:nvPr/>
        </p:nvGrpSpPr>
        <p:grpSpPr>
          <a:xfrm>
            <a:off x="3352800" y="2837514"/>
            <a:ext cx="2438400" cy="814673"/>
            <a:chOff x="3352800" y="2837514"/>
            <a:chExt cx="2438400" cy="814673"/>
          </a:xfrm>
        </p:grpSpPr>
        <p:pic>
          <p:nvPicPr>
            <p:cNvPr id="160"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sp>
          <p:nvSpPr>
            <p:cNvPr id="152" name="Label background"/>
            <p:cNvSpPr/>
            <p:nvPr/>
          </p:nvSpPr>
          <p:spPr>
            <a:xfrm>
              <a:off x="5209032" y="2933447"/>
              <a:ext cx="214884" cy="57865"/>
            </a:xfrm>
            <a:prstGeom prst="rect">
              <a:avLst/>
            </a:prstGeom>
            <a:solidFill>
              <a:srgbClr val="FFFDF9"/>
            </a:solidFill>
            <a:ln>
              <a:noFill/>
            </a:ln>
          </p:spPr>
        </p:sp>
        <p:sp>
          <p:nvSpPr>
            <p:cNvPr id="153" name="Editable label Drying air"/>
            <p:cNvSpPr/>
            <p:nvPr/>
          </p:nvSpPr>
          <p:spPr>
            <a:xfrm>
              <a:off x="5184648" y="2924159"/>
              <a:ext cx="265176" cy="79488"/>
            </a:xfrm>
            <a:prstGeom prst="rect">
              <a:avLst/>
            </a:prstGeom>
            <a:noFill/>
            <a:ln>
              <a:noFill/>
            </a:ln>
          </p:spPr>
          <p:txBody>
            <a:bodyPr wrap="none" lIns="0" tIns="0" rIns="0" bIns="0" anchor="ctr">
              <a:noAutofit/>
            </a:bodyPr>
            <a:lstStyle/>
            <a:p>
              <a:pPr algn="ctr">
                <a:buNone/>
              </a:pPr>
              <a:r>
                <a:rPr lang="en-GB" sz="348" baseline="0" b="0" i="0" u="none">
                  <a:solidFill>
                    <a:srgbClr val="ED492D"/>
                  </a:solidFill>
                  <a:latin typeface="Arial"/>
                  <a:ea typeface="Arial"/>
                  <a:cs typeface="Arial"/>
                </a:rPr>
                <a:t xml:space="preserve">Drying air</a:t>
              </a:r>
              <a:endParaRPr sz="348"/>
            </a:p>
          </p:txBody>
        </p:sp>
        <p:sp>
          <p:nvSpPr>
            <p:cNvPr id="154" name="Label background"/>
            <p:cNvSpPr/>
            <p:nvPr/>
          </p:nvSpPr>
          <p:spPr>
            <a:xfrm>
              <a:off x="5472684" y="3148156"/>
              <a:ext cx="252984" cy="60910"/>
            </a:xfrm>
            <a:prstGeom prst="rect">
              <a:avLst/>
            </a:prstGeom>
            <a:solidFill>
              <a:srgbClr val="FFFEFA"/>
            </a:solidFill>
            <a:ln>
              <a:noFill/>
            </a:ln>
          </p:spPr>
        </p:sp>
        <p:sp>
          <p:nvSpPr>
            <p:cNvPr id="155" name="Editable label Evaporation"/>
            <p:cNvSpPr/>
            <p:nvPr/>
          </p:nvSpPr>
          <p:spPr>
            <a:xfrm>
              <a:off x="5459882" y="3140237"/>
              <a:ext cx="281635" cy="76747"/>
            </a:xfrm>
            <a:prstGeom prst="rect">
              <a:avLst/>
            </a:prstGeom>
            <a:noFill/>
            <a:ln>
              <a:noFill/>
            </a:ln>
          </p:spPr>
          <p:txBody>
            <a:bodyPr wrap="none" lIns="0" tIns="0" rIns="0" bIns="0" anchor="ctr">
              <a:noAutofit/>
            </a:bodyPr>
            <a:lstStyle/>
            <a:p>
              <a:pPr algn="ctr">
                <a:buNone/>
              </a:pPr>
              <a:r>
                <a:rPr lang="en-GB" sz="336" baseline="0" b="0" i="0" u="none">
                  <a:solidFill>
                    <a:srgbClr val="1684F6"/>
                  </a:solidFill>
                  <a:latin typeface="Arial"/>
                  <a:ea typeface="Arial"/>
                  <a:cs typeface="Arial"/>
                </a:rPr>
                <a:t xml:space="preserve">Evaporation</a:t>
              </a:r>
              <a:endParaRPr sz="336"/>
            </a:p>
          </p:txBody>
        </p:sp>
        <p:sp>
          <p:nvSpPr>
            <p:cNvPr id="156" name="Label background"/>
            <p:cNvSpPr/>
            <p:nvPr/>
          </p:nvSpPr>
          <p:spPr>
            <a:xfrm>
              <a:off x="3921252" y="3304999"/>
              <a:ext cx="111252" cy="50251"/>
            </a:xfrm>
            <a:prstGeom prst="rect">
              <a:avLst/>
            </a:prstGeom>
            <a:gradFill rotWithShape="1">
              <a:gsLst>
                <a:gs pos="0">
                  <a:srgbClr val="FA6048"/>
                </a:gs>
                <a:gs pos="100000">
                  <a:srgbClr val="FA6B51"/>
                </a:gs>
              </a:gsLst>
              <a:lin ang="0" scaled="1"/>
            </a:gradFill>
            <a:ln>
              <a:noFill/>
            </a:ln>
          </p:spPr>
        </p:sp>
        <p:sp>
          <p:nvSpPr>
            <p:cNvPr id="157" name="Editable label Heat"/>
            <p:cNvSpPr/>
            <p:nvPr/>
          </p:nvSpPr>
          <p:spPr>
            <a:xfrm>
              <a:off x="3932225" y="3299517"/>
              <a:ext cx="87782" cy="65783"/>
            </a:xfrm>
            <a:prstGeom prst="rect">
              <a:avLst/>
            </a:prstGeom>
            <a:noFill/>
            <a:ln>
              <a:noFill/>
            </a:ln>
          </p:spPr>
          <p:txBody>
            <a:bodyPr wrap="none" lIns="0" tIns="0" rIns="0" bIns="0" anchor="ctr">
              <a:noAutofit/>
            </a:bodyPr>
            <a:lstStyle/>
            <a:p>
              <a:pPr algn="ctr">
                <a:buNone/>
              </a:pPr>
              <a:r>
                <a:rPr lang="en-GB" sz="288" baseline="0" b="0" i="0" u="none">
                  <a:solidFill>
                    <a:srgbClr val="FFFFFF"/>
                  </a:solidFill>
                  <a:latin typeface="Arial"/>
                  <a:ea typeface="Arial"/>
                  <a:cs typeface="Arial"/>
                </a:rPr>
                <a:t xml:space="preserve">Heat</a:t>
              </a:r>
              <a:endParaRPr sz="288"/>
            </a:p>
          </p:txBody>
        </p:sp>
        <p:sp>
          <p:nvSpPr>
            <p:cNvPr id="158" name="Label background"/>
            <p:cNvSpPr/>
            <p:nvPr/>
          </p:nvSpPr>
          <p:spPr>
            <a:xfrm>
              <a:off x="3895344" y="3356773"/>
              <a:ext cx="182880" cy="48728"/>
            </a:xfrm>
            <a:prstGeom prst="rect">
              <a:avLst/>
            </a:prstGeom>
            <a:gradFill rotWithShape="1">
              <a:gsLst>
                <a:gs pos="0">
                  <a:srgbClr val="2482FD"/>
                </a:gs>
                <a:gs pos="100000">
                  <a:srgbClr val="4091FE"/>
                </a:gs>
              </a:gsLst>
              <a:lin ang="0" scaled="1"/>
            </a:gradFill>
            <a:ln>
              <a:noFill/>
            </a:ln>
          </p:spPr>
        </p:sp>
        <p:sp>
          <p:nvSpPr>
            <p:cNvPr id="159" name="Editable label Moisture"/>
            <p:cNvSpPr/>
            <p:nvPr/>
          </p:nvSpPr>
          <p:spPr>
            <a:xfrm>
              <a:off x="3899002" y="3349768"/>
              <a:ext cx="175565" cy="65783"/>
            </a:xfrm>
            <a:prstGeom prst="rect">
              <a:avLst/>
            </a:prstGeom>
            <a:noFill/>
            <a:ln>
              <a:noFill/>
            </a:ln>
          </p:spPr>
          <p:txBody>
            <a:bodyPr wrap="none" lIns="0" tIns="0" rIns="0" bIns="0" anchor="ctr">
              <a:noAutofit/>
            </a:bodyPr>
            <a:lstStyle/>
            <a:p>
              <a:pPr algn="ctr">
                <a:buNone/>
              </a:pPr>
              <a:r>
                <a:rPr lang="en-GB" sz="288" baseline="0" b="0" i="0" u="none">
                  <a:solidFill>
                    <a:srgbClr val="FFFFFF"/>
                  </a:solidFill>
                  <a:latin typeface="Arial"/>
                  <a:ea typeface="Arial"/>
                  <a:cs typeface="Arial"/>
                </a:rPr>
                <a:t xml:space="preserve">Moisture</a:t>
              </a:r>
              <a:endParaRPr sz="288"/>
            </a:p>
          </p:txBody>
        </p:sp>
      </p:grpSp>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nl-NL" sz="1800" i="1">
                              <a:latin typeface="Cambria Math" panose="02040503050406030204" pitchFamily="18" charset="0"/>
                            </a:rPr>
                          </m:ctrlPr>
                        </m:sSubPr>
                        <m:e>
                          <m:r>
                            <m:rPr>
                              <m:sty m:val="p"/>
                            </m:rPr>
                            <a:rPr lang="nl-NL" sz="1800" i="1">
                              <a:latin typeface="Cambria Math" panose="02040503050406030204" pitchFamily="18" charset="0"/>
                            </a:rPr>
                            <m:t>heat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nl-NL" sz="1800" i="1">
                              <a:latin typeface="Cambria Math" panose="02040503050406030204" pitchFamily="18" charset="0"/>
                            </a:rPr>
                          </m:ctrlPr>
                        </m:sSubPr>
                        <m:e>
                          <m:r>
                            <m:rPr>
                              <m:sty m:val="p"/>
                            </m:rPr>
                            <a:rPr lang="nl-NL" sz="1800" i="1">
                              <a:latin typeface="Cambria Math" panose="02040503050406030204" pitchFamily="18" charset="0"/>
                            </a:rPr>
                            <m:t>heat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nl-NL" sz="1800" i="1">
                          <a:latin typeface="Cambria Math" panose="02040503050406030204" pitchFamily="18" charset="0"/>
                        </a:rPr>
                        <m:t>heat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3"/>
                <a:stretch>
                  <a:fillRect l="-40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4"/>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2600077" y="295788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2600077" y="2957885"/>
                <a:ext cx="1537024" cy="784830"/>
              </a:xfrm>
              <a:prstGeom prst="rect">
                <a:avLst/>
              </a:prstGeom>
              <a:blipFill>
                <a:blip r:embed="rId6"/>
                <a:stretch>
                  <a:fillRect/>
                </a:stretch>
              </a:blipFill>
            </p:spPr>
            <p:txBody>
              <a:bodyPr/>
              <a:lstStyle/>
              <a:p>
                <a:r>
                  <a:rPr lang="en-NL">
                    <a:noFill/>
                  </a:rPr>
                  <a:t> </a:t>
                </a:r>
              </a:p>
            </p:txBody>
          </p:sp>
        </mc:Fallback>
      </mc:AlternateContent>
      <p:grpSp>
        <p:nvGrpSpPr>
          <p:cNvPr id="18" name="Picture 17 — editable labels"/>
          <p:cNvGrpSpPr/>
          <p:nvPr/>
        </p:nvGrpSpPr>
        <p:grpSpPr>
          <a:xfrm>
            <a:off x="1256887" y="2641600"/>
            <a:ext cx="3315113" cy="1981200"/>
            <a:chOff x="1256887" y="2641600"/>
            <a:chExt cx="3315113" cy="1981200"/>
          </a:xfrm>
        </p:grpSpPr>
        <p:pic>
          <p:nvPicPr>
            <p:cNvPr id="155" name="Picture 17">
              <a:extLst>
                <a:ext uri="{FF2B5EF4-FFF2-40B4-BE49-F238E27FC236}">
                  <a16:creationId xmlns:a16="http://schemas.microsoft.com/office/drawing/2014/main" id="{154D371C-D7D6-BD77-3191-47D1C39F619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56887" y="2641600"/>
              <a:ext cx="3315113" cy="1981200"/>
            </a:xfrm>
            <a:prstGeom prst="rect">
              <a:avLst/>
            </a:prstGeom>
          </p:spPr>
        </p:pic>
        <p:sp>
          <p:nvSpPr>
            <p:cNvPr id="124" name="Editable label 0"/>
            <p:cNvSpPr/>
            <p:nvPr/>
          </p:nvSpPr>
          <p:spPr>
            <a:xfrm>
              <a:off x="1347521" y="4449096"/>
              <a:ext cx="41831"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0</a:t>
              </a:r>
              <a:endParaRPr sz="330"/>
            </a:p>
          </p:txBody>
        </p:sp>
        <p:sp>
          <p:nvSpPr>
            <p:cNvPr id="125" name="Editable label 10"/>
            <p:cNvSpPr/>
            <p:nvPr/>
          </p:nvSpPr>
          <p:spPr>
            <a:xfrm>
              <a:off x="1343338" y="4266324"/>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10</a:t>
              </a:r>
              <a:endParaRPr sz="330"/>
            </a:p>
          </p:txBody>
        </p:sp>
        <p:sp>
          <p:nvSpPr>
            <p:cNvPr id="126" name="Editable label 20"/>
            <p:cNvSpPr/>
            <p:nvPr/>
          </p:nvSpPr>
          <p:spPr>
            <a:xfrm>
              <a:off x="1343338" y="4083551"/>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20</a:t>
              </a:r>
              <a:endParaRPr sz="330"/>
            </a:p>
          </p:txBody>
        </p:sp>
        <p:sp>
          <p:nvSpPr>
            <p:cNvPr id="127" name="Editable label 30"/>
            <p:cNvSpPr/>
            <p:nvPr/>
          </p:nvSpPr>
          <p:spPr>
            <a:xfrm>
              <a:off x="1343338" y="3900778"/>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30</a:t>
              </a:r>
              <a:endParaRPr sz="330"/>
            </a:p>
          </p:txBody>
        </p:sp>
        <p:sp>
          <p:nvSpPr>
            <p:cNvPr id="128" name="Editable label 40"/>
            <p:cNvSpPr/>
            <p:nvPr/>
          </p:nvSpPr>
          <p:spPr>
            <a:xfrm>
              <a:off x="1343338" y="3718005"/>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40</a:t>
              </a:r>
              <a:endParaRPr sz="330"/>
            </a:p>
          </p:txBody>
        </p:sp>
        <p:sp>
          <p:nvSpPr>
            <p:cNvPr id="129" name="Editable label 50"/>
            <p:cNvSpPr/>
            <p:nvPr/>
          </p:nvSpPr>
          <p:spPr>
            <a:xfrm>
              <a:off x="1343338" y="3535233"/>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50</a:t>
              </a:r>
              <a:endParaRPr sz="330"/>
            </a:p>
          </p:txBody>
        </p:sp>
        <p:sp>
          <p:nvSpPr>
            <p:cNvPr id="130" name="Editable label 60"/>
            <p:cNvSpPr/>
            <p:nvPr/>
          </p:nvSpPr>
          <p:spPr>
            <a:xfrm>
              <a:off x="1343338" y="3352460"/>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60</a:t>
              </a:r>
              <a:endParaRPr sz="330"/>
            </a:p>
          </p:txBody>
        </p:sp>
        <p:sp>
          <p:nvSpPr>
            <p:cNvPr id="131" name="Editable label 70"/>
            <p:cNvSpPr/>
            <p:nvPr/>
          </p:nvSpPr>
          <p:spPr>
            <a:xfrm>
              <a:off x="1343338" y="3169687"/>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70</a:t>
              </a:r>
              <a:endParaRPr sz="330"/>
            </a:p>
          </p:txBody>
        </p:sp>
        <p:sp>
          <p:nvSpPr>
            <p:cNvPr id="132" name="Editable label 80"/>
            <p:cNvSpPr/>
            <p:nvPr/>
          </p:nvSpPr>
          <p:spPr>
            <a:xfrm>
              <a:off x="1343338" y="2986915"/>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80</a:t>
              </a:r>
              <a:endParaRPr sz="330"/>
            </a:p>
          </p:txBody>
        </p:sp>
        <p:sp>
          <p:nvSpPr>
            <p:cNvPr id="133" name="Editable label 90"/>
            <p:cNvSpPr/>
            <p:nvPr/>
          </p:nvSpPr>
          <p:spPr>
            <a:xfrm>
              <a:off x="1343338" y="2804142"/>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90</a:t>
              </a:r>
              <a:endParaRPr sz="330"/>
            </a:p>
          </p:txBody>
        </p:sp>
        <p:sp>
          <p:nvSpPr>
            <p:cNvPr id="134" name="Editable label 100"/>
            <p:cNvSpPr/>
            <p:nvPr/>
          </p:nvSpPr>
          <p:spPr>
            <a:xfrm>
              <a:off x="1330789" y="2621369"/>
              <a:ext cx="75296"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100</a:t>
              </a:r>
              <a:endParaRPr sz="330"/>
            </a:p>
          </p:txBody>
        </p:sp>
        <p:sp>
          <p:nvSpPr>
            <p:cNvPr id="135" name="Editable label 0"/>
            <p:cNvSpPr/>
            <p:nvPr/>
          </p:nvSpPr>
          <p:spPr>
            <a:xfrm>
              <a:off x="1410268" y="4504905"/>
              <a:ext cx="41831"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0</a:t>
              </a:r>
              <a:endParaRPr sz="330"/>
            </a:p>
          </p:txBody>
        </p:sp>
        <p:sp>
          <p:nvSpPr>
            <p:cNvPr id="136" name="Editable label 5"/>
            <p:cNvSpPr/>
            <p:nvPr/>
          </p:nvSpPr>
          <p:spPr>
            <a:xfrm>
              <a:off x="1880286" y="4504905"/>
              <a:ext cx="41831"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5</a:t>
              </a:r>
              <a:endParaRPr sz="330"/>
            </a:p>
          </p:txBody>
        </p:sp>
        <p:sp>
          <p:nvSpPr>
            <p:cNvPr id="137" name="Editable label 10"/>
            <p:cNvSpPr/>
            <p:nvPr/>
          </p:nvSpPr>
          <p:spPr>
            <a:xfrm>
              <a:off x="2346122" y="4504905"/>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10</a:t>
              </a:r>
              <a:endParaRPr sz="330"/>
            </a:p>
          </p:txBody>
        </p:sp>
        <p:sp>
          <p:nvSpPr>
            <p:cNvPr id="138" name="Editable label 15"/>
            <p:cNvSpPr/>
            <p:nvPr/>
          </p:nvSpPr>
          <p:spPr>
            <a:xfrm>
              <a:off x="2816140" y="4504905"/>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15</a:t>
              </a:r>
              <a:endParaRPr sz="330"/>
            </a:p>
          </p:txBody>
        </p:sp>
        <p:sp>
          <p:nvSpPr>
            <p:cNvPr id="139" name="Editable label 20"/>
            <p:cNvSpPr/>
            <p:nvPr/>
          </p:nvSpPr>
          <p:spPr>
            <a:xfrm>
              <a:off x="3286159" y="4504905"/>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20</a:t>
              </a:r>
              <a:endParaRPr sz="330"/>
            </a:p>
          </p:txBody>
        </p:sp>
        <p:sp>
          <p:nvSpPr>
            <p:cNvPr id="140" name="Editable label 25"/>
            <p:cNvSpPr/>
            <p:nvPr/>
          </p:nvSpPr>
          <p:spPr>
            <a:xfrm>
              <a:off x="3756178" y="4504905"/>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25</a:t>
              </a:r>
              <a:endParaRPr sz="330"/>
            </a:p>
          </p:txBody>
        </p:sp>
        <p:sp>
          <p:nvSpPr>
            <p:cNvPr id="141" name="Editable label 30"/>
            <p:cNvSpPr/>
            <p:nvPr/>
          </p:nvSpPr>
          <p:spPr>
            <a:xfrm>
              <a:off x="4226196" y="4504905"/>
              <a:ext cx="50197" cy="75341"/>
            </a:xfrm>
            <a:prstGeom prst="rect">
              <a:avLst/>
            </a:prstGeom>
            <a:noFill/>
            <a:ln>
              <a:noFill/>
            </a:ln>
          </p:spPr>
          <p:txBody>
            <a:bodyPr wrap="none" lIns="0" tIns="0" rIns="0" bIns="0" anchor="ctr">
              <a:noAutofit/>
            </a:bodyPr>
            <a:lstStyle/>
            <a:p>
              <a:pPr algn="ctr">
                <a:buNone/>
              </a:pPr>
              <a:r>
                <a:rPr lang="en-GB" sz="330" baseline="0" b="0" i="0" u="none">
                  <a:solidFill>
                    <a:srgbClr val="333333"/>
                  </a:solidFill>
                  <a:latin typeface="Arial"/>
                  <a:ea typeface="Arial"/>
                  <a:cs typeface="Arial"/>
                </a:rPr>
                <a:t xml:space="preserve">30</a:t>
              </a:r>
              <a:endParaRPr sz="330"/>
            </a:p>
          </p:txBody>
        </p:sp>
        <p:sp>
          <p:nvSpPr>
            <p:cNvPr id="142" name="Editable label t"/>
            <p:cNvSpPr/>
            <p:nvPr/>
          </p:nvSpPr>
          <p:spPr>
            <a:xfrm>
              <a:off x="2815095" y="4557923"/>
              <a:ext cx="48803" cy="87898"/>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385">
                        <a:solidFill>
                          <a:srgbClr val="333333"/>
                        </a:solidFill>
                        <a:latin typeface="Cambria Math"/>
                      </a:rPr>
                      <m:t xml:space="preserve">t</m:t>
                    </m:r>
                  </m:oMath>
                </m:oMathPara>
              </a14:m>
              <a:endParaRPr sz="385"/>
            </a:p>
          </p:txBody>
        </p:sp>
        <p:sp>
          <p:nvSpPr>
            <p:cNvPr id="143" name="Editable label Average temperature"/>
            <p:cNvSpPr/>
            <p:nvPr/>
          </p:nvSpPr>
          <p:spPr>
            <a:xfrm rot="16200000">
              <a:off x="1010084" y="3528954"/>
              <a:ext cx="556353" cy="87898"/>
            </a:xfrm>
            <a:prstGeom prst="rect">
              <a:avLst/>
            </a:prstGeom>
            <a:noFill/>
            <a:ln>
              <a:noFill/>
            </a:ln>
          </p:spPr>
          <p:txBody>
            <a:bodyPr wrap="none" lIns="0" tIns="0" rIns="0" bIns="0" anchor="ctr">
              <a:noAutofit/>
            </a:bodyPr>
            <a:lstStyle/>
            <a:p>
              <a:pPr algn="ctr">
                <a:buNone/>
              </a:pPr>
              <a:r>
                <a:rPr lang="en-GB" sz="385" baseline="0" b="0" i="0" u="none">
                  <a:solidFill>
                    <a:srgbClr val="333333"/>
                  </a:solidFill>
                  <a:latin typeface="Arial"/>
                  <a:ea typeface="Arial"/>
                  <a:cs typeface="Arial"/>
                </a:rPr>
                <a:t xml:space="preserve">Average temperature</a:t>
              </a:r>
              <a:endParaRPr sz="385"/>
            </a:p>
          </p:txBody>
        </p:sp>
        <p:sp>
          <p:nvSpPr>
            <p:cNvPr id="144" name="Reaction uncertainty"/>
            <p:cNvSpPr/>
            <p:nvPr/>
          </p:nvSpPr>
          <p:spPr>
            <a:xfrm>
              <a:off x="4359359" y="4368593"/>
              <a:ext cx="223099" cy="1632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357">
                        <a:solidFill>
                          <a:srgbClr val="145CA3"/>
                        </a:solidFill>
                        <a:latin typeface="Cambria Math"/>
                      </a:rPr>
                      <m:t xml:space="preserve">δ=</m:t>
                    </m:r>
                    <m:r>
                      <m:rPr>
                        <m:sty m:val="p"/>
                      </m:rPr>
                      <a:rPr sz="357">
                        <a:solidFill>
                          <a:srgbClr val="145CA3"/>
                        </a:solidFill>
                        <a:latin typeface="Cambria Math"/>
                      </a:rPr>
                      <m:t xml:space="preserve">-0.5</m:t>
                    </m:r>
                  </m:oMath>
                </m:oMathPara>
              </a14:m>
              <a:endParaRPr sz="357"/>
            </a:p>
          </p:txBody>
        </p:sp>
        <p:sp>
          <p:nvSpPr>
            <p:cNvPr id="145" name="Reaction uncertainty"/>
            <p:cNvSpPr/>
            <p:nvPr/>
          </p:nvSpPr>
          <p:spPr>
            <a:xfrm>
              <a:off x="4359359" y="4299139"/>
              <a:ext cx="223099" cy="1632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357">
                        <a:solidFill>
                          <a:srgbClr val="145CA3"/>
                        </a:solidFill>
                        <a:latin typeface="Cambria Math"/>
                      </a:rPr>
                      <m:t xml:space="preserve">δ=</m:t>
                    </m:r>
                    <m:r>
                      <m:rPr>
                        <m:sty m:val="p"/>
                      </m:rPr>
                      <a:rPr sz="357">
                        <a:solidFill>
                          <a:srgbClr val="145CA3"/>
                        </a:solidFill>
                        <a:latin typeface="Cambria Math"/>
                      </a:rPr>
                      <m:t xml:space="preserve">-0.4</m:t>
                    </m:r>
                  </m:oMath>
                </m:oMathPara>
              </a14:m>
              <a:endParaRPr sz="357"/>
            </a:p>
          </p:txBody>
        </p:sp>
        <p:sp>
          <p:nvSpPr>
            <p:cNvPr id="146" name="Reaction uncertainty"/>
            <p:cNvSpPr/>
            <p:nvPr/>
          </p:nvSpPr>
          <p:spPr>
            <a:xfrm>
              <a:off x="4359359" y="4229685"/>
              <a:ext cx="223099" cy="1632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357">
                        <a:solidFill>
                          <a:srgbClr val="145CA3"/>
                        </a:solidFill>
                        <a:latin typeface="Cambria Math"/>
                      </a:rPr>
                      <m:t xml:space="preserve">δ=</m:t>
                    </m:r>
                    <m:r>
                      <m:rPr>
                        <m:sty m:val="p"/>
                      </m:rPr>
                      <a:rPr sz="357">
                        <a:solidFill>
                          <a:srgbClr val="145CA3"/>
                        </a:solidFill>
                        <a:latin typeface="Cambria Math"/>
                      </a:rPr>
                      <m:t xml:space="preserve">-0.3</m:t>
                    </m:r>
                  </m:oMath>
                </m:oMathPara>
              </a14:m>
              <a:endParaRPr sz="357"/>
            </a:p>
          </p:txBody>
        </p:sp>
        <p:sp>
          <p:nvSpPr>
            <p:cNvPr id="147" name="Reaction uncertainty"/>
            <p:cNvSpPr/>
            <p:nvPr/>
          </p:nvSpPr>
          <p:spPr>
            <a:xfrm>
              <a:off x="4359359" y="4160232"/>
              <a:ext cx="223099" cy="1632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357">
                        <a:solidFill>
                          <a:srgbClr val="145CA3"/>
                        </a:solidFill>
                        <a:latin typeface="Cambria Math"/>
                      </a:rPr>
                      <m:t xml:space="preserve">δ=</m:t>
                    </m:r>
                    <m:r>
                      <m:rPr>
                        <m:sty m:val="p"/>
                      </m:rPr>
                      <a:rPr sz="357">
                        <a:solidFill>
                          <a:srgbClr val="145CA3"/>
                        </a:solidFill>
                        <a:latin typeface="Cambria Math"/>
                      </a:rPr>
                      <m:t xml:space="preserve">-0.2</m:t>
                    </m:r>
                  </m:oMath>
                </m:oMathPara>
              </a14:m>
              <a:endParaRPr sz="357"/>
            </a:p>
          </p:txBody>
        </p:sp>
        <p:sp>
          <p:nvSpPr>
            <p:cNvPr id="148" name="Reaction uncertainty"/>
            <p:cNvSpPr/>
            <p:nvPr/>
          </p:nvSpPr>
          <p:spPr>
            <a:xfrm>
              <a:off x="4359359" y="4090778"/>
              <a:ext cx="223099" cy="1632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357">
                        <a:solidFill>
                          <a:srgbClr val="145CA3"/>
                        </a:solidFill>
                        <a:latin typeface="Cambria Math"/>
                      </a:rPr>
                      <m:t xml:space="preserve">δ=</m:t>
                    </m:r>
                    <m:r>
                      <m:rPr>
                        <m:sty m:val="p"/>
                      </m:rPr>
                      <a:rPr sz="357">
                        <a:solidFill>
                          <a:srgbClr val="145CA3"/>
                        </a:solidFill>
                        <a:latin typeface="Cambria Math"/>
                      </a:rPr>
                      <m:t xml:space="preserve">-0.1</m:t>
                    </m:r>
                  </m:oMath>
                </m:oMathPara>
              </a14:m>
              <a:endParaRPr sz="357"/>
            </a:p>
          </p:txBody>
        </p:sp>
        <p:sp>
          <p:nvSpPr>
            <p:cNvPr id="149" name="Reaction uncertainty"/>
            <p:cNvSpPr/>
            <p:nvPr/>
          </p:nvSpPr>
          <p:spPr>
            <a:xfrm>
              <a:off x="4359359" y="4021324"/>
              <a:ext cx="223099" cy="1632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357">
                        <a:solidFill>
                          <a:srgbClr val="145CA3"/>
                        </a:solidFill>
                        <a:latin typeface="Cambria Math"/>
                      </a:rPr>
                      <m:t xml:space="preserve">δ=</m:t>
                    </m:r>
                    <m:r>
                      <m:rPr>
                        <m:sty m:val="p"/>
                      </m:rPr>
                      <a:rPr sz="357">
                        <a:solidFill>
                          <a:srgbClr val="145CA3"/>
                        </a:solidFill>
                        <a:latin typeface="Cambria Math"/>
                      </a:rPr>
                      <m:t xml:space="preserve">0.0</m:t>
                    </m:r>
                  </m:oMath>
                </m:oMathPara>
              </a14:m>
              <a:endParaRPr sz="357"/>
            </a:p>
          </p:txBody>
        </p:sp>
        <p:sp>
          <p:nvSpPr>
            <p:cNvPr id="150" name="Reaction uncertainty"/>
            <p:cNvSpPr/>
            <p:nvPr/>
          </p:nvSpPr>
          <p:spPr>
            <a:xfrm>
              <a:off x="4359359" y="3951871"/>
              <a:ext cx="223099" cy="1632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357">
                        <a:solidFill>
                          <a:srgbClr val="145CA3"/>
                        </a:solidFill>
                        <a:latin typeface="Cambria Math"/>
                      </a:rPr>
                      <m:t xml:space="preserve">δ=</m:t>
                    </m:r>
                    <m:r>
                      <m:rPr>
                        <m:sty m:val="p"/>
                      </m:rPr>
                      <a:rPr sz="357">
                        <a:solidFill>
                          <a:srgbClr val="145CA3"/>
                        </a:solidFill>
                        <a:latin typeface="Cambria Math"/>
                      </a:rPr>
                      <m:t xml:space="preserve">0.1</m:t>
                    </m:r>
                  </m:oMath>
                </m:oMathPara>
              </a14:m>
              <a:endParaRPr sz="357"/>
            </a:p>
          </p:txBody>
        </p:sp>
        <p:sp>
          <p:nvSpPr>
            <p:cNvPr id="151" name="Reaction uncertainty"/>
            <p:cNvSpPr/>
            <p:nvPr/>
          </p:nvSpPr>
          <p:spPr>
            <a:xfrm>
              <a:off x="4359359" y="3882417"/>
              <a:ext cx="223099" cy="1632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357">
                        <a:solidFill>
                          <a:srgbClr val="E61F1F"/>
                        </a:solidFill>
                        <a:latin typeface="Cambria Math"/>
                      </a:rPr>
                      <m:t xml:space="preserve">δ=</m:t>
                    </m:r>
                    <m:r>
                      <m:rPr>
                        <m:sty m:val="p"/>
                      </m:rPr>
                      <a:rPr sz="357">
                        <a:solidFill>
                          <a:srgbClr val="E61F1F"/>
                        </a:solidFill>
                        <a:latin typeface="Cambria Math"/>
                      </a:rPr>
                      <m:t xml:space="preserve">0.2</m:t>
                    </m:r>
                  </m:oMath>
                </m:oMathPara>
              </a14:m>
              <a:endParaRPr sz="357"/>
            </a:p>
          </p:txBody>
        </p:sp>
        <p:sp>
          <p:nvSpPr>
            <p:cNvPr id="152" name="Reaction uncertainty"/>
            <p:cNvSpPr/>
            <p:nvPr/>
          </p:nvSpPr>
          <p:spPr>
            <a:xfrm>
              <a:off x="4359359" y="3812964"/>
              <a:ext cx="223099" cy="1632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357">
                        <a:solidFill>
                          <a:srgbClr val="E61F1F"/>
                        </a:solidFill>
                        <a:latin typeface="Cambria Math"/>
                      </a:rPr>
                      <m:t xml:space="preserve">δ=</m:t>
                    </m:r>
                    <m:r>
                      <m:rPr>
                        <m:sty m:val="p"/>
                      </m:rPr>
                      <a:rPr sz="357">
                        <a:solidFill>
                          <a:srgbClr val="E61F1F"/>
                        </a:solidFill>
                        <a:latin typeface="Cambria Math"/>
                      </a:rPr>
                      <m:t xml:space="preserve">0.3</m:t>
                    </m:r>
                  </m:oMath>
                </m:oMathPara>
              </a14:m>
              <a:endParaRPr sz="357"/>
            </a:p>
          </p:txBody>
        </p:sp>
        <p:sp>
          <p:nvSpPr>
            <p:cNvPr id="153" name="Reaction uncertainty"/>
            <p:cNvSpPr/>
            <p:nvPr/>
          </p:nvSpPr>
          <p:spPr>
            <a:xfrm>
              <a:off x="4359359" y="3499011"/>
              <a:ext cx="223099" cy="1632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357">
                        <a:solidFill>
                          <a:srgbClr val="E61F1F"/>
                        </a:solidFill>
                        <a:latin typeface="Cambria Math"/>
                      </a:rPr>
                      <m:t xml:space="preserve">δ=</m:t>
                    </m:r>
                    <m:r>
                      <m:rPr>
                        <m:sty m:val="p"/>
                      </m:rPr>
                      <a:rPr sz="357">
                        <a:solidFill>
                          <a:srgbClr val="E61F1F"/>
                        </a:solidFill>
                        <a:latin typeface="Cambria Math"/>
                      </a:rPr>
                      <m:t xml:space="preserve">0.4</m:t>
                    </m:r>
                  </m:oMath>
                </m:oMathPara>
              </a14:m>
              <a:endParaRPr sz="357"/>
            </a:p>
          </p:txBody>
        </p:sp>
        <p:sp>
          <p:nvSpPr>
            <p:cNvPr id="154" name="Reaction uncertainty"/>
            <p:cNvSpPr/>
            <p:nvPr/>
          </p:nvSpPr>
          <p:spPr>
            <a:xfrm>
              <a:off x="4359359" y="2654642"/>
              <a:ext cx="223099" cy="1632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357">
                        <a:solidFill>
                          <a:srgbClr val="E61F1F"/>
                        </a:solidFill>
                        <a:latin typeface="Cambria Math"/>
                      </a:rPr>
                      <m:t xml:space="preserve">δ=</m:t>
                    </m:r>
                    <m:r>
                      <m:rPr>
                        <m:sty m:val="p"/>
                      </m:rPr>
                      <a:rPr sz="357">
                        <a:solidFill>
                          <a:srgbClr val="E61F1F"/>
                        </a:solidFill>
                        <a:latin typeface="Cambria Math"/>
                      </a:rPr>
                      <m:t xml:space="preserve">0.5</m:t>
                    </m:r>
                  </m:oMath>
                </m:oMathPara>
              </a14:m>
              <a:endParaRPr sz="357"/>
            </a:p>
          </p:txBody>
        </p:sp>
      </p:grpSp>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grpSp>
        <p:nvGrpSpPr>
          <p:cNvPr id="7" name="Picture 6 — editable labels"/>
          <p:cNvGrpSpPr/>
          <p:nvPr/>
        </p:nvGrpSpPr>
        <p:grpSpPr>
          <a:xfrm>
            <a:off x="671561" y="231645"/>
            <a:ext cx="7202439" cy="1368555"/>
            <a:chOff x="671561" y="231645"/>
            <a:chExt cx="7202439" cy="1368555"/>
          </a:xfrm>
        </p:grpSpPr>
        <p:pic>
          <p:nvPicPr>
            <p:cNvPr id="178" name="Picture 6">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166" name="Editable label Temp in paper"/>
            <p:cNvSpPr/>
            <p:nvPr/>
          </p:nvSpPr>
          <p:spPr>
            <a:xfrm>
              <a:off x="3478664" y="543147"/>
              <a:ext cx="1588646" cy="478457"/>
            </a:xfrm>
            <a:prstGeom prst="rect">
              <a:avLst/>
            </a:prstGeom>
            <a:noFill/>
            <a:ln>
              <a:noFill/>
            </a:ln>
          </p:spPr>
          <p:txBody>
            <a:bodyPr wrap="none" lIns="0" tIns="0" rIns="0" bIns="0" anchor="ctr">
              <a:noAutofit/>
            </a:bodyPr>
            <a:lstStyle/>
            <a:p>
              <a:pPr algn="ctr">
                <a:buNone/>
              </a:pPr>
              <a:r>
                <a:rPr lang="en-GB" sz="2093" baseline="0" b="0" i="0" u="none">
                  <a:solidFill>
                    <a:srgbClr val="FFFFFF"/>
                  </a:solidFill>
                  <a:latin typeface="Arial"/>
                  <a:ea typeface="Arial"/>
                  <a:cs typeface="Arial"/>
                </a:rPr>
                <a:t xml:space="preserve">Temp in paper</a:t>
              </a:r>
              <a:endParaRPr sz="2093"/>
            </a:p>
          </p:txBody>
        </p:sp>
        <p:sp>
          <p:nvSpPr>
            <p:cNvPr id="167" name="Editable label temp("/>
            <p:cNvSpPr/>
            <p:nvPr/>
          </p:nvSpPr>
          <p:spPr>
            <a:xfrm>
              <a:off x="915199" y="288055"/>
              <a:ext cx="426334" cy="2734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96">
                        <a:solidFill>
                          <a:srgbClr val="332E29"/>
                        </a:solidFill>
                        <a:latin typeface="Cambria Math"/>
                      </a:rPr>
                      <m:t xml:space="preserve">temp(</m:t>
                    </m:r>
                  </m:oMath>
                </m:oMathPara>
              </a14:m>
              <a:endParaRPr sz="1196"/>
            </a:p>
          </p:txBody>
        </p:sp>
        <p:sp>
          <p:nvSpPr>
            <p:cNvPr id="168" name="Editable label t,"/>
            <p:cNvSpPr/>
            <p:nvPr/>
          </p:nvSpPr>
          <p:spPr>
            <a:xfrm>
              <a:off x="1303563" y="288241"/>
              <a:ext cx="133049" cy="2734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96">
                        <a:solidFill>
                          <a:srgbClr val="332E29"/>
                        </a:solidFill>
                        <a:latin typeface="Cambria Math"/>
                      </a:rPr>
                      <m:t xml:space="preserve">t,</m:t>
                    </m:r>
                  </m:oMath>
                </m:oMathPara>
              </a14:m>
              <a:endParaRPr sz="1196"/>
            </a:p>
          </p:txBody>
        </p:sp>
        <p:sp>
          <p:nvSpPr>
            <p:cNvPr id="169" name="Editable label  0) = 0"/>
            <p:cNvSpPr/>
            <p:nvPr/>
          </p:nvSpPr>
          <p:spPr>
            <a:xfrm>
              <a:off x="1398641" y="288055"/>
              <a:ext cx="470076" cy="2734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96">
                        <a:solidFill>
                          <a:srgbClr val="332E29"/>
                        </a:solidFill>
                        <a:latin typeface="Cambria Math"/>
                      </a:rPr>
                      <m:t xml:space="preserve"> 0) = 0</m:t>
                    </m:r>
                  </m:oMath>
                </m:oMathPara>
              </a14:m>
              <a:endParaRPr sz="1196"/>
            </a:p>
          </p:txBody>
        </p:sp>
        <p:sp>
          <p:nvSpPr>
            <p:cNvPr id="170" name="Editable label temp("/>
            <p:cNvSpPr/>
            <p:nvPr/>
          </p:nvSpPr>
          <p:spPr>
            <a:xfrm>
              <a:off x="6677148" y="288055"/>
              <a:ext cx="426334" cy="2734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96">
                        <a:solidFill>
                          <a:srgbClr val="332E29"/>
                        </a:solidFill>
                        <a:latin typeface="Cambria Math"/>
                      </a:rPr>
                      <m:t xml:space="preserve">temp(</m:t>
                    </m:r>
                  </m:oMath>
                </m:oMathPara>
              </a14:m>
              <a:endParaRPr sz="1196"/>
            </a:p>
          </p:txBody>
        </p:sp>
        <p:sp>
          <p:nvSpPr>
            <p:cNvPr id="171" name="Editable label t,"/>
            <p:cNvSpPr/>
            <p:nvPr/>
          </p:nvSpPr>
          <p:spPr>
            <a:xfrm>
              <a:off x="7065511" y="288241"/>
              <a:ext cx="133049" cy="2734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96">
                        <a:solidFill>
                          <a:srgbClr val="332E29"/>
                        </a:solidFill>
                        <a:latin typeface="Cambria Math"/>
                      </a:rPr>
                      <m:t xml:space="preserve">t,</m:t>
                    </m:r>
                  </m:oMath>
                </m:oMathPara>
              </a14:m>
              <a:endParaRPr sz="1196"/>
            </a:p>
          </p:txBody>
        </p:sp>
        <p:sp>
          <p:nvSpPr>
            <p:cNvPr id="172" name="Editable label  1) = 0"/>
            <p:cNvSpPr/>
            <p:nvPr/>
          </p:nvSpPr>
          <p:spPr>
            <a:xfrm>
              <a:off x="7160589" y="288055"/>
              <a:ext cx="470076" cy="2734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96">
                        <a:solidFill>
                          <a:srgbClr val="332E29"/>
                        </a:solidFill>
                        <a:latin typeface="Cambria Math"/>
                      </a:rPr>
                      <m:t xml:space="preserve"> 1) = 0</m:t>
                    </m:r>
                  </m:oMath>
                </m:oMathPara>
              </a14:m>
              <a:endParaRPr sz="1196"/>
            </a:p>
          </p:txBody>
        </p:sp>
        <p:sp>
          <p:nvSpPr>
            <p:cNvPr id="173" name="Editable label s"/>
            <p:cNvSpPr/>
            <p:nvPr/>
          </p:nvSpPr>
          <p:spPr>
            <a:xfrm>
              <a:off x="1128737" y="1212034"/>
              <a:ext cx="152983" cy="387324"/>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694">
                        <a:solidFill>
                          <a:srgbClr val="786D5E"/>
                        </a:solidFill>
                        <a:latin typeface="Cambria Math"/>
                      </a:rPr>
                      <m:t xml:space="preserve">s</m:t>
                    </m:r>
                  </m:oMath>
                </m:oMathPara>
              </a14:m>
              <a:endParaRPr sz="1694"/>
            </a:p>
          </p:txBody>
        </p:sp>
        <p:sp>
          <p:nvSpPr>
            <p:cNvPr id="174" name="Editable label  = 0"/>
            <p:cNvSpPr/>
            <p:nvPr/>
          </p:nvSpPr>
          <p:spPr>
            <a:xfrm>
              <a:off x="1227929" y="1212814"/>
              <a:ext cx="427105" cy="387324"/>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94">
                        <a:solidFill>
                          <a:srgbClr val="786D5E"/>
                        </a:solidFill>
                        <a:latin typeface="Cambria Math"/>
                      </a:rPr>
                      <m:t xml:space="preserve"> = 0</m:t>
                    </m:r>
                  </m:oMath>
                </m:oMathPara>
              </a14:m>
              <a:endParaRPr sz="1694"/>
            </a:p>
          </p:txBody>
        </p:sp>
        <p:sp>
          <p:nvSpPr>
            <p:cNvPr id="175" name="Editable label s"/>
            <p:cNvSpPr/>
            <p:nvPr/>
          </p:nvSpPr>
          <p:spPr>
            <a:xfrm>
              <a:off x="4196268" y="1190600"/>
              <a:ext cx="152984" cy="387324"/>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694">
                        <a:solidFill>
                          <a:srgbClr val="786D5E"/>
                        </a:solidFill>
                        <a:latin typeface="Cambria Math"/>
                      </a:rPr>
                      <m:t xml:space="preserve">s</m:t>
                    </m:r>
                  </m:oMath>
                </m:oMathPara>
              </a14:m>
              <a:endParaRPr sz="1694"/>
            </a:p>
          </p:txBody>
        </p:sp>
        <p:sp>
          <p:nvSpPr>
            <p:cNvPr id="176" name="Editable label s"/>
            <p:cNvSpPr/>
            <p:nvPr/>
          </p:nvSpPr>
          <p:spPr>
            <a:xfrm>
              <a:off x="6890686" y="1212034"/>
              <a:ext cx="152984" cy="387324"/>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694">
                        <a:solidFill>
                          <a:srgbClr val="786D5E"/>
                        </a:solidFill>
                        <a:latin typeface="Cambria Math"/>
                      </a:rPr>
                      <m:t xml:space="preserve">s</m:t>
                    </m:r>
                  </m:oMath>
                </m:oMathPara>
              </a14:m>
              <a:endParaRPr sz="1694"/>
            </a:p>
          </p:txBody>
        </p:sp>
        <p:sp>
          <p:nvSpPr>
            <p:cNvPr id="177" name="Editable label  = 1"/>
            <p:cNvSpPr/>
            <p:nvPr/>
          </p:nvSpPr>
          <p:spPr>
            <a:xfrm>
              <a:off x="6989878" y="1212814"/>
              <a:ext cx="427106" cy="387324"/>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94">
                        <a:solidFill>
                          <a:srgbClr val="786D5E"/>
                        </a:solidFill>
                        <a:latin typeface="Cambria Math"/>
                      </a:rPr>
                      <m:t xml:space="preserve"> = 1</m:t>
                    </m:r>
                  </m:oMath>
                </m:oMathPara>
              </a14:m>
              <a:endParaRPr sz="1694"/>
            </a:p>
          </p:txBody>
        </p:sp>
      </p:gr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grpSp>
        <p:nvGrpSpPr>
          <p:cNvPr id="8" name="Picture 7 — editable labels"/>
          <p:cNvGrpSpPr/>
          <p:nvPr/>
        </p:nvGrpSpPr>
        <p:grpSpPr>
          <a:xfrm>
            <a:off x="2349500" y="254000"/>
            <a:ext cx="4445000" cy="4445000"/>
            <a:chOff x="2349500" y="254000"/>
            <a:chExt cx="4445000" cy="4445000"/>
          </a:xfrm>
        </p:grpSpPr>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sp>
          <p:nvSpPr>
            <p:cNvPr id="110" name="Label background"/>
            <p:cNvSpPr/>
            <p:nvPr/>
          </p:nvSpPr>
          <p:spPr>
            <a:xfrm>
              <a:off x="3391297" y="823516"/>
              <a:ext cx="2369741" cy="258366"/>
            </a:xfrm>
            <a:prstGeom prst="rect">
              <a:avLst/>
            </a:prstGeom>
            <a:solidFill>
              <a:srgbClr val="FFFFFF"/>
            </a:solidFill>
            <a:ln>
              <a:noFill/>
            </a:ln>
          </p:spPr>
        </p:sp>
        <p:sp>
          <p:nvSpPr>
            <p:cNvPr id="111" name="Editable label BASAL GANGLIA"/>
            <p:cNvSpPr/>
            <p:nvPr/>
          </p:nvSpPr>
          <p:spPr>
            <a:xfrm>
              <a:off x="3607713" y="728782"/>
              <a:ext cx="1928574" cy="445056"/>
            </a:xfrm>
            <a:prstGeom prst="rect">
              <a:avLst/>
            </a:prstGeom>
            <a:noFill/>
            <a:ln>
              <a:noFill/>
            </a:ln>
          </p:spPr>
          <p:txBody>
            <a:bodyPr wrap="none" lIns="0" tIns="0" rIns="0" bIns="0" anchor="ctr">
              <a:noAutofit/>
            </a:bodyPr>
            <a:lstStyle/>
            <a:p>
              <a:pPr algn="ctr">
                <a:buNone/>
              </a:pPr>
              <a:r>
                <a:rPr lang="en-GB" sz="1947" baseline="0" b="1" i="0" u="none">
                  <a:solidFill>
                    <a:srgbClr val="30354D"/>
                  </a:solidFill>
                  <a:latin typeface="Arial"/>
                  <a:ea typeface="Arial"/>
                  <a:cs typeface="Arial"/>
                </a:rPr>
                <a:t xml:space="preserve">BASAL GANGLIA</a:t>
              </a:r>
              <a:endParaRPr sz="1947"/>
            </a:p>
          </p:txBody>
        </p:sp>
        <p:sp>
          <p:nvSpPr>
            <p:cNvPr id="112" name="Label background"/>
            <p:cNvSpPr/>
            <p:nvPr/>
          </p:nvSpPr>
          <p:spPr>
            <a:xfrm>
              <a:off x="2844006" y="1384697"/>
              <a:ext cx="805656" cy="111125"/>
            </a:xfrm>
            <a:prstGeom prst="rect">
              <a:avLst/>
            </a:prstGeom>
            <a:solidFill>
              <a:srgbClr val="FFFFFF"/>
            </a:solidFill>
            <a:ln>
              <a:noFill/>
            </a:ln>
          </p:spPr>
        </p:sp>
        <p:sp>
          <p:nvSpPr>
            <p:cNvPr id="113" name="Editable label FRONTAL LOBE"/>
            <p:cNvSpPr/>
            <p:nvPr/>
          </p:nvSpPr>
          <p:spPr>
            <a:xfrm>
              <a:off x="2884011" y="1350248"/>
              <a:ext cx="720090" cy="180022"/>
            </a:xfrm>
            <a:prstGeom prst="rect">
              <a:avLst/>
            </a:prstGeom>
            <a:noFill/>
            <a:ln>
              <a:noFill/>
            </a:ln>
          </p:spPr>
          <p:txBody>
            <a:bodyPr wrap="none" lIns="0" tIns="0" rIns="0" bIns="0" anchor="ctr">
              <a:noAutofit/>
            </a:bodyPr>
            <a:lstStyle/>
            <a:p>
              <a:pPr algn="ctr">
                <a:buNone/>
              </a:pPr>
              <a:r>
                <a:rPr lang="en-GB" sz="788" baseline="0" b="1" i="0" u="none">
                  <a:solidFill>
                    <a:srgbClr val="30354D"/>
                  </a:solidFill>
                  <a:latin typeface="Arial"/>
                  <a:ea typeface="Arial"/>
                  <a:cs typeface="Arial"/>
                </a:rPr>
                <a:t xml:space="preserve">FRONTAL LOBE</a:t>
              </a:r>
              <a:endParaRPr sz="788"/>
            </a:p>
          </p:txBody>
        </p:sp>
        <p:sp>
          <p:nvSpPr>
            <p:cNvPr id="114" name="Label background"/>
            <p:cNvSpPr/>
            <p:nvPr/>
          </p:nvSpPr>
          <p:spPr>
            <a:xfrm>
              <a:off x="5402659" y="1384697"/>
              <a:ext cx="866775" cy="111125"/>
            </a:xfrm>
            <a:prstGeom prst="rect">
              <a:avLst/>
            </a:prstGeom>
            <a:solidFill>
              <a:srgbClr val="FFFFFF"/>
            </a:solidFill>
            <a:ln>
              <a:noFill/>
            </a:ln>
          </p:spPr>
        </p:sp>
        <p:sp>
          <p:nvSpPr>
            <p:cNvPr id="115" name="Editable label BASAL GANGLIA"/>
            <p:cNvSpPr/>
            <p:nvPr/>
          </p:nvSpPr>
          <p:spPr>
            <a:xfrm>
              <a:off x="5434886" y="1350248"/>
              <a:ext cx="780098" cy="180022"/>
            </a:xfrm>
            <a:prstGeom prst="rect">
              <a:avLst/>
            </a:prstGeom>
            <a:noFill/>
            <a:ln>
              <a:noFill/>
            </a:ln>
          </p:spPr>
          <p:txBody>
            <a:bodyPr wrap="none" lIns="0" tIns="0" rIns="0" bIns="0" anchor="ctr">
              <a:noAutofit/>
            </a:bodyPr>
            <a:lstStyle/>
            <a:p>
              <a:pPr algn="ctr">
                <a:buNone/>
              </a:pPr>
              <a:r>
                <a:rPr lang="en-GB" sz="788" baseline="0" b="1" i="0" u="none">
                  <a:solidFill>
                    <a:srgbClr val="30354D"/>
                  </a:solidFill>
                  <a:latin typeface="Arial"/>
                  <a:ea typeface="Arial"/>
                  <a:cs typeface="Arial"/>
                </a:rPr>
                <a:t xml:space="preserve">BASAL GANGLIA</a:t>
              </a:r>
              <a:endParaRPr sz="788"/>
            </a:p>
          </p:txBody>
        </p:sp>
        <p:sp>
          <p:nvSpPr>
            <p:cNvPr id="116" name="Label background"/>
            <p:cNvSpPr/>
            <p:nvPr/>
          </p:nvSpPr>
          <p:spPr>
            <a:xfrm>
              <a:off x="5611019" y="1568053"/>
              <a:ext cx="627856" cy="111125"/>
            </a:xfrm>
            <a:prstGeom prst="rect">
              <a:avLst/>
            </a:prstGeom>
            <a:solidFill>
              <a:srgbClr val="FFFFFF"/>
            </a:solidFill>
            <a:ln>
              <a:noFill/>
            </a:ln>
          </p:spPr>
        </p:sp>
        <p:sp>
          <p:nvSpPr>
            <p:cNvPr id="117" name="Editable label THALAMUS"/>
            <p:cNvSpPr/>
            <p:nvPr/>
          </p:nvSpPr>
          <p:spPr>
            <a:xfrm>
              <a:off x="5687695" y="1530826"/>
              <a:ext cx="480060" cy="180022"/>
            </a:xfrm>
            <a:prstGeom prst="rect">
              <a:avLst/>
            </a:prstGeom>
            <a:noFill/>
            <a:ln>
              <a:noFill/>
            </a:ln>
          </p:spPr>
          <p:txBody>
            <a:bodyPr wrap="none" lIns="0" tIns="0" rIns="0" bIns="0" anchor="ctr">
              <a:noAutofit/>
            </a:bodyPr>
            <a:lstStyle/>
            <a:p>
              <a:pPr algn="ctr">
                <a:buNone/>
              </a:pPr>
              <a:r>
                <a:rPr lang="en-GB" sz="788" baseline="0" b="1" i="0" u="none">
                  <a:solidFill>
                    <a:srgbClr val="30354D"/>
                  </a:solidFill>
                  <a:latin typeface="Arial"/>
                  <a:ea typeface="Arial"/>
                  <a:cs typeface="Arial"/>
                </a:rPr>
                <a:t xml:space="preserve">THALAMUS</a:t>
              </a:r>
              <a:endParaRPr sz="788"/>
            </a:p>
          </p:txBody>
        </p:sp>
      </p:grpSp>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grpSp>
        <p:nvGrpSpPr>
          <p:cNvPr id="8" name="Picture 7 — editable labels"/>
          <p:cNvGrpSpPr/>
          <p:nvPr/>
        </p:nvGrpSpPr>
        <p:grpSpPr>
          <a:xfrm>
            <a:off x="614483" y="254000"/>
            <a:ext cx="7915034" cy="4445000"/>
            <a:chOff x="614483" y="254000"/>
            <a:chExt cx="7915034" cy="4445000"/>
          </a:xfrm>
        </p:grpSpPr>
        <p:pic>
          <p:nvPicPr>
            <p:cNvPr id="11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614483" y="254000"/>
              <a:ext cx="7915034" cy="4445000"/>
            </a:xfrm>
            <a:prstGeom prst="rect">
              <a:avLst/>
            </a:prstGeom>
          </p:spPr>
        </p:pic>
        <p:sp>
          <p:nvSpPr>
            <p:cNvPr id="110" name="Label background"/>
            <p:cNvSpPr/>
            <p:nvPr/>
          </p:nvSpPr>
          <p:spPr>
            <a:xfrm>
              <a:off x="87219" y="-4433456"/>
              <a:ext cx="9125062" cy="994900"/>
            </a:xfrm>
            <a:prstGeom prst="rect">
              <a:avLst/>
            </a:prstGeom>
            <a:solidFill>
              <a:srgbClr val="FFFFFF"/>
            </a:solidFill>
            <a:ln>
              <a:noFill/>
            </a:ln>
          </p:spPr>
        </p:sp>
        <p:sp>
          <p:nvSpPr>
            <p:cNvPr id="111" name="Editable label BASAL GANGLIA"/>
            <p:cNvSpPr/>
            <p:nvPr/>
          </p:nvSpPr>
          <p:spPr>
            <a:xfrm>
              <a:off x="920563" y="-4798253"/>
              <a:ext cx="7426282" cy="1713796"/>
            </a:xfrm>
            <a:prstGeom prst="rect">
              <a:avLst/>
            </a:prstGeom>
            <a:noFill/>
            <a:ln>
              <a:noFill/>
            </a:ln>
          </p:spPr>
          <p:txBody>
            <a:bodyPr wrap="none" lIns="0" tIns="0" rIns="0" bIns="0" anchor="ctr">
              <a:noAutofit/>
            </a:bodyPr>
            <a:lstStyle/>
            <a:p>
              <a:pPr algn="ctr">
                <a:buNone/>
              </a:pPr>
              <a:r>
                <a:rPr lang="en-GB" sz="7497" baseline="0" b="1" i="0" u="none">
                  <a:solidFill>
                    <a:srgbClr val="30354D"/>
                  </a:solidFill>
                  <a:latin typeface="Arial"/>
                  <a:ea typeface="Arial"/>
                  <a:cs typeface="Arial"/>
                </a:rPr>
                <a:t xml:space="preserve">BASAL GANGLIA</a:t>
              </a:r>
              <a:endParaRPr sz="7497"/>
            </a:p>
          </p:txBody>
        </p:sp>
        <p:sp>
          <p:nvSpPr>
            <p:cNvPr id="112" name="Label background"/>
            <p:cNvSpPr/>
            <p:nvPr/>
          </p:nvSpPr>
          <p:spPr>
            <a:xfrm>
              <a:off x="-2020210" y="-2272490"/>
              <a:ext cx="3102307" cy="427914"/>
            </a:xfrm>
            <a:prstGeom prst="rect">
              <a:avLst/>
            </a:prstGeom>
            <a:solidFill>
              <a:srgbClr val="FFFFFF"/>
            </a:solidFill>
            <a:ln>
              <a:noFill/>
            </a:ln>
          </p:spPr>
        </p:sp>
        <p:sp>
          <p:nvSpPr>
            <p:cNvPr id="113" name="Editable label FRONTAL LOBE"/>
            <p:cNvSpPr/>
            <p:nvPr/>
          </p:nvSpPr>
          <p:spPr>
            <a:xfrm>
              <a:off x="-1866165" y="-2405143"/>
              <a:ext cx="2772821" cy="693221"/>
            </a:xfrm>
            <a:prstGeom prst="rect">
              <a:avLst/>
            </a:prstGeom>
            <a:noFill/>
            <a:ln>
              <a:noFill/>
            </a:ln>
          </p:spPr>
          <p:txBody>
            <a:bodyPr wrap="none" lIns="0" tIns="0" rIns="0" bIns="0" anchor="ctr">
              <a:noAutofit/>
            </a:bodyPr>
            <a:lstStyle/>
            <a:p>
              <a:pPr algn="ctr">
                <a:buNone/>
              </a:pPr>
              <a:r>
                <a:rPr lang="en-GB" sz="3032" baseline="0" b="1" i="0" u="none">
                  <a:solidFill>
                    <a:srgbClr val="30354D"/>
                  </a:solidFill>
                  <a:latin typeface="Arial"/>
                  <a:ea typeface="Arial"/>
                  <a:cs typeface="Arial"/>
                </a:rPr>
                <a:t xml:space="preserve">FRONTAL LOBE</a:t>
              </a:r>
              <a:endParaRPr sz="3032"/>
            </a:p>
          </p:txBody>
        </p:sp>
        <p:sp>
          <p:nvSpPr>
            <p:cNvPr id="114" name="Label background"/>
            <p:cNvSpPr/>
            <p:nvPr/>
          </p:nvSpPr>
          <p:spPr>
            <a:xfrm>
              <a:off x="7832290" y="-2272490"/>
              <a:ext cx="3337655" cy="427914"/>
            </a:xfrm>
            <a:prstGeom prst="rect">
              <a:avLst/>
            </a:prstGeom>
            <a:solidFill>
              <a:srgbClr val="FFFFFF"/>
            </a:solidFill>
            <a:ln>
              <a:noFill/>
            </a:ln>
          </p:spPr>
        </p:sp>
        <p:sp>
          <p:nvSpPr>
            <p:cNvPr id="115" name="Editable label BASAL GANGLIA"/>
            <p:cNvSpPr/>
            <p:nvPr/>
          </p:nvSpPr>
          <p:spPr>
            <a:xfrm>
              <a:off x="7956382" y="-2405143"/>
              <a:ext cx="3003889" cy="693221"/>
            </a:xfrm>
            <a:prstGeom prst="rect">
              <a:avLst/>
            </a:prstGeom>
            <a:noFill/>
            <a:ln>
              <a:noFill/>
            </a:ln>
          </p:spPr>
          <p:txBody>
            <a:bodyPr wrap="none" lIns="0" tIns="0" rIns="0" bIns="0" anchor="ctr">
              <a:noAutofit/>
            </a:bodyPr>
            <a:lstStyle/>
            <a:p>
              <a:pPr algn="ctr">
                <a:buNone/>
              </a:pPr>
              <a:r>
                <a:rPr lang="en-GB" sz="3032" baseline="0" b="1" i="0" u="none">
                  <a:solidFill>
                    <a:srgbClr val="30354D"/>
                  </a:solidFill>
                  <a:latin typeface="Arial"/>
                  <a:ea typeface="Arial"/>
                  <a:cs typeface="Arial"/>
                </a:rPr>
                <a:t xml:space="preserve">BASAL GANGLIA</a:t>
              </a:r>
              <a:endParaRPr sz="3032"/>
            </a:p>
          </p:txBody>
        </p:sp>
        <p:sp>
          <p:nvSpPr>
            <p:cNvPr id="116" name="Label background"/>
            <p:cNvSpPr/>
            <p:nvPr/>
          </p:nvSpPr>
          <p:spPr>
            <a:xfrm>
              <a:off x="8634610" y="-1566432"/>
              <a:ext cx="2417660" cy="427914"/>
            </a:xfrm>
            <a:prstGeom prst="rect">
              <a:avLst/>
            </a:prstGeom>
            <a:solidFill>
              <a:srgbClr val="FFFFFF"/>
            </a:solidFill>
            <a:ln>
              <a:noFill/>
            </a:ln>
          </p:spPr>
        </p:sp>
        <p:sp>
          <p:nvSpPr>
            <p:cNvPr id="117" name="Editable label THALAMUS"/>
            <p:cNvSpPr/>
            <p:nvPr/>
          </p:nvSpPr>
          <p:spPr>
            <a:xfrm>
              <a:off x="8929864" y="-1709783"/>
              <a:ext cx="1848547" cy="693221"/>
            </a:xfrm>
            <a:prstGeom prst="rect">
              <a:avLst/>
            </a:prstGeom>
            <a:noFill/>
            <a:ln>
              <a:noFill/>
            </a:ln>
          </p:spPr>
          <p:txBody>
            <a:bodyPr wrap="none" lIns="0" tIns="0" rIns="0" bIns="0" anchor="ctr">
              <a:noAutofit/>
            </a:bodyPr>
            <a:lstStyle/>
            <a:p>
              <a:pPr algn="ctr">
                <a:buNone/>
              </a:pPr>
              <a:r>
                <a:rPr lang="en-GB" sz="3032" baseline="0" b="1" i="0" u="none">
                  <a:solidFill>
                    <a:srgbClr val="30354D"/>
                  </a:solidFill>
                  <a:latin typeface="Arial"/>
                  <a:ea typeface="Arial"/>
                  <a:cs typeface="Arial"/>
                </a:rPr>
                <a:t xml:space="preserve">THALAMUS</a:t>
              </a:r>
              <a:endParaRPr sz="3032"/>
            </a:p>
          </p:txBody>
        </p:sp>
      </p:grpSp>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Picture 55 — editable labels"/>
          <p:cNvGrpSpPr/>
          <p:nvPr/>
        </p:nvGrpSpPr>
        <p:grpSpPr>
          <a:xfrm>
            <a:off x="1879600" y="419100"/>
            <a:ext cx="5384799" cy="2692400"/>
            <a:chOff x="1879600" y="419100"/>
            <a:chExt cx="5384799" cy="2692400"/>
          </a:xfrm>
        </p:grpSpPr>
        <p:pic>
          <p:nvPicPr>
            <p:cNvPr id="178" name="Picture 55">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170" name="Editable label Proto"/>
            <p:cNvSpPr/>
            <p:nvPr/>
          </p:nvSpPr>
          <p:spPr>
            <a:xfrm>
              <a:off x="2704589" y="1638980"/>
              <a:ext cx="384564" cy="272526"/>
            </a:xfrm>
            <a:prstGeom prst="rect">
              <a:avLst/>
            </a:prstGeom>
            <a:noFill/>
            <a:ln>
              <a:noFill/>
            </a:ln>
          </p:spPr>
          <p:txBody>
            <a:bodyPr wrap="none" lIns="0" tIns="0" rIns="0" bIns="0" anchor="ctr">
              <a:noAutofit/>
            </a:bodyPr>
            <a:lstStyle/>
            <a:p>
              <a:pPr algn="ctr">
                <a:buNone/>
              </a:pPr>
              <a:r>
                <a:rPr lang="en-GB" sz="1192" baseline="0" b="0" i="0" u="none">
                  <a:solidFill>
                    <a:srgbClr val="000000"/>
                  </a:solidFill>
                  <a:latin typeface="Arial"/>
                  <a:ea typeface="Arial"/>
                  <a:cs typeface="Arial"/>
                </a:rPr>
                <a:t xml:space="preserve">Proto</a:t>
              </a:r>
              <a:endParaRPr sz="1192"/>
            </a:p>
          </p:txBody>
        </p:sp>
        <p:sp>
          <p:nvSpPr>
            <p:cNvPr id="171" name="Editable label STN"/>
            <p:cNvSpPr/>
            <p:nvPr/>
          </p:nvSpPr>
          <p:spPr>
            <a:xfrm>
              <a:off x="6204314" y="1638980"/>
              <a:ext cx="325214" cy="272526"/>
            </a:xfrm>
            <a:prstGeom prst="rect">
              <a:avLst/>
            </a:prstGeom>
            <a:noFill/>
            <a:ln>
              <a:noFill/>
            </a:ln>
          </p:spPr>
          <p:txBody>
            <a:bodyPr wrap="none" lIns="0" tIns="0" rIns="0" bIns="0" anchor="ctr">
              <a:noAutofit/>
            </a:bodyPr>
            <a:lstStyle/>
            <a:p>
              <a:pPr algn="ctr">
                <a:buNone/>
              </a:pPr>
              <a:r>
                <a:rPr lang="en-GB" sz="1192" baseline="0" b="0" i="0" u="none">
                  <a:solidFill>
                    <a:srgbClr val="000000"/>
                  </a:solidFill>
                  <a:latin typeface="Arial"/>
                  <a:ea typeface="Arial"/>
                  <a:cs typeface="Arial"/>
                </a:rPr>
                <a:t xml:space="preserve">STN</a:t>
              </a:r>
              <a:endParaRPr sz="1192"/>
            </a:p>
          </p:txBody>
        </p:sp>
        <p:sp>
          <p:nvSpPr>
            <p:cNvPr id="172" name="Editable label +"/>
            <p:cNvSpPr/>
            <p:nvPr/>
          </p:nvSpPr>
          <p:spPr>
            <a:xfrm>
              <a:off x="2590388" y="1177816"/>
              <a:ext cx="253744"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174A80"/>
                        </a:solidFill>
                        <a:latin typeface="Cambria Math"/>
                      </a:rPr>
                      <m:t xml:space="preserve">+</m:t>
                    </m:r>
                  </m:oMath>
                </m:oMathPara>
              </a14:m>
              <a:endParaRPr sz="2060"/>
            </a:p>
          </p:txBody>
        </p:sp>
        <p:sp>
          <p:nvSpPr>
            <p:cNvPr id="173" name="Editable label −"/>
            <p:cNvSpPr/>
            <p:nvPr/>
          </p:nvSpPr>
          <p:spPr>
            <a:xfrm>
              <a:off x="6426950" y="1892175"/>
              <a:ext cx="268916"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FF484D"/>
                        </a:solidFill>
                        <a:latin typeface="Cambria Math"/>
                      </a:rPr>
                      <m:t xml:space="preserve">−</m:t>
                    </m:r>
                  </m:oMath>
                </m:oMathPara>
              </a14:m>
              <a:endParaRPr sz="2060"/>
            </a:p>
          </p:txBody>
        </p:sp>
        <p:sp>
          <p:nvSpPr>
            <p:cNvPr id="174" name="Editable label −"/>
            <p:cNvSpPr/>
            <p:nvPr/>
          </p:nvSpPr>
          <p:spPr>
            <a:xfrm>
              <a:off x="2328523" y="1772508"/>
              <a:ext cx="268916"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FF484D"/>
                        </a:solidFill>
                        <a:latin typeface="Cambria Math"/>
                      </a:rPr>
                      <m:t xml:space="preserve">−</m:t>
                    </m:r>
                  </m:oMath>
                </m:oMathPara>
              </a14:m>
              <a:endParaRPr sz="2060"/>
            </a:p>
          </p:txBody>
        </p:sp>
        <p:sp>
          <p:nvSpPr>
            <p:cNvPr id="175" name="Editable label X"/>
            <p:cNvSpPr/>
            <p:nvPr/>
          </p:nvSpPr>
          <p:spPr>
            <a:xfrm>
              <a:off x="4210821" y="487822"/>
              <a:ext cx="213732"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93">
                        <a:solidFill>
                          <a:srgbClr val="174A80"/>
                        </a:solidFill>
                        <a:latin typeface="Cambria Math"/>
                      </a:rPr>
                      <m:t xml:space="preserve">X</m:t>
                    </m:r>
                  </m:oMath>
                </m:oMathPara>
              </a14:m>
              <a:endParaRPr sz="993"/>
            </a:p>
          </p:txBody>
        </p:sp>
        <p:sp>
          <p:nvSpPr>
            <p:cNvPr id="176" name="Editable label X"/>
            <p:cNvSpPr/>
            <p:nvPr/>
          </p:nvSpPr>
          <p:spPr>
            <a:xfrm>
              <a:off x="4210821" y="2163092"/>
              <a:ext cx="213732"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93">
                        <a:solidFill>
                          <a:srgbClr val="FF484D"/>
                        </a:solidFill>
                        <a:latin typeface="Cambria Math"/>
                      </a:rPr>
                      <m:t xml:space="preserve">X</m:t>
                    </m:r>
                  </m:oMath>
                </m:oMathPara>
              </a14:m>
              <a:endParaRPr sz="993"/>
            </a:p>
          </p:txBody>
        </p:sp>
        <p:sp>
          <p:nvSpPr>
            <p:cNvPr id="177" name="Editable label X"/>
            <p:cNvSpPr/>
            <p:nvPr/>
          </p:nvSpPr>
          <p:spPr>
            <a:xfrm>
              <a:off x="1952204" y="2118219"/>
              <a:ext cx="213732"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93">
                        <a:solidFill>
                          <a:srgbClr val="FF484D"/>
                        </a:solidFill>
                        <a:latin typeface="Cambria Math"/>
                      </a:rPr>
                      <m:t xml:space="preserve">X</m:t>
                    </m:r>
                  </m:oMath>
                </m:oMathPara>
              </a14:m>
              <a:endParaRPr sz="993"/>
            </a:p>
          </p:txBody>
        </p:sp>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Picture 61 — editable labels"/>
          <p:cNvGrpSpPr/>
          <p:nvPr/>
        </p:nvGrpSpPr>
        <p:grpSpPr>
          <a:xfrm>
            <a:off x="1879600" y="241300"/>
            <a:ext cx="5384799" cy="2692400"/>
            <a:chOff x="1879600" y="241300"/>
            <a:chExt cx="5384799" cy="2692400"/>
          </a:xfrm>
        </p:grpSpPr>
        <p:pic>
          <p:nvPicPr>
            <p:cNvPr id="186" name="Picture 61">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704589" y="1461180"/>
              <a:ext cx="384564" cy="272526"/>
            </a:xfrm>
            <a:prstGeom prst="rect">
              <a:avLst/>
            </a:prstGeom>
            <a:noFill/>
            <a:ln>
              <a:noFill/>
            </a:ln>
          </p:spPr>
          <p:txBody>
            <a:bodyPr wrap="none" lIns="0" tIns="0" rIns="0" bIns="0" anchor="ctr">
              <a:noAutofit/>
            </a:bodyPr>
            <a:lstStyle/>
            <a:p>
              <a:pPr algn="ctr">
                <a:buNone/>
              </a:pPr>
              <a:r>
                <a:rPr lang="en-GB" sz="1192" baseline="0" b="0" i="0" u="none">
                  <a:solidFill>
                    <a:srgbClr val="000000"/>
                  </a:solidFill>
                  <a:latin typeface="Arial"/>
                  <a:ea typeface="Arial"/>
                  <a:cs typeface="Arial"/>
                </a:rPr>
                <a:t xml:space="preserve">Proto</a:t>
              </a:r>
              <a:endParaRPr sz="1192"/>
            </a:p>
          </p:txBody>
        </p:sp>
        <p:sp>
          <p:nvSpPr>
            <p:cNvPr id="171" name="Editable label STN"/>
            <p:cNvSpPr/>
            <p:nvPr/>
          </p:nvSpPr>
          <p:spPr>
            <a:xfrm>
              <a:off x="6204314" y="1461180"/>
              <a:ext cx="325214" cy="272526"/>
            </a:xfrm>
            <a:prstGeom prst="rect">
              <a:avLst/>
            </a:prstGeom>
            <a:noFill/>
            <a:ln>
              <a:noFill/>
            </a:ln>
          </p:spPr>
          <p:txBody>
            <a:bodyPr wrap="none" lIns="0" tIns="0" rIns="0" bIns="0" anchor="ctr">
              <a:noAutofit/>
            </a:bodyPr>
            <a:lstStyle/>
            <a:p>
              <a:pPr algn="ctr">
                <a:buNone/>
              </a:pPr>
              <a:r>
                <a:rPr lang="en-GB" sz="1192" baseline="0" b="0" i="0" u="none">
                  <a:solidFill>
                    <a:srgbClr val="000000"/>
                  </a:solidFill>
                  <a:latin typeface="Arial"/>
                  <a:ea typeface="Arial"/>
                  <a:cs typeface="Arial"/>
                </a:rPr>
                <a:t xml:space="preserve">STN</a:t>
              </a:r>
              <a:endParaRPr sz="1192"/>
            </a:p>
          </p:txBody>
        </p:sp>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174A80"/>
                        </a:solidFill>
                        <a:latin typeface="Cambria Math"/>
                      </a:rPr>
                      <m:t xml:space="preserve">+</m:t>
                    </m:r>
                  </m:oMath>
                </m:oMathPara>
              </a14:m>
              <a:endParaRPr sz="2060"/>
            </a:p>
          </p:txBody>
        </p:sp>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FF484D"/>
                        </a:solidFill>
                        <a:latin typeface="Cambria Math"/>
                      </a:rPr>
                      <m:t xml:space="preserve">−</m:t>
                    </m:r>
                  </m:oMath>
                </m:oMathPara>
              </a14:m>
              <a:endParaRPr sz="2060"/>
            </a:p>
          </p:txBody>
        </p:sp>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FF484D"/>
                        </a:solidFill>
                        <a:latin typeface="Cambria Math"/>
                      </a:rPr>
                      <m:t xml:space="preserve">−</m:t>
                    </m:r>
                  </m:oMath>
                </m:oMathPara>
              </a14:m>
              <a:endParaRPr sz="2060"/>
            </a:p>
          </p:txBody>
        </p:sp>
        <p:sp>
          <p:nvSpPr>
            <p:cNvPr id="175" name="Editable label τ"/>
            <p:cNvSpPr/>
            <p:nvPr/>
          </p:nvSpPr>
          <p:spPr>
            <a:xfrm>
              <a:off x="4535807" y="347781"/>
              <a:ext cx="85164"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93">
                        <a:solidFill>
                          <a:srgbClr val="174A80"/>
                        </a:solidFill>
                        <a:latin typeface="Cambria Math"/>
                      </a:rPr>
                      <m:t xml:space="preserve">τ</m:t>
                    </m:r>
                  </m:oMath>
                </m:oMathPara>
              </a14:m>
              <a:endParaRPr sz="993"/>
            </a:p>
          </p:txBody>
        </p:sp>
        <p:sp>
          <p:nvSpPr>
            <p:cNvPr id="176" name="Editable label SG"/>
            <p:cNvSpPr/>
            <p:nvPr/>
          </p:nvSpPr>
          <p:spPr>
            <a:xfrm>
              <a:off x="4594708" y="416405"/>
              <a:ext cx="140805" cy="151403"/>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62">
                        <a:solidFill>
                          <a:srgbClr val="174A80"/>
                        </a:solidFill>
                        <a:latin typeface="Cambria Math"/>
                      </a:rPr>
                      <m:t xml:space="preserve">SG</m:t>
                    </m:r>
                  </m:oMath>
                </m:oMathPara>
              </a14:m>
              <a:endParaRPr sz="662"/>
            </a:p>
          </p:txBody>
        </p:sp>
        <p:sp>
          <p:nvSpPr>
            <p:cNvPr id="177" name="Editable label  = 6 ms"/>
            <p:cNvSpPr/>
            <p:nvPr/>
          </p:nvSpPr>
          <p:spPr>
            <a:xfrm>
              <a:off x="4709227" y="357247"/>
              <a:ext cx="437471"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93">
                        <a:solidFill>
                          <a:srgbClr val="174A80"/>
                        </a:solidFill>
                        <a:latin typeface="Cambria Math"/>
                      </a:rPr>
                      <m:t xml:space="preserve"> = 6 ms</m:t>
                    </m:r>
                  </m:oMath>
                </m:oMathPara>
              </a14:m>
              <a:endParaRPr sz="993"/>
            </a:p>
          </p:txBody>
        </p:sp>
        <p:sp>
          <p:nvSpPr>
            <p:cNvPr id="178" name="Editable label τ"/>
            <p:cNvSpPr/>
            <p:nvPr/>
          </p:nvSpPr>
          <p:spPr>
            <a:xfrm>
              <a:off x="4416140" y="2426914"/>
              <a:ext cx="85165"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93">
                        <a:solidFill>
                          <a:srgbClr val="FF484D"/>
                        </a:solidFill>
                        <a:latin typeface="Cambria Math"/>
                      </a:rPr>
                      <m:t xml:space="preserve">τ</m:t>
                    </m:r>
                  </m:oMath>
                </m:oMathPara>
              </a14:m>
              <a:endParaRPr sz="993"/>
            </a:p>
          </p:txBody>
        </p:sp>
        <p:sp>
          <p:nvSpPr>
            <p:cNvPr id="179" name="Editable label GS"/>
            <p:cNvSpPr/>
            <p:nvPr/>
          </p:nvSpPr>
          <p:spPr>
            <a:xfrm>
              <a:off x="4475052" y="2495528"/>
              <a:ext cx="140805" cy="151403"/>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62">
                        <a:solidFill>
                          <a:srgbClr val="FF484D"/>
                        </a:solidFill>
                        <a:latin typeface="Cambria Math"/>
                      </a:rPr>
                      <m:t xml:space="preserve">GS</m:t>
                    </m:r>
                  </m:oMath>
                </m:oMathPara>
              </a14:m>
              <a:endParaRPr sz="662"/>
            </a:p>
          </p:txBody>
        </p:sp>
        <p:sp>
          <p:nvSpPr>
            <p:cNvPr id="180" name="Editable label  = 6 ms"/>
            <p:cNvSpPr/>
            <p:nvPr/>
          </p:nvSpPr>
          <p:spPr>
            <a:xfrm>
              <a:off x="4589571" y="2436375"/>
              <a:ext cx="437472"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93">
                        <a:solidFill>
                          <a:srgbClr val="FF484D"/>
                        </a:solidFill>
                        <a:latin typeface="Cambria Math"/>
                      </a:rPr>
                      <m:t xml:space="preserve"> = 6 ms</m:t>
                    </m:r>
                  </m:oMath>
                </m:oMathPara>
              </a14:m>
              <a:endParaRPr sz="993"/>
            </a:p>
          </p:txBody>
        </p:sp>
        <p:sp>
          <p:nvSpPr>
            <p:cNvPr id="181" name="Editable label τ"/>
            <p:cNvSpPr/>
            <p:nvPr/>
          </p:nvSpPr>
          <p:spPr>
            <a:xfrm>
              <a:off x="2015115" y="1392902"/>
              <a:ext cx="72232" cy="189253"/>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828">
                        <a:solidFill>
                          <a:srgbClr val="FF484D"/>
                        </a:solidFill>
                        <a:latin typeface="Cambria Math"/>
                      </a:rPr>
                      <m:t xml:space="preserve">τ</m:t>
                    </m:r>
                  </m:oMath>
                </m:oMathPara>
              </a14:m>
              <a:endParaRPr sz="828"/>
            </a:p>
          </p:txBody>
        </p:sp>
        <p:sp>
          <p:nvSpPr>
            <p:cNvPr id="182" name="Editable label GG"/>
            <p:cNvSpPr/>
            <p:nvPr/>
          </p:nvSpPr>
          <p:spPr>
            <a:xfrm>
              <a:off x="2065018" y="1445948"/>
              <a:ext cx="148521" cy="13247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580">
                        <a:solidFill>
                          <a:srgbClr val="FF484D"/>
                        </a:solidFill>
                        <a:latin typeface="Cambria Math"/>
                      </a:rPr>
                      <m:t xml:space="preserve">GG</m:t>
                    </m:r>
                  </m:oMath>
                </m:oMathPara>
              </a14:m>
              <a:endParaRPr sz="580"/>
            </a:p>
          </p:txBody>
        </p:sp>
        <p:sp>
          <p:nvSpPr>
            <p:cNvPr id="183" name="Editable label = 4 ms"/>
            <p:cNvSpPr/>
            <p:nvPr/>
          </p:nvSpPr>
          <p:spPr>
            <a:xfrm>
              <a:off x="1950696" y="1519080"/>
              <a:ext cx="336345" cy="189253"/>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828">
                        <a:solidFill>
                          <a:srgbClr val="FF484D"/>
                        </a:solidFill>
                        <a:latin typeface="Cambria Math"/>
                      </a:rPr>
                      <m:t xml:space="preserve">= 4 ms</m:t>
                    </m:r>
                  </m:oMath>
                </m:oMathPara>
              </a14:m>
              <a:endParaRPr sz="828"/>
            </a:p>
          </p:txBody>
        </p:sp>
        <p:sp>
          <p:nvSpPr>
            <p:cNvPr id="184" name="Editable label τ"/>
            <p:cNvSpPr/>
            <p:nvPr/>
          </p:nvSpPr>
          <p:spPr>
            <a:xfrm>
              <a:off x="4398326" y="1021973"/>
              <a:ext cx="85165"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93">
                        <a:solidFill>
                          <a:srgbClr val="7F807F"/>
                        </a:solidFill>
                        <a:latin typeface="Cambria Math"/>
                      </a:rPr>
                      <m:t xml:space="preserve">τ</m:t>
                    </m:r>
                  </m:oMath>
                </m:oMathPara>
              </a14:m>
              <a:endParaRPr sz="993"/>
            </a:p>
          </p:txBody>
        </p:sp>
        <p:sp>
          <p:nvSpPr>
            <p:cNvPr id="185" name="Editable label ij"/>
            <p:cNvSpPr/>
            <p:nvPr/>
          </p:nvSpPr>
          <p:spPr>
            <a:xfrm>
              <a:off x="4457238" y="1090587"/>
              <a:ext cx="87646" cy="151403"/>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662">
                        <a:solidFill>
                          <a:srgbClr val="7F807F"/>
                        </a:solidFill>
                        <a:latin typeface="Cambria Math"/>
                      </a:rPr>
                      <m:t xml:space="preserve">ij</m:t>
                    </m:r>
                  </m:oMath>
                </m:oMathPara>
              </a14:m>
              <a:endParaRPr sz="662"/>
            </a:p>
          </p:txBody>
        </p:sp>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Picture 59 — editable labels"/>
          <p:cNvGrpSpPr/>
          <p:nvPr/>
        </p:nvGrpSpPr>
        <p:grpSpPr>
          <a:xfrm>
            <a:off x="1879600" y="241300"/>
            <a:ext cx="5384799" cy="2692400"/>
            <a:chOff x="1879600" y="241300"/>
            <a:chExt cx="5384799" cy="2692400"/>
          </a:xfrm>
        </p:grpSpPr>
        <p:pic>
          <p:nvPicPr>
            <p:cNvPr id="181" name="Picture 59">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704589" y="1461180"/>
              <a:ext cx="384564" cy="272526"/>
            </a:xfrm>
            <a:prstGeom prst="rect">
              <a:avLst/>
            </a:prstGeom>
            <a:noFill/>
            <a:ln>
              <a:noFill/>
            </a:ln>
          </p:spPr>
          <p:txBody>
            <a:bodyPr wrap="none" lIns="0" tIns="0" rIns="0" bIns="0" anchor="ctr">
              <a:noAutofit/>
            </a:bodyPr>
            <a:lstStyle/>
            <a:p>
              <a:pPr algn="ctr">
                <a:buNone/>
              </a:pPr>
              <a:r>
                <a:rPr lang="en-GB" sz="1192" baseline="0" b="0" i="0" u="none">
                  <a:solidFill>
                    <a:srgbClr val="000000"/>
                  </a:solidFill>
                  <a:latin typeface="Arial"/>
                  <a:ea typeface="Arial"/>
                  <a:cs typeface="Arial"/>
                </a:rPr>
                <a:t xml:space="preserve">Proto</a:t>
              </a:r>
              <a:endParaRPr sz="1192"/>
            </a:p>
          </p:txBody>
        </p:sp>
        <p:sp>
          <p:nvSpPr>
            <p:cNvPr id="171" name="Editable label STN"/>
            <p:cNvSpPr/>
            <p:nvPr/>
          </p:nvSpPr>
          <p:spPr>
            <a:xfrm>
              <a:off x="6204314" y="1461180"/>
              <a:ext cx="325214" cy="272526"/>
            </a:xfrm>
            <a:prstGeom prst="rect">
              <a:avLst/>
            </a:prstGeom>
            <a:noFill/>
            <a:ln>
              <a:noFill/>
            </a:ln>
          </p:spPr>
          <p:txBody>
            <a:bodyPr wrap="none" lIns="0" tIns="0" rIns="0" bIns="0" anchor="ctr">
              <a:noAutofit/>
            </a:bodyPr>
            <a:lstStyle/>
            <a:p>
              <a:pPr algn="ctr">
                <a:buNone/>
              </a:pPr>
              <a:r>
                <a:rPr lang="en-GB" sz="1192" baseline="0" b="0" i="0" u="none">
                  <a:solidFill>
                    <a:srgbClr val="000000"/>
                  </a:solidFill>
                  <a:latin typeface="Arial"/>
                  <a:ea typeface="Arial"/>
                  <a:cs typeface="Arial"/>
                </a:rPr>
                <a:t xml:space="preserve">STN</a:t>
              </a:r>
              <a:endParaRPr sz="1192"/>
            </a:p>
          </p:txBody>
        </p:sp>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174A80"/>
                        </a:solidFill>
                        <a:latin typeface="Cambria Math"/>
                      </a:rPr>
                      <m:t xml:space="preserve">+</m:t>
                    </m:r>
                  </m:oMath>
                </m:oMathPara>
              </a14:m>
              <a:endParaRPr sz="2060"/>
            </a:p>
          </p:txBody>
        </p:sp>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FF484D"/>
                        </a:solidFill>
                        <a:latin typeface="Cambria Math"/>
                      </a:rPr>
                      <m:t xml:space="preserve">−</m:t>
                    </m:r>
                  </m:oMath>
                </m:oMathPara>
              </a14:m>
              <a:endParaRPr sz="2060"/>
            </a:p>
          </p:txBody>
        </p:sp>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FF484D"/>
                        </a:solidFill>
                        <a:latin typeface="Cambria Math"/>
                      </a:rPr>
                      <m:t xml:space="preserve">−</m:t>
                    </m:r>
                  </m:oMath>
                </m:oMathPara>
              </a14:m>
              <a:endParaRPr sz="2060"/>
            </a:p>
          </p:txBody>
        </p:sp>
        <p:sp>
          <p:nvSpPr>
            <p:cNvPr id="175" name="Editable label w"/>
            <p:cNvSpPr/>
            <p:nvPr/>
          </p:nvSpPr>
          <p:spPr>
            <a:xfrm>
              <a:off x="4525491" y="277746"/>
              <a:ext cx="196582" cy="32703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431">
                        <a:solidFill>
                          <a:srgbClr val="174A80"/>
                        </a:solidFill>
                        <a:latin typeface="Cambria Math"/>
                      </a:rPr>
                      <m:t xml:space="preserve">w</m:t>
                    </m:r>
                  </m:oMath>
                </m:oMathPara>
              </a14:m>
              <a:endParaRPr sz="1431"/>
            </a:p>
          </p:txBody>
        </p:sp>
        <p:sp>
          <p:nvSpPr>
            <p:cNvPr id="176" name="Editable label SG"/>
            <p:cNvSpPr/>
            <p:nvPr/>
          </p:nvSpPr>
          <p:spPr>
            <a:xfrm>
              <a:off x="4683504" y="370597"/>
              <a:ext cx="221933"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93">
                        <a:solidFill>
                          <a:srgbClr val="174A80"/>
                        </a:solidFill>
                        <a:latin typeface="Cambria Math"/>
                      </a:rPr>
                      <m:t xml:space="preserve">SG</m:t>
                    </m:r>
                  </m:oMath>
                </m:oMathPara>
              </a14:m>
              <a:endParaRPr sz="993"/>
            </a:p>
          </p:txBody>
        </p:sp>
        <p:sp>
          <p:nvSpPr>
            <p:cNvPr id="177" name="Editable label w"/>
            <p:cNvSpPr/>
            <p:nvPr/>
          </p:nvSpPr>
          <p:spPr>
            <a:xfrm>
              <a:off x="4405835" y="2356880"/>
              <a:ext cx="196582" cy="32703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431">
                        <a:solidFill>
                          <a:srgbClr val="FF484D"/>
                        </a:solidFill>
                        <a:latin typeface="Cambria Math"/>
                      </a:rPr>
                      <m:t xml:space="preserve">w</m:t>
                    </m:r>
                  </m:oMath>
                </m:oMathPara>
              </a14:m>
              <a:endParaRPr sz="1431"/>
            </a:p>
          </p:txBody>
        </p:sp>
        <p:sp>
          <p:nvSpPr>
            <p:cNvPr id="178" name="Editable label GS"/>
            <p:cNvSpPr/>
            <p:nvPr/>
          </p:nvSpPr>
          <p:spPr>
            <a:xfrm>
              <a:off x="4563837" y="2449720"/>
              <a:ext cx="221933"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93">
                        <a:solidFill>
                          <a:srgbClr val="FF484D"/>
                        </a:solidFill>
                        <a:latin typeface="Cambria Math"/>
                      </a:rPr>
                      <m:t xml:space="preserve">GS</m:t>
                    </m:r>
                  </m:oMath>
                </m:oMathPara>
              </a14:m>
              <a:endParaRPr sz="993"/>
            </a:p>
          </p:txBody>
        </p:sp>
        <p:sp>
          <p:nvSpPr>
            <p:cNvPr id="179" name="Editable label w"/>
            <p:cNvSpPr/>
            <p:nvPr/>
          </p:nvSpPr>
          <p:spPr>
            <a:xfrm>
              <a:off x="1906491" y="1369669"/>
              <a:ext cx="196582" cy="32703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431">
                        <a:solidFill>
                          <a:srgbClr val="FF484D"/>
                        </a:solidFill>
                        <a:latin typeface="Cambria Math"/>
                      </a:rPr>
                      <m:t xml:space="preserve">w</m:t>
                    </m:r>
                  </m:oMath>
                </m:oMathPara>
              </a14:m>
              <a:endParaRPr sz="1431"/>
            </a:p>
          </p:txBody>
        </p:sp>
        <p:sp>
          <p:nvSpPr>
            <p:cNvPr id="180" name="Editable label GG"/>
            <p:cNvSpPr/>
            <p:nvPr/>
          </p:nvSpPr>
          <p:spPr>
            <a:xfrm>
              <a:off x="2064494" y="1462510"/>
              <a:ext cx="254611"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93">
                        <a:solidFill>
                          <a:srgbClr val="FF484D"/>
                        </a:solidFill>
                        <a:latin typeface="Cambria Math"/>
                      </a:rPr>
                      <m:t xml:space="preserve">GG</m:t>
                    </m:r>
                  </m:oMath>
                </m:oMathPara>
              </a14:m>
              <a:endParaRPr sz="993"/>
            </a:p>
          </p:txBody>
        </p:sp>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Picture 57 — editable labels"/>
          <p:cNvGrpSpPr/>
          <p:nvPr/>
        </p:nvGrpSpPr>
        <p:grpSpPr>
          <a:xfrm>
            <a:off x="1993900" y="241300"/>
            <a:ext cx="5156200" cy="2578100"/>
            <a:chOff x="1993900" y="241300"/>
            <a:chExt cx="5156200" cy="2578100"/>
          </a:xfrm>
        </p:grpSpPr>
        <p:pic>
          <p:nvPicPr>
            <p:cNvPr id="204" name="Picture 57">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3" name="Editable label Proto"/>
            <p:cNvSpPr/>
            <p:nvPr/>
          </p:nvSpPr>
          <p:spPr>
            <a:xfrm>
              <a:off x="2783866" y="1409392"/>
              <a:ext cx="368239" cy="260956"/>
            </a:xfrm>
            <a:prstGeom prst="rect">
              <a:avLst/>
            </a:prstGeom>
            <a:noFill/>
            <a:ln>
              <a:noFill/>
            </a:ln>
          </p:spPr>
          <p:txBody>
            <a:bodyPr wrap="none" lIns="0" tIns="0" rIns="0" bIns="0" anchor="ctr">
              <a:noAutofit/>
            </a:bodyPr>
            <a:lstStyle/>
            <a:p>
              <a:pPr algn="ctr">
                <a:buNone/>
              </a:pPr>
              <a:r>
                <a:rPr lang="en-GB" sz="1142" baseline="0" b="0" i="0" u="none">
                  <a:solidFill>
                    <a:srgbClr val="000000"/>
                  </a:solidFill>
                  <a:latin typeface="Arial"/>
                  <a:ea typeface="Arial"/>
                  <a:cs typeface="Arial"/>
                </a:rPr>
                <a:t xml:space="preserve">Proto</a:t>
              </a:r>
              <a:endParaRPr sz="1142"/>
            </a:p>
          </p:txBody>
        </p:sp>
        <p:sp>
          <p:nvSpPr>
            <p:cNvPr id="184" name="Editable label STN"/>
            <p:cNvSpPr/>
            <p:nvPr/>
          </p:nvSpPr>
          <p:spPr>
            <a:xfrm>
              <a:off x="6135018" y="1409392"/>
              <a:ext cx="311408" cy="260956"/>
            </a:xfrm>
            <a:prstGeom prst="rect">
              <a:avLst/>
            </a:prstGeom>
            <a:noFill/>
            <a:ln>
              <a:noFill/>
            </a:ln>
          </p:spPr>
          <p:txBody>
            <a:bodyPr wrap="none" lIns="0" tIns="0" rIns="0" bIns="0" anchor="ctr">
              <a:noAutofit/>
            </a:bodyPr>
            <a:lstStyle/>
            <a:p>
              <a:pPr algn="ctr">
                <a:buNone/>
              </a:pPr>
              <a:r>
                <a:rPr lang="en-GB" sz="1142" baseline="0" b="0" i="0" u="none">
                  <a:solidFill>
                    <a:srgbClr val="000000"/>
                  </a:solidFill>
                  <a:latin typeface="Arial"/>
                  <a:ea typeface="Arial"/>
                  <a:cs typeface="Arial"/>
                </a:rPr>
                <a:t xml:space="preserve">STN</a:t>
              </a:r>
              <a:endParaRPr sz="1142"/>
            </a:p>
          </p:txBody>
        </p:sp>
        <p:sp>
          <p:nvSpPr>
            <p:cNvPr id="185" name="Editable label +"/>
            <p:cNvSpPr/>
            <p:nvPr/>
          </p:nvSpPr>
          <p:spPr>
            <a:xfrm>
              <a:off x="2674513" y="967807"/>
              <a:ext cx="242972" cy="45087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972">
                        <a:solidFill>
                          <a:srgbClr val="174A80"/>
                        </a:solidFill>
                        <a:latin typeface="Cambria Math"/>
                      </a:rPr>
                      <m:t xml:space="preserve">+</m:t>
                    </m:r>
                  </m:oMath>
                </m:oMathPara>
              </a14:m>
              <a:endParaRPr sz="1972"/>
            </a:p>
          </p:txBody>
        </p:sp>
        <p:sp>
          <p:nvSpPr>
            <p:cNvPr id="186" name="Editable label −"/>
            <p:cNvSpPr/>
            <p:nvPr/>
          </p:nvSpPr>
          <p:spPr>
            <a:xfrm>
              <a:off x="6348203" y="1651839"/>
              <a:ext cx="257500" cy="45087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972">
                        <a:solidFill>
                          <a:srgbClr val="FF484D"/>
                        </a:solidFill>
                        <a:latin typeface="Cambria Math"/>
                      </a:rPr>
                      <m:t xml:space="preserve">−</m:t>
                    </m:r>
                  </m:oMath>
                </m:oMathPara>
              </a14:m>
              <a:endParaRPr sz="1972"/>
            </a:p>
          </p:txBody>
        </p:sp>
        <p:sp>
          <p:nvSpPr>
            <p:cNvPr id="187" name="Editable label −"/>
            <p:cNvSpPr/>
            <p:nvPr/>
          </p:nvSpPr>
          <p:spPr>
            <a:xfrm>
              <a:off x="2423765" y="1537252"/>
              <a:ext cx="257500" cy="45087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972">
                        <a:solidFill>
                          <a:srgbClr val="FF484D"/>
                        </a:solidFill>
                        <a:latin typeface="Cambria Math"/>
                      </a:rPr>
                      <m:t xml:space="preserve">−</m:t>
                    </m:r>
                  </m:oMath>
                </m:oMathPara>
              </a14:m>
              <a:endParaRPr sz="1972"/>
            </a:p>
          </p:txBody>
        </p:sp>
        <p:sp>
          <p:nvSpPr>
            <p:cNvPr id="188" name="Editable label z"/>
            <p:cNvSpPr/>
            <p:nvPr/>
          </p:nvSpPr>
          <p:spPr>
            <a:xfrm>
              <a:off x="3992040" y="1475190"/>
              <a:ext cx="85174" cy="217464"/>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51">
                        <a:solidFill>
                          <a:srgbClr val="7F807F"/>
                        </a:solidFill>
                        <a:latin typeface="Cambria Math"/>
                      </a:rPr>
                      <m:t xml:space="preserve">z</m:t>
                    </m:r>
                  </m:oMath>
                </m:oMathPara>
              </a14:m>
              <a:endParaRPr sz="951"/>
            </a:p>
          </p:txBody>
        </p:sp>
        <p:sp>
          <p:nvSpPr>
            <p:cNvPr id="189" name="Editable label G"/>
            <p:cNvSpPr/>
            <p:nvPr/>
          </p:nvSpPr>
          <p:spPr>
            <a:xfrm>
              <a:off x="4052028" y="1540891"/>
              <a:ext cx="87308" cy="14497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34">
                        <a:solidFill>
                          <a:srgbClr val="7F807F"/>
                        </a:solidFill>
                        <a:latin typeface="Cambria Math"/>
                      </a:rPr>
                      <m:t xml:space="preserve">G</m:t>
                    </m:r>
                  </m:oMath>
                </m:oMathPara>
              </a14:m>
              <a:endParaRPr sz="634"/>
            </a:p>
          </p:txBody>
        </p:sp>
        <p:sp>
          <p:nvSpPr>
            <p:cNvPr id="190" name="Editable label δ"/>
            <p:cNvSpPr/>
            <p:nvPr/>
          </p:nvSpPr>
          <p:spPr>
            <a:xfrm>
              <a:off x="3525691" y="1045412"/>
              <a:ext cx="82636" cy="217464"/>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51">
                        <a:solidFill>
                          <a:srgbClr val="FF484D"/>
                        </a:solidFill>
                        <a:latin typeface="Cambria Math"/>
                      </a:rPr>
                      <m:t xml:space="preserve">δ</m:t>
                    </m:r>
                  </m:oMath>
                </m:oMathPara>
              </a14:m>
              <a:endParaRPr sz="951"/>
            </a:p>
          </p:txBody>
        </p:sp>
        <p:sp>
          <p:nvSpPr>
            <p:cNvPr id="191" name="Editable label G"/>
            <p:cNvSpPr/>
            <p:nvPr/>
          </p:nvSpPr>
          <p:spPr>
            <a:xfrm>
              <a:off x="3583112" y="1111123"/>
              <a:ext cx="87308" cy="14497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34">
                        <a:solidFill>
                          <a:srgbClr val="FF484D"/>
                        </a:solidFill>
                        <a:latin typeface="Cambria Math"/>
                      </a:rPr>
                      <m:t xml:space="preserve">G</m:t>
                    </m:r>
                  </m:oMath>
                </m:oMathPara>
              </a14:m>
              <a:endParaRPr sz="634"/>
            </a:p>
          </p:txBody>
        </p:sp>
        <p:sp>
          <p:nvSpPr>
            <p:cNvPr id="192" name="Editable label ("/>
            <p:cNvSpPr/>
            <p:nvPr/>
          </p:nvSpPr>
          <p:spPr>
            <a:xfrm>
              <a:off x="3650251" y="1045412"/>
              <a:ext cx="76233" cy="217464"/>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51">
                        <a:solidFill>
                          <a:srgbClr val="FF484D"/>
                        </a:solidFill>
                        <a:latin typeface="Cambria Math"/>
                      </a:rPr>
                      <m:t xml:space="preserve">(</m:t>
                    </m:r>
                  </m:oMath>
                </m:oMathPara>
              </a14:m>
              <a:endParaRPr sz="951"/>
            </a:p>
          </p:txBody>
        </p:sp>
        <p:sp>
          <p:nvSpPr>
            <p:cNvPr id="193" name="Editable label z"/>
            <p:cNvSpPr/>
            <p:nvPr/>
          </p:nvSpPr>
          <p:spPr>
            <a:xfrm>
              <a:off x="3696281" y="1045412"/>
              <a:ext cx="85174" cy="217464"/>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51">
                        <a:solidFill>
                          <a:srgbClr val="FF484D"/>
                        </a:solidFill>
                        <a:latin typeface="Cambria Math"/>
                      </a:rPr>
                      <m:t xml:space="preserve">z</m:t>
                    </m:r>
                  </m:oMath>
                </m:oMathPara>
              </a14:m>
              <a:endParaRPr sz="951"/>
            </a:p>
          </p:txBody>
        </p:sp>
        <p:sp>
          <p:nvSpPr>
            <p:cNvPr id="194" name="Editable label G"/>
            <p:cNvSpPr/>
            <p:nvPr/>
          </p:nvSpPr>
          <p:spPr>
            <a:xfrm>
              <a:off x="3756240" y="1111123"/>
              <a:ext cx="87308" cy="14497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34">
                        <a:solidFill>
                          <a:srgbClr val="FF484D"/>
                        </a:solidFill>
                        <a:latin typeface="Cambria Math"/>
                      </a:rPr>
                      <m:t xml:space="preserve">G</m:t>
                    </m:r>
                  </m:oMath>
                </m:oMathPara>
              </a14:m>
              <a:endParaRPr sz="634"/>
            </a:p>
          </p:txBody>
        </p:sp>
        <p:sp>
          <p:nvSpPr>
            <p:cNvPr id="195" name="Editable label )"/>
            <p:cNvSpPr/>
            <p:nvPr/>
          </p:nvSpPr>
          <p:spPr>
            <a:xfrm>
              <a:off x="3823369" y="1045412"/>
              <a:ext cx="76233" cy="217464"/>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51">
                        <a:solidFill>
                          <a:srgbClr val="FF484D"/>
                        </a:solidFill>
                        <a:latin typeface="Cambria Math"/>
                      </a:rPr>
                      <m:t xml:space="preserve">)</m:t>
                    </m:r>
                  </m:oMath>
                </m:oMathPara>
              </a14:m>
              <a:endParaRPr sz="951"/>
            </a:p>
          </p:txBody>
        </p:sp>
        <p:sp>
          <p:nvSpPr>
            <p:cNvPr id="196" name="Editable label z"/>
            <p:cNvSpPr/>
            <p:nvPr/>
          </p:nvSpPr>
          <p:spPr>
            <a:xfrm>
              <a:off x="5777857" y="1475190"/>
              <a:ext cx="85173" cy="217464"/>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51">
                        <a:solidFill>
                          <a:srgbClr val="7F807F"/>
                        </a:solidFill>
                        <a:latin typeface="Cambria Math"/>
                      </a:rPr>
                      <m:t xml:space="preserve">z</m:t>
                    </m:r>
                  </m:oMath>
                </m:oMathPara>
              </a14:m>
              <a:endParaRPr sz="951"/>
            </a:p>
          </p:txBody>
        </p:sp>
        <p:sp>
          <p:nvSpPr>
            <p:cNvPr id="197" name="Editable label S"/>
            <p:cNvSpPr/>
            <p:nvPr/>
          </p:nvSpPr>
          <p:spPr>
            <a:xfrm>
              <a:off x="5837845" y="1540891"/>
              <a:ext cx="67655" cy="14497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34">
                        <a:solidFill>
                          <a:srgbClr val="7F807F"/>
                        </a:solidFill>
                        <a:latin typeface="Cambria Math"/>
                      </a:rPr>
                      <m:t xml:space="preserve">S</m:t>
                    </m:r>
                  </m:oMath>
                </m:oMathPara>
              </a14:m>
              <a:endParaRPr sz="634"/>
            </a:p>
          </p:txBody>
        </p:sp>
        <p:sp>
          <p:nvSpPr>
            <p:cNvPr id="198" name="Editable label δ"/>
            <p:cNvSpPr/>
            <p:nvPr/>
          </p:nvSpPr>
          <p:spPr>
            <a:xfrm>
              <a:off x="5321300" y="1045412"/>
              <a:ext cx="82637" cy="217464"/>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51">
                        <a:solidFill>
                          <a:srgbClr val="174A80"/>
                        </a:solidFill>
                        <a:latin typeface="Cambria Math"/>
                      </a:rPr>
                      <m:t xml:space="preserve">δ</m:t>
                    </m:r>
                  </m:oMath>
                </m:oMathPara>
              </a14:m>
              <a:endParaRPr sz="951"/>
            </a:p>
          </p:txBody>
        </p:sp>
        <p:sp>
          <p:nvSpPr>
            <p:cNvPr id="199" name="Editable label S"/>
            <p:cNvSpPr/>
            <p:nvPr/>
          </p:nvSpPr>
          <p:spPr>
            <a:xfrm>
              <a:off x="5378731" y="1111123"/>
              <a:ext cx="67655" cy="14497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34">
                        <a:solidFill>
                          <a:srgbClr val="174A80"/>
                        </a:solidFill>
                        <a:latin typeface="Cambria Math"/>
                      </a:rPr>
                      <m:t xml:space="preserve">S</m:t>
                    </m:r>
                  </m:oMath>
                </m:oMathPara>
              </a14:m>
              <a:endParaRPr sz="634"/>
            </a:p>
          </p:txBody>
        </p:sp>
        <p:sp>
          <p:nvSpPr>
            <p:cNvPr id="200" name="Editable label ("/>
            <p:cNvSpPr/>
            <p:nvPr/>
          </p:nvSpPr>
          <p:spPr>
            <a:xfrm>
              <a:off x="5426276" y="1045412"/>
              <a:ext cx="76233" cy="217464"/>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51">
                        <a:solidFill>
                          <a:srgbClr val="174A80"/>
                        </a:solidFill>
                        <a:latin typeface="Cambria Math"/>
                      </a:rPr>
                      <m:t xml:space="preserve">(</m:t>
                    </m:r>
                  </m:oMath>
                </m:oMathPara>
              </a14:m>
              <a:endParaRPr sz="951"/>
            </a:p>
          </p:txBody>
        </p:sp>
        <p:sp>
          <p:nvSpPr>
            <p:cNvPr id="201" name="Editable label z"/>
            <p:cNvSpPr/>
            <p:nvPr/>
          </p:nvSpPr>
          <p:spPr>
            <a:xfrm>
              <a:off x="5472306" y="1045412"/>
              <a:ext cx="85173" cy="217464"/>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51">
                        <a:solidFill>
                          <a:srgbClr val="174A80"/>
                        </a:solidFill>
                        <a:latin typeface="Cambria Math"/>
                      </a:rPr>
                      <m:t xml:space="preserve">z</m:t>
                    </m:r>
                  </m:oMath>
                </m:oMathPara>
              </a14:m>
              <a:endParaRPr sz="951"/>
            </a:p>
          </p:txBody>
        </p:sp>
        <p:sp>
          <p:nvSpPr>
            <p:cNvPr id="202" name="Editable label S"/>
            <p:cNvSpPr/>
            <p:nvPr/>
          </p:nvSpPr>
          <p:spPr>
            <a:xfrm>
              <a:off x="5532264" y="1111123"/>
              <a:ext cx="67655" cy="14497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34">
                        <a:solidFill>
                          <a:srgbClr val="174A80"/>
                        </a:solidFill>
                        <a:latin typeface="Cambria Math"/>
                      </a:rPr>
                      <m:t xml:space="preserve">S</m:t>
                    </m:r>
                  </m:oMath>
                </m:oMathPara>
              </a14:m>
              <a:endParaRPr sz="634"/>
            </a:p>
          </p:txBody>
        </p:sp>
        <p:sp>
          <p:nvSpPr>
            <p:cNvPr id="203" name="Editable label )"/>
            <p:cNvSpPr/>
            <p:nvPr/>
          </p:nvSpPr>
          <p:spPr>
            <a:xfrm>
              <a:off x="5579809" y="1045412"/>
              <a:ext cx="76233" cy="217464"/>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51">
                        <a:solidFill>
                          <a:srgbClr val="174A80"/>
                        </a:solidFill>
                        <a:latin typeface="Cambria Math"/>
                      </a:rPr>
                      <m:t xml:space="preserve">)</m:t>
                    </m:r>
                  </m:oMath>
                </m:oMathPara>
              </a14:m>
              <a:endParaRPr sz="951"/>
            </a:p>
          </p:txBody>
        </p:sp>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Picture 53 — editable labels"/>
          <p:cNvGrpSpPr/>
          <p:nvPr/>
        </p:nvGrpSpPr>
        <p:grpSpPr>
          <a:xfrm>
            <a:off x="1879600" y="241300"/>
            <a:ext cx="5384799" cy="2692400"/>
            <a:chOff x="1879600" y="241300"/>
            <a:chExt cx="5384799" cy="2692400"/>
          </a:xfrm>
        </p:grpSpPr>
        <p:pic>
          <p:nvPicPr>
            <p:cNvPr id="179" name="Picture 53">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704589" y="1461180"/>
              <a:ext cx="384564" cy="272526"/>
            </a:xfrm>
            <a:prstGeom prst="rect">
              <a:avLst/>
            </a:prstGeom>
            <a:noFill/>
            <a:ln>
              <a:noFill/>
            </a:ln>
          </p:spPr>
          <p:txBody>
            <a:bodyPr wrap="none" lIns="0" tIns="0" rIns="0" bIns="0" anchor="ctr">
              <a:noAutofit/>
            </a:bodyPr>
            <a:lstStyle/>
            <a:p>
              <a:pPr algn="ctr">
                <a:buNone/>
              </a:pPr>
              <a:r>
                <a:rPr lang="en-GB" sz="1192" baseline="0" b="0" i="0" u="none">
                  <a:solidFill>
                    <a:srgbClr val="000000"/>
                  </a:solidFill>
                  <a:latin typeface="Arial"/>
                  <a:ea typeface="Arial"/>
                  <a:cs typeface="Arial"/>
                </a:rPr>
                <a:t xml:space="preserve">Proto</a:t>
              </a:r>
              <a:endParaRPr sz="1192"/>
            </a:p>
          </p:txBody>
        </p:sp>
        <p:sp>
          <p:nvSpPr>
            <p:cNvPr id="171" name="Editable label STN"/>
            <p:cNvSpPr/>
            <p:nvPr/>
          </p:nvSpPr>
          <p:spPr>
            <a:xfrm>
              <a:off x="6204314" y="1461180"/>
              <a:ext cx="325214" cy="272526"/>
            </a:xfrm>
            <a:prstGeom prst="rect">
              <a:avLst/>
            </a:prstGeom>
            <a:noFill/>
            <a:ln>
              <a:noFill/>
            </a:ln>
          </p:spPr>
          <p:txBody>
            <a:bodyPr wrap="none" lIns="0" tIns="0" rIns="0" bIns="0" anchor="ctr">
              <a:noAutofit/>
            </a:bodyPr>
            <a:lstStyle/>
            <a:p>
              <a:pPr algn="ctr">
                <a:buNone/>
              </a:pPr>
              <a:r>
                <a:rPr lang="en-GB" sz="1192" baseline="0" b="0" i="0" u="none">
                  <a:solidFill>
                    <a:srgbClr val="000000"/>
                  </a:solidFill>
                  <a:latin typeface="Arial"/>
                  <a:ea typeface="Arial"/>
                  <a:cs typeface="Arial"/>
                </a:rPr>
                <a:t xml:space="preserve">STN</a:t>
              </a:r>
              <a:endParaRPr sz="1192"/>
            </a:p>
          </p:txBody>
        </p:sp>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174A80"/>
                        </a:solidFill>
                        <a:latin typeface="Cambria Math"/>
                      </a:rPr>
                      <m:t xml:space="preserve">+</m:t>
                    </m:r>
                  </m:oMath>
                </m:oMathPara>
              </a14:m>
              <a:endParaRPr sz="2060"/>
            </a:p>
          </p:txBody>
        </p:sp>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FF484D"/>
                        </a:solidFill>
                        <a:latin typeface="Cambria Math"/>
                      </a:rPr>
                      <m:t xml:space="preserve">−</m:t>
                    </m:r>
                  </m:oMath>
                </m:oMathPara>
              </a14:m>
              <a:endParaRPr sz="2060"/>
            </a:p>
          </p:txBody>
        </p:sp>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FF484D"/>
                        </a:solidFill>
                        <a:latin typeface="Cambria Math"/>
                      </a:rPr>
                      <m:t xml:space="preserve">−</m:t>
                    </m:r>
                  </m:oMath>
                </m:oMathPara>
              </a14:m>
              <a:endParaRPr sz="2060"/>
            </a:p>
          </p:txBody>
        </p:sp>
        <p:sp>
          <p:nvSpPr>
            <p:cNvPr id="175" name="Editable label u"/>
            <p:cNvSpPr/>
            <p:nvPr/>
          </p:nvSpPr>
          <p:spPr>
            <a:xfrm>
              <a:off x="6926787" y="393003"/>
              <a:ext cx="101819"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93">
                        <a:solidFill>
                          <a:srgbClr val="000000"/>
                        </a:solidFill>
                        <a:latin typeface="Cambria Math"/>
                      </a:rPr>
                      <m:t xml:space="preserve">u</m:t>
                    </m:r>
                  </m:oMath>
                </m:oMathPara>
              </a14:m>
              <a:endParaRPr sz="993"/>
            </a:p>
          </p:txBody>
        </p:sp>
        <p:sp>
          <p:nvSpPr>
            <p:cNvPr id="176" name="Editable label ("/>
            <p:cNvSpPr/>
            <p:nvPr/>
          </p:nvSpPr>
          <p:spPr>
            <a:xfrm>
              <a:off x="6997063" y="393003"/>
              <a:ext cx="79613"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93">
                        <a:solidFill>
                          <a:srgbClr val="000000"/>
                        </a:solidFill>
                        <a:latin typeface="Cambria Math"/>
                      </a:rPr>
                      <m:t xml:space="preserve">(</m:t>
                    </m:r>
                  </m:oMath>
                </m:oMathPara>
              </a14:m>
              <a:endParaRPr sz="993"/>
            </a:p>
          </p:txBody>
        </p:sp>
        <p:sp>
          <p:nvSpPr>
            <p:cNvPr id="177" name="Editable label t"/>
            <p:cNvSpPr/>
            <p:nvPr/>
          </p:nvSpPr>
          <p:spPr>
            <a:xfrm>
              <a:off x="7045134" y="393003"/>
              <a:ext cx="76207"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93">
                        <a:solidFill>
                          <a:srgbClr val="000000"/>
                        </a:solidFill>
                        <a:latin typeface="Cambria Math"/>
                      </a:rPr>
                      <m:t xml:space="preserve">t</m:t>
                    </m:r>
                  </m:oMath>
                </m:oMathPara>
              </a14:m>
              <a:endParaRPr sz="993"/>
            </a:p>
          </p:txBody>
        </p:sp>
        <p:sp>
          <p:nvSpPr>
            <p:cNvPr id="178" name="Editable label )"/>
            <p:cNvSpPr/>
            <p:nvPr/>
          </p:nvSpPr>
          <p:spPr>
            <a:xfrm>
              <a:off x="7089798" y="393003"/>
              <a:ext cx="79613"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93">
                        <a:solidFill>
                          <a:srgbClr val="000000"/>
                        </a:solidFill>
                        <a:latin typeface="Cambria Math"/>
                      </a:rPr>
                      <m:t xml:space="preserve">)</m:t>
                    </m:r>
                  </m:oMath>
                </m:oMathPara>
              </a14:m>
              <a:endParaRPr sz="993"/>
            </a:p>
          </p:txBody>
        </p:sp>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grpSp>
        <p:nvGrpSpPr>
          <p:cNvPr id="70" name="Picture 69 — editable labels"/>
          <p:cNvGrpSpPr/>
          <p:nvPr/>
        </p:nvGrpSpPr>
        <p:grpSpPr>
          <a:xfrm>
            <a:off x="419100" y="1076325"/>
            <a:ext cx="4279900" cy="2139950"/>
            <a:chOff x="419100" y="1076325"/>
            <a:chExt cx="4279900" cy="2139950"/>
          </a:xfrm>
        </p:grpSpPr>
        <p:pic>
          <p:nvPicPr>
            <p:cNvPr id="203" name="Picture 69">
              <a:extLst>
                <a:ext uri="{FF2B5EF4-FFF2-40B4-BE49-F238E27FC236}">
                  <a16:creationId xmlns:a16="http://schemas.microsoft.com/office/drawing/2014/main" id="{3520ACB8-69C3-62CF-3EBF-E1398D6F2C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sp>
          <p:nvSpPr>
            <p:cNvPr id="178" name="Editable label Proto"/>
            <p:cNvSpPr/>
            <p:nvPr/>
          </p:nvSpPr>
          <p:spPr>
            <a:xfrm>
              <a:off x="1074811" y="2045899"/>
              <a:ext cx="305656" cy="216607"/>
            </a:xfrm>
            <a:prstGeom prst="rect">
              <a:avLst/>
            </a:prstGeom>
            <a:noFill/>
            <a:ln>
              <a:noFill/>
            </a:ln>
          </p:spPr>
          <p:txBody>
            <a:bodyPr wrap="none" lIns="0" tIns="0" rIns="0" bIns="0" anchor="ctr">
              <a:noAutofit/>
            </a:bodyPr>
            <a:lstStyle/>
            <a:p>
              <a:pPr algn="ctr">
                <a:buNone/>
              </a:pPr>
              <a:r>
                <a:rPr lang="en-GB" sz="948" baseline="0" b="0" i="0" u="none">
                  <a:solidFill>
                    <a:srgbClr val="000000"/>
                  </a:solidFill>
                  <a:latin typeface="Arial"/>
                  <a:ea typeface="Arial"/>
                  <a:cs typeface="Arial"/>
                </a:rPr>
                <a:t xml:space="preserve">Proto</a:t>
              </a:r>
              <a:endParaRPr sz="948"/>
            </a:p>
          </p:txBody>
        </p:sp>
        <p:sp>
          <p:nvSpPr>
            <p:cNvPr id="179" name="Editable label STN"/>
            <p:cNvSpPr/>
            <p:nvPr/>
          </p:nvSpPr>
          <p:spPr>
            <a:xfrm>
              <a:off x="3856432" y="2045899"/>
              <a:ext cx="258484" cy="216607"/>
            </a:xfrm>
            <a:prstGeom prst="rect">
              <a:avLst/>
            </a:prstGeom>
            <a:noFill/>
            <a:ln>
              <a:noFill/>
            </a:ln>
          </p:spPr>
          <p:txBody>
            <a:bodyPr wrap="none" lIns="0" tIns="0" rIns="0" bIns="0" anchor="ctr">
              <a:noAutofit/>
            </a:bodyPr>
            <a:lstStyle/>
            <a:p>
              <a:pPr algn="ctr">
                <a:buNone/>
              </a:pPr>
              <a:r>
                <a:rPr lang="en-GB" sz="948" baseline="0" b="0" i="0" u="none">
                  <a:solidFill>
                    <a:srgbClr val="000000"/>
                  </a:solidFill>
                  <a:latin typeface="Arial"/>
                  <a:ea typeface="Arial"/>
                  <a:cs typeface="Arial"/>
                </a:rPr>
                <a:t xml:space="preserve">STN</a:t>
              </a:r>
              <a:endParaRPr sz="948"/>
            </a:p>
          </p:txBody>
        </p:sp>
        <p:sp>
          <p:nvSpPr>
            <p:cNvPr id="180" name="Editable label +"/>
            <p:cNvSpPr/>
            <p:nvPr/>
          </p:nvSpPr>
          <p:spPr>
            <a:xfrm>
              <a:off x="984042" y="1679361"/>
              <a:ext cx="201679" cy="374249"/>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37">
                        <a:solidFill>
                          <a:srgbClr val="174A80"/>
                        </a:solidFill>
                        <a:latin typeface="Cambria Math"/>
                      </a:rPr>
                      <m:t xml:space="preserve">+</m:t>
                    </m:r>
                  </m:oMath>
                </m:oMathPara>
              </a14:m>
              <a:endParaRPr sz="1637"/>
            </a:p>
          </p:txBody>
        </p:sp>
        <p:sp>
          <p:nvSpPr>
            <p:cNvPr id="181" name="Editable label −"/>
            <p:cNvSpPr/>
            <p:nvPr/>
          </p:nvSpPr>
          <p:spPr>
            <a:xfrm>
              <a:off x="4033386" y="2247142"/>
              <a:ext cx="213738" cy="374249"/>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37">
                        <a:solidFill>
                          <a:srgbClr val="FF484D"/>
                        </a:solidFill>
                        <a:latin typeface="Cambria Math"/>
                      </a:rPr>
                      <m:t xml:space="preserve">−</m:t>
                    </m:r>
                  </m:oMath>
                </m:oMathPara>
              </a14:m>
              <a:endParaRPr sz="1637"/>
            </a:p>
          </p:txBody>
        </p:sp>
        <p:sp>
          <p:nvSpPr>
            <p:cNvPr id="182" name="Editable label −"/>
            <p:cNvSpPr/>
            <p:nvPr/>
          </p:nvSpPr>
          <p:spPr>
            <a:xfrm>
              <a:off x="775909" y="2152029"/>
              <a:ext cx="213738" cy="374249"/>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37">
                        <a:solidFill>
                          <a:srgbClr val="FF484D"/>
                        </a:solidFill>
                        <a:latin typeface="Cambria Math"/>
                      </a:rPr>
                      <m:t xml:space="preserve">−</m:t>
                    </m:r>
                  </m:oMath>
                </m:oMathPara>
              </a14:m>
              <a:endParaRPr sz="1637"/>
            </a:p>
          </p:txBody>
        </p:sp>
        <p:sp>
          <p:nvSpPr>
            <p:cNvPr id="183" name="Editable label Healthy"/>
            <p:cNvSpPr/>
            <p:nvPr/>
          </p:nvSpPr>
          <p:spPr>
            <a:xfrm>
              <a:off x="2332136" y="2011784"/>
              <a:ext cx="549024" cy="259927"/>
            </a:xfrm>
            <a:prstGeom prst="rect">
              <a:avLst/>
            </a:prstGeom>
            <a:noFill/>
            <a:ln>
              <a:noFill/>
            </a:ln>
          </p:spPr>
          <p:txBody>
            <a:bodyPr wrap="none" lIns="0" tIns="0" rIns="0" bIns="0" anchor="ctr">
              <a:noAutofit/>
            </a:bodyPr>
            <a:lstStyle/>
            <a:p>
              <a:pPr algn="ctr">
                <a:buNone/>
              </a:pPr>
              <a:r>
                <a:rPr lang="en-GB" sz="1137" baseline="0" b="0" i="0" u="none">
                  <a:solidFill>
                    <a:srgbClr val="000000"/>
                  </a:solidFill>
                  <a:latin typeface="Arial"/>
                  <a:ea typeface="Arial"/>
                  <a:cs typeface="Arial"/>
                </a:rPr>
                <a:t xml:space="preserve">Healthy</a:t>
              </a:r>
              <a:endParaRPr sz="1137"/>
            </a:p>
          </p:txBody>
        </p:sp>
        <p:sp>
          <p:nvSpPr>
            <p:cNvPr id="184" name="Editable label w"/>
            <p:cNvSpPr/>
            <p:nvPr/>
          </p:nvSpPr>
          <p:spPr>
            <a:xfrm>
              <a:off x="2267875" y="1119737"/>
              <a:ext cx="156245"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37">
                        <a:solidFill>
                          <a:srgbClr val="174A80"/>
                        </a:solidFill>
                        <a:latin typeface="Cambria Math"/>
                      </a:rPr>
                      <m:t xml:space="preserve">w</m:t>
                    </m:r>
                  </m:oMath>
                </m:oMathPara>
              </a14:m>
              <a:endParaRPr sz="1137"/>
            </a:p>
          </p:txBody>
        </p:sp>
        <p:sp>
          <p:nvSpPr>
            <p:cNvPr id="185" name="Editable label SG"/>
            <p:cNvSpPr/>
            <p:nvPr/>
          </p:nvSpPr>
          <p:spPr>
            <a:xfrm>
              <a:off x="2393458" y="1193528"/>
              <a:ext cx="176395"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90">
                        <a:solidFill>
                          <a:srgbClr val="174A80"/>
                        </a:solidFill>
                        <a:latin typeface="Cambria Math"/>
                      </a:rPr>
                      <m:t xml:space="preserve">SG</m:t>
                    </m:r>
                  </m:oMath>
                </m:oMathPara>
              </a14:m>
              <a:endParaRPr sz="790"/>
            </a:p>
          </p:txBody>
        </p:sp>
        <p:sp>
          <p:nvSpPr>
            <p:cNvPr id="186" name="Editable label  = 19"/>
            <p:cNvSpPr/>
            <p:nvPr/>
          </p:nvSpPr>
          <p:spPr>
            <a:xfrm>
              <a:off x="2539267" y="1130566"/>
              <a:ext cx="421452"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174A80"/>
                        </a:solidFill>
                        <a:latin typeface="Cambria Math"/>
                      </a:rPr>
                      <m:t xml:space="preserve"> = 19</m:t>
                    </m:r>
                  </m:oMath>
                </m:oMathPara>
              </a14:m>
              <a:endParaRPr sz="1137"/>
            </a:p>
          </p:txBody>
        </p:sp>
        <p:sp>
          <p:nvSpPr>
            <p:cNvPr id="187" name="Editable label ."/>
            <p:cNvSpPr/>
            <p:nvPr/>
          </p:nvSpPr>
          <p:spPr>
            <a:xfrm>
              <a:off x="2924617" y="1119737"/>
              <a:ext cx="82166"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174A80"/>
                        </a:solidFill>
                        <a:latin typeface="Cambria Math"/>
                      </a:rPr>
                      <m:t xml:space="preserve">.</m:t>
                    </m:r>
                  </m:oMath>
                </m:oMathPara>
              </a14:m>
              <a:endParaRPr sz="1137"/>
            </a:p>
          </p:txBody>
        </p:sp>
        <p:sp>
          <p:nvSpPr>
            <p:cNvPr id="188" name="Editable label 0"/>
            <p:cNvSpPr/>
            <p:nvPr/>
          </p:nvSpPr>
          <p:spPr>
            <a:xfrm>
              <a:off x="2970682" y="1119737"/>
              <a:ext cx="117400"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174A80"/>
                        </a:solidFill>
                        <a:latin typeface="Cambria Math"/>
                      </a:rPr>
                      <m:t xml:space="preserve">0</m:t>
                    </m:r>
                  </m:oMath>
                </m:oMathPara>
              </a14:m>
              <a:endParaRPr sz="1137"/>
            </a:p>
          </p:txBody>
        </p:sp>
        <p:sp>
          <p:nvSpPr>
            <p:cNvPr id="189" name="Editable label w"/>
            <p:cNvSpPr/>
            <p:nvPr/>
          </p:nvSpPr>
          <p:spPr>
            <a:xfrm>
              <a:off x="2172771" y="2772256"/>
              <a:ext cx="156245"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37">
                        <a:solidFill>
                          <a:srgbClr val="FF484D"/>
                        </a:solidFill>
                        <a:latin typeface="Cambria Math"/>
                      </a:rPr>
                      <m:t xml:space="preserve">w</m:t>
                    </m:r>
                  </m:oMath>
                </m:oMathPara>
              </a14:m>
              <a:endParaRPr sz="1137"/>
            </a:p>
          </p:txBody>
        </p:sp>
        <p:sp>
          <p:nvSpPr>
            <p:cNvPr id="190" name="Editable label GS"/>
            <p:cNvSpPr/>
            <p:nvPr/>
          </p:nvSpPr>
          <p:spPr>
            <a:xfrm>
              <a:off x="2298353" y="2846047"/>
              <a:ext cx="176395"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90">
                        <a:solidFill>
                          <a:srgbClr val="FF484D"/>
                        </a:solidFill>
                        <a:latin typeface="Cambria Math"/>
                      </a:rPr>
                      <m:t xml:space="preserve">GS</m:t>
                    </m:r>
                  </m:oMath>
                </m:oMathPara>
              </a14:m>
              <a:endParaRPr sz="790"/>
            </a:p>
          </p:txBody>
        </p:sp>
        <p:sp>
          <p:nvSpPr>
            <p:cNvPr id="191" name="Editable label  = 1"/>
            <p:cNvSpPr/>
            <p:nvPr/>
          </p:nvSpPr>
          <p:spPr>
            <a:xfrm>
              <a:off x="2444162" y="2783085"/>
              <a:ext cx="340152"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FF484D"/>
                        </a:solidFill>
                        <a:latin typeface="Cambria Math"/>
                      </a:rPr>
                      <m:t xml:space="preserve"> = 1</m:t>
                    </m:r>
                  </m:oMath>
                </m:oMathPara>
              </a14:m>
              <a:endParaRPr sz="1137"/>
            </a:p>
          </p:txBody>
        </p:sp>
        <p:sp>
          <p:nvSpPr>
            <p:cNvPr id="192" name="Editable label ."/>
            <p:cNvSpPr/>
            <p:nvPr/>
          </p:nvSpPr>
          <p:spPr>
            <a:xfrm>
              <a:off x="2748214" y="2772256"/>
              <a:ext cx="82166"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FF484D"/>
                        </a:solidFill>
                        <a:latin typeface="Cambria Math"/>
                      </a:rPr>
                      <m:t xml:space="preserve">.</m:t>
                    </m:r>
                  </m:oMath>
                </m:oMathPara>
              </a14:m>
              <a:endParaRPr sz="1137"/>
            </a:p>
          </p:txBody>
        </p:sp>
        <p:sp>
          <p:nvSpPr>
            <p:cNvPr id="193" name="Editable label 12"/>
            <p:cNvSpPr/>
            <p:nvPr/>
          </p:nvSpPr>
          <p:spPr>
            <a:xfrm>
              <a:off x="2794278" y="2772256"/>
              <a:ext cx="198700"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FF484D"/>
                        </a:solidFill>
                        <a:latin typeface="Cambria Math"/>
                      </a:rPr>
                      <m:t xml:space="preserve">12</m:t>
                    </m:r>
                  </m:oMath>
                </m:oMathPara>
              </a14:m>
              <a:endParaRPr sz="1137"/>
            </a:p>
          </p:txBody>
        </p:sp>
        <p:sp>
          <p:nvSpPr>
            <p:cNvPr id="194" name="Editable label w"/>
            <p:cNvSpPr/>
            <p:nvPr/>
          </p:nvSpPr>
          <p:spPr>
            <a:xfrm>
              <a:off x="440473" y="1892070"/>
              <a:ext cx="156245"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37">
                        <a:solidFill>
                          <a:srgbClr val="FF484D"/>
                        </a:solidFill>
                        <a:latin typeface="Cambria Math"/>
                      </a:rPr>
                      <m:t xml:space="preserve">w</m:t>
                    </m:r>
                  </m:oMath>
                </m:oMathPara>
              </a14:m>
              <a:endParaRPr sz="1137"/>
            </a:p>
          </p:txBody>
        </p:sp>
        <p:sp>
          <p:nvSpPr>
            <p:cNvPr id="195" name="Editable label GG"/>
            <p:cNvSpPr/>
            <p:nvPr/>
          </p:nvSpPr>
          <p:spPr>
            <a:xfrm>
              <a:off x="566056" y="1965860"/>
              <a:ext cx="202367"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90">
                        <a:solidFill>
                          <a:srgbClr val="FF484D"/>
                        </a:solidFill>
                        <a:latin typeface="Cambria Math"/>
                      </a:rPr>
                      <m:t xml:space="preserve">GG</m:t>
                    </m:r>
                  </m:oMath>
                </m:oMathPara>
              </a14:m>
              <a:endParaRPr sz="790"/>
            </a:p>
          </p:txBody>
        </p:sp>
        <p:sp>
          <p:nvSpPr>
            <p:cNvPr id="196" name="Editable label 6"/>
            <p:cNvSpPr/>
            <p:nvPr/>
          </p:nvSpPr>
          <p:spPr>
            <a:xfrm>
              <a:off x="446362" y="2075920"/>
              <a:ext cx="117401"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FF484D"/>
                        </a:solidFill>
                        <a:latin typeface="Cambria Math"/>
                      </a:rPr>
                      <m:t xml:space="preserve">6</m:t>
                    </m:r>
                  </m:oMath>
                </m:oMathPara>
              </a14:m>
              <a:endParaRPr sz="1137"/>
            </a:p>
          </p:txBody>
        </p:sp>
        <p:sp>
          <p:nvSpPr>
            <p:cNvPr id="197" name="Editable label ."/>
            <p:cNvSpPr/>
            <p:nvPr/>
          </p:nvSpPr>
          <p:spPr>
            <a:xfrm>
              <a:off x="527661" y="2075920"/>
              <a:ext cx="82166"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FF484D"/>
                        </a:solidFill>
                        <a:latin typeface="Cambria Math"/>
                      </a:rPr>
                      <m:t xml:space="preserve">.</m:t>
                    </m:r>
                  </m:oMath>
                </m:oMathPara>
              </a14:m>
              <a:endParaRPr sz="1137"/>
            </a:p>
          </p:txBody>
        </p:sp>
        <p:sp>
          <p:nvSpPr>
            <p:cNvPr id="198" name="Editable label 60"/>
            <p:cNvSpPr/>
            <p:nvPr/>
          </p:nvSpPr>
          <p:spPr>
            <a:xfrm>
              <a:off x="573726" y="2075920"/>
              <a:ext cx="198700"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FF484D"/>
                        </a:solidFill>
                        <a:latin typeface="Cambria Math"/>
                      </a:rPr>
                      <m:t xml:space="preserve">60</m:t>
                    </m:r>
                  </m:oMath>
                </m:oMathPara>
              </a14:m>
              <a:endParaRPr sz="1137"/>
            </a:p>
          </p:txBody>
        </p:sp>
        <p:sp>
          <p:nvSpPr>
            <p:cNvPr id="199" name="Editable label u"/>
            <p:cNvSpPr/>
            <p:nvPr/>
          </p:nvSpPr>
          <p:spPr>
            <a:xfrm>
              <a:off x="4430662" y="1196900"/>
              <a:ext cx="80927"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90">
                        <a:solidFill>
                          <a:srgbClr val="000000"/>
                        </a:solidFill>
                        <a:latin typeface="Cambria Math"/>
                      </a:rPr>
                      <m:t xml:space="preserve">u</m:t>
                    </m:r>
                  </m:oMath>
                </m:oMathPara>
              </a14:m>
              <a:endParaRPr sz="790"/>
            </a:p>
          </p:txBody>
        </p:sp>
        <p:sp>
          <p:nvSpPr>
            <p:cNvPr id="200" name="Editable label ("/>
            <p:cNvSpPr/>
            <p:nvPr/>
          </p:nvSpPr>
          <p:spPr>
            <a:xfrm>
              <a:off x="4486519" y="1196900"/>
              <a:ext cx="63277"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790">
                        <a:solidFill>
                          <a:srgbClr val="000000"/>
                        </a:solidFill>
                        <a:latin typeface="Cambria Math"/>
                      </a:rPr>
                      <m:t xml:space="preserve">(</m:t>
                    </m:r>
                  </m:oMath>
                </m:oMathPara>
              </a14:m>
              <a:endParaRPr sz="790"/>
            </a:p>
          </p:txBody>
        </p:sp>
        <p:sp>
          <p:nvSpPr>
            <p:cNvPr id="201" name="Editable label t"/>
            <p:cNvSpPr/>
            <p:nvPr/>
          </p:nvSpPr>
          <p:spPr>
            <a:xfrm>
              <a:off x="4524726" y="1196900"/>
              <a:ext cx="60570"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90">
                        <a:solidFill>
                          <a:srgbClr val="000000"/>
                        </a:solidFill>
                        <a:latin typeface="Cambria Math"/>
                      </a:rPr>
                      <m:t xml:space="preserve">t</m:t>
                    </m:r>
                  </m:oMath>
                </m:oMathPara>
              </a14:m>
              <a:endParaRPr sz="790"/>
            </a:p>
          </p:txBody>
        </p:sp>
        <p:sp>
          <p:nvSpPr>
            <p:cNvPr id="202" name="Editable label )"/>
            <p:cNvSpPr/>
            <p:nvPr/>
          </p:nvSpPr>
          <p:spPr>
            <a:xfrm>
              <a:off x="4560225" y="1196900"/>
              <a:ext cx="63277"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790">
                        <a:solidFill>
                          <a:srgbClr val="000000"/>
                        </a:solidFill>
                        <a:latin typeface="Cambria Math"/>
                      </a:rPr>
                      <m:t xml:space="preserve">)</m:t>
                    </m:r>
                  </m:oMath>
                </m:oMathPara>
              </a14:m>
              <a:endParaRPr sz="790"/>
            </a:p>
          </p:txBody>
        </p:sp>
      </p:grpSp>
      <p:grpSp>
        <p:nvGrpSpPr>
          <p:cNvPr id="76" name="Picture 75 — editable labels"/>
          <p:cNvGrpSpPr/>
          <p:nvPr/>
        </p:nvGrpSpPr>
        <p:grpSpPr>
          <a:xfrm>
            <a:off x="4978400" y="1216977"/>
            <a:ext cx="3771900" cy="2303146"/>
            <a:chOff x="4978400" y="1216977"/>
            <a:chExt cx="3771900" cy="2303146"/>
          </a:xfrm>
        </p:grpSpPr>
        <p:pic>
          <p:nvPicPr>
            <p:cNvPr id="254" name="Picture 75">
              <a:extLst>
                <a:ext uri="{FF2B5EF4-FFF2-40B4-BE49-F238E27FC236}">
                  <a16:creationId xmlns:a16="http://schemas.microsoft.com/office/drawing/2014/main" id="{031C1F21-C0EF-60F6-448F-D767FC8EF6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sp>
          <p:nvSpPr>
            <p:cNvPr id="214" name="Editable label 0"/>
            <p:cNvSpPr/>
            <p:nvPr/>
          </p:nvSpPr>
          <p:spPr>
            <a:xfrm>
              <a:off x="5240936" y="2213325"/>
              <a:ext cx="51968"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a:t>
              </a:r>
              <a:endParaRPr sz="508"/>
            </a:p>
          </p:txBody>
        </p:sp>
        <p:sp>
          <p:nvSpPr>
            <p:cNvPr id="215" name="Editable label 0.05"/>
            <p:cNvSpPr/>
            <p:nvPr/>
          </p:nvSpPr>
          <p:spPr>
            <a:xfrm>
              <a:off x="5624056" y="2213325"/>
              <a:ext cx="144078"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0.05</a:t>
              </a:r>
              <a:endParaRPr sz="508"/>
            </a:p>
          </p:txBody>
        </p:sp>
        <p:sp>
          <p:nvSpPr>
            <p:cNvPr id="216" name="Editable label 0.1"/>
            <p:cNvSpPr/>
            <p:nvPr/>
          </p:nvSpPr>
          <p:spPr>
            <a:xfrm>
              <a:off x="6071652" y="2213325"/>
              <a:ext cx="107234"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0.1</a:t>
              </a:r>
              <a:endParaRPr sz="508"/>
            </a:p>
          </p:txBody>
        </p:sp>
        <p:sp>
          <p:nvSpPr>
            <p:cNvPr id="217" name="Editable label 0.15"/>
            <p:cNvSpPr/>
            <p:nvPr/>
          </p:nvSpPr>
          <p:spPr>
            <a:xfrm>
              <a:off x="6482405" y="2213325"/>
              <a:ext cx="144078"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0.15</a:t>
              </a:r>
              <a:endParaRPr sz="508"/>
            </a:p>
          </p:txBody>
        </p:sp>
        <p:sp>
          <p:nvSpPr>
            <p:cNvPr id="218" name="Editable label 0.2"/>
            <p:cNvSpPr/>
            <p:nvPr/>
          </p:nvSpPr>
          <p:spPr>
            <a:xfrm>
              <a:off x="6930001" y="2213325"/>
              <a:ext cx="107234"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0.2</a:t>
              </a:r>
              <a:endParaRPr sz="508"/>
            </a:p>
          </p:txBody>
        </p:sp>
        <p:sp>
          <p:nvSpPr>
            <p:cNvPr id="219" name="Editable label 0.25"/>
            <p:cNvSpPr/>
            <p:nvPr/>
          </p:nvSpPr>
          <p:spPr>
            <a:xfrm>
              <a:off x="7340754" y="2213325"/>
              <a:ext cx="144078"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0.25</a:t>
              </a:r>
              <a:endParaRPr sz="508"/>
            </a:p>
          </p:txBody>
        </p:sp>
        <p:sp>
          <p:nvSpPr>
            <p:cNvPr id="220" name="Editable label 0.3"/>
            <p:cNvSpPr/>
            <p:nvPr/>
          </p:nvSpPr>
          <p:spPr>
            <a:xfrm>
              <a:off x="7788350" y="2213325"/>
              <a:ext cx="107234"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0.3</a:t>
              </a:r>
              <a:endParaRPr sz="508"/>
            </a:p>
          </p:txBody>
        </p:sp>
        <p:sp>
          <p:nvSpPr>
            <p:cNvPr id="221" name="Editable label 0.35"/>
            <p:cNvSpPr/>
            <p:nvPr/>
          </p:nvSpPr>
          <p:spPr>
            <a:xfrm>
              <a:off x="8199103" y="2213325"/>
              <a:ext cx="144078"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0.35</a:t>
              </a:r>
              <a:endParaRPr sz="508"/>
            </a:p>
          </p:txBody>
        </p:sp>
        <p:sp>
          <p:nvSpPr>
            <p:cNvPr id="222" name="Editable label 0.4"/>
            <p:cNvSpPr/>
            <p:nvPr/>
          </p:nvSpPr>
          <p:spPr>
            <a:xfrm>
              <a:off x="8646699" y="2213325"/>
              <a:ext cx="107234"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0.4</a:t>
              </a:r>
              <a:endParaRPr sz="508"/>
            </a:p>
          </p:txBody>
        </p:sp>
        <p:sp>
          <p:nvSpPr>
            <p:cNvPr id="223" name="Editable label spikes/s"/>
            <p:cNvSpPr/>
            <p:nvPr/>
          </p:nvSpPr>
          <p:spPr>
            <a:xfrm rot="16200000">
              <a:off x="4877884" y="1638452"/>
              <a:ext cx="268270" cy="124370"/>
            </a:xfrm>
            <a:prstGeom prst="rect">
              <a:avLst/>
            </a:prstGeom>
            <a:noFill/>
            <a:ln>
              <a:noFill/>
            </a:ln>
          </p:spPr>
          <p:txBody>
            <a:bodyPr wrap="none" lIns="0" tIns="0" rIns="0" bIns="0" anchor="ctr">
              <a:noAutofit/>
            </a:bodyPr>
            <a:lstStyle/>
            <a:p>
              <a:pPr algn="ctr">
                <a:buNone/>
              </a:pPr>
              <a:r>
                <a:rPr lang="en-GB" sz="544" baseline="0" b="0" i="0" u="none">
                  <a:solidFill>
                    <a:srgbClr val="212121"/>
                  </a:solidFill>
                  <a:latin typeface="Arial"/>
                  <a:ea typeface="Arial"/>
                  <a:cs typeface="Arial"/>
                </a:rPr>
                <a:t xml:space="preserve">spikes/s</a:t>
              </a:r>
              <a:endParaRPr sz="544"/>
            </a:p>
          </p:txBody>
        </p:sp>
        <p:sp>
          <p:nvSpPr>
            <p:cNvPr id="224" name="Editable label 0"/>
            <p:cNvSpPr/>
            <p:nvPr/>
          </p:nvSpPr>
          <p:spPr>
            <a:xfrm>
              <a:off x="5166074" y="2049395"/>
              <a:ext cx="51968"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a:t>
              </a:r>
              <a:endParaRPr sz="508"/>
            </a:p>
          </p:txBody>
        </p:sp>
        <p:sp>
          <p:nvSpPr>
            <p:cNvPr id="225" name="Editable label 200"/>
            <p:cNvSpPr/>
            <p:nvPr/>
          </p:nvSpPr>
          <p:spPr>
            <a:xfrm>
              <a:off x="5092386" y="1895851"/>
              <a:ext cx="125656"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200</a:t>
              </a:r>
              <a:endParaRPr sz="508"/>
            </a:p>
          </p:txBody>
        </p:sp>
        <p:sp>
          <p:nvSpPr>
            <p:cNvPr id="226" name="Editable label 400"/>
            <p:cNvSpPr/>
            <p:nvPr/>
          </p:nvSpPr>
          <p:spPr>
            <a:xfrm>
              <a:off x="5092386" y="1742308"/>
              <a:ext cx="125656"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400</a:t>
              </a:r>
              <a:endParaRPr sz="508"/>
            </a:p>
          </p:txBody>
        </p:sp>
        <p:sp>
          <p:nvSpPr>
            <p:cNvPr id="227" name="Editable label 600"/>
            <p:cNvSpPr/>
            <p:nvPr/>
          </p:nvSpPr>
          <p:spPr>
            <a:xfrm>
              <a:off x="5092386" y="1588765"/>
              <a:ext cx="125656"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600</a:t>
              </a:r>
              <a:endParaRPr sz="508"/>
            </a:p>
          </p:txBody>
        </p:sp>
        <p:sp>
          <p:nvSpPr>
            <p:cNvPr id="228" name="Editable label 800"/>
            <p:cNvSpPr/>
            <p:nvPr/>
          </p:nvSpPr>
          <p:spPr>
            <a:xfrm>
              <a:off x="5092386" y="1435222"/>
              <a:ext cx="125656"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800</a:t>
              </a:r>
              <a:endParaRPr sz="508"/>
            </a:p>
          </p:txBody>
        </p:sp>
        <p:sp>
          <p:nvSpPr>
            <p:cNvPr id="229" name="Editable label 1000"/>
            <p:cNvSpPr/>
            <p:nvPr/>
          </p:nvSpPr>
          <p:spPr>
            <a:xfrm>
              <a:off x="5055542" y="1281679"/>
              <a:ext cx="162500"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1000</a:t>
              </a:r>
              <a:endParaRPr sz="508"/>
            </a:p>
          </p:txBody>
        </p:sp>
        <p:sp>
          <p:nvSpPr>
            <p:cNvPr id="230" name="Editable label t"/>
            <p:cNvSpPr/>
            <p:nvPr/>
          </p:nvSpPr>
          <p:spPr>
            <a:xfrm>
              <a:off x="6966271" y="3425946"/>
              <a:ext cx="36476" cy="124370"/>
            </a:xfrm>
            <a:prstGeom prst="rect">
              <a:avLst/>
            </a:prstGeom>
            <a:noFill/>
            <a:ln>
              <a:noFill/>
            </a:ln>
          </p:spPr>
          <p:txBody>
            <a:bodyPr wrap="none" lIns="0" tIns="0" rIns="0" bIns="0" anchor="ctr">
              <a:noAutofit/>
            </a:bodyPr>
            <a:lstStyle/>
            <a:p>
              <a:pPr algn="ctr">
                <a:buNone/>
              </a:pPr>
              <a:r>
                <a:rPr lang="en-GB" sz="544" baseline="0" b="0" i="0" u="none">
                  <a:solidFill>
                    <a:srgbClr val="212121"/>
                  </a:solidFill>
                  <a:latin typeface="Arial"/>
                  <a:ea typeface="Arial"/>
                  <a:cs typeface="Arial"/>
                </a:rPr>
                <a:t xml:space="preserve">t</a:t>
              </a:r>
              <a:endParaRPr sz="544"/>
            </a:p>
          </p:txBody>
        </p:sp>
        <p:sp>
          <p:nvSpPr>
            <p:cNvPr id="231" name="Editable label 0"/>
            <p:cNvSpPr/>
            <p:nvPr/>
          </p:nvSpPr>
          <p:spPr>
            <a:xfrm>
              <a:off x="5240936" y="3351079"/>
              <a:ext cx="51968"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a:t>
              </a:r>
              <a:endParaRPr sz="508"/>
            </a:p>
          </p:txBody>
        </p:sp>
        <p:sp>
          <p:nvSpPr>
            <p:cNvPr id="232" name="Editable label 0.05"/>
            <p:cNvSpPr/>
            <p:nvPr/>
          </p:nvSpPr>
          <p:spPr>
            <a:xfrm>
              <a:off x="5624056" y="3351079"/>
              <a:ext cx="144078"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0.05</a:t>
              </a:r>
              <a:endParaRPr sz="508"/>
            </a:p>
          </p:txBody>
        </p:sp>
        <p:sp>
          <p:nvSpPr>
            <p:cNvPr id="233" name="Editable label 0.1"/>
            <p:cNvSpPr/>
            <p:nvPr/>
          </p:nvSpPr>
          <p:spPr>
            <a:xfrm>
              <a:off x="6071652" y="3351079"/>
              <a:ext cx="107234"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0.1</a:t>
              </a:r>
              <a:endParaRPr sz="508"/>
            </a:p>
          </p:txBody>
        </p:sp>
        <p:sp>
          <p:nvSpPr>
            <p:cNvPr id="234" name="Editable label 0.15"/>
            <p:cNvSpPr/>
            <p:nvPr/>
          </p:nvSpPr>
          <p:spPr>
            <a:xfrm>
              <a:off x="6482405" y="3351079"/>
              <a:ext cx="144078"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0.15</a:t>
              </a:r>
              <a:endParaRPr sz="508"/>
            </a:p>
          </p:txBody>
        </p:sp>
        <p:sp>
          <p:nvSpPr>
            <p:cNvPr id="235" name="Editable label 0.2"/>
            <p:cNvSpPr/>
            <p:nvPr/>
          </p:nvSpPr>
          <p:spPr>
            <a:xfrm>
              <a:off x="6930001" y="3351079"/>
              <a:ext cx="107234"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0.2</a:t>
              </a:r>
              <a:endParaRPr sz="508"/>
            </a:p>
          </p:txBody>
        </p:sp>
        <p:sp>
          <p:nvSpPr>
            <p:cNvPr id="236" name="Editable label 0.25"/>
            <p:cNvSpPr/>
            <p:nvPr/>
          </p:nvSpPr>
          <p:spPr>
            <a:xfrm>
              <a:off x="7340754" y="3351079"/>
              <a:ext cx="144078"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0.25</a:t>
              </a:r>
              <a:endParaRPr sz="508"/>
            </a:p>
          </p:txBody>
        </p:sp>
        <p:sp>
          <p:nvSpPr>
            <p:cNvPr id="237" name="Editable label 0.3"/>
            <p:cNvSpPr/>
            <p:nvPr/>
          </p:nvSpPr>
          <p:spPr>
            <a:xfrm>
              <a:off x="7788350" y="3351079"/>
              <a:ext cx="107234"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0.3</a:t>
              </a:r>
              <a:endParaRPr sz="508"/>
            </a:p>
          </p:txBody>
        </p:sp>
        <p:sp>
          <p:nvSpPr>
            <p:cNvPr id="238" name="Editable label 0.35"/>
            <p:cNvSpPr/>
            <p:nvPr/>
          </p:nvSpPr>
          <p:spPr>
            <a:xfrm>
              <a:off x="8199103" y="3351079"/>
              <a:ext cx="144078"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0.35</a:t>
              </a:r>
              <a:endParaRPr sz="508"/>
            </a:p>
          </p:txBody>
        </p:sp>
        <p:sp>
          <p:nvSpPr>
            <p:cNvPr id="239" name="Editable label 0.4"/>
            <p:cNvSpPr/>
            <p:nvPr/>
          </p:nvSpPr>
          <p:spPr>
            <a:xfrm>
              <a:off x="8646699" y="3351079"/>
              <a:ext cx="107234"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0.4</a:t>
              </a:r>
              <a:endParaRPr sz="508"/>
            </a:p>
          </p:txBody>
        </p:sp>
        <p:sp>
          <p:nvSpPr>
            <p:cNvPr id="240" name="Editable label spikes/s"/>
            <p:cNvSpPr/>
            <p:nvPr/>
          </p:nvSpPr>
          <p:spPr>
            <a:xfrm rot="16200000">
              <a:off x="4914728" y="2777358"/>
              <a:ext cx="268270" cy="124370"/>
            </a:xfrm>
            <a:prstGeom prst="rect">
              <a:avLst/>
            </a:prstGeom>
            <a:noFill/>
            <a:ln>
              <a:noFill/>
            </a:ln>
          </p:spPr>
          <p:txBody>
            <a:bodyPr wrap="none" lIns="0" tIns="0" rIns="0" bIns="0" anchor="ctr">
              <a:noAutofit/>
            </a:bodyPr>
            <a:lstStyle/>
            <a:p>
              <a:pPr algn="ctr">
                <a:buNone/>
              </a:pPr>
              <a:r>
                <a:rPr lang="en-GB" sz="544" baseline="0" b="0" i="0" u="none">
                  <a:solidFill>
                    <a:srgbClr val="212121"/>
                  </a:solidFill>
                  <a:latin typeface="Arial"/>
                  <a:ea typeface="Arial"/>
                  <a:cs typeface="Arial"/>
                </a:rPr>
                <a:t xml:space="preserve">spikes/s</a:t>
              </a:r>
              <a:endParaRPr sz="544"/>
            </a:p>
          </p:txBody>
        </p:sp>
        <p:sp>
          <p:nvSpPr>
            <p:cNvPr id="241" name="Editable label -20"/>
            <p:cNvSpPr/>
            <p:nvPr/>
          </p:nvSpPr>
          <p:spPr>
            <a:xfrm>
              <a:off x="5108505" y="3257778"/>
              <a:ext cx="109537"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-20</a:t>
              </a:r>
              <a:endParaRPr sz="508"/>
            </a:p>
          </p:txBody>
        </p:sp>
        <p:sp>
          <p:nvSpPr>
            <p:cNvPr id="242" name="Editable label 0"/>
            <p:cNvSpPr/>
            <p:nvPr/>
          </p:nvSpPr>
          <p:spPr>
            <a:xfrm>
              <a:off x="5166074" y="3099245"/>
              <a:ext cx="51968"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0</a:t>
              </a:r>
              <a:endParaRPr sz="508"/>
            </a:p>
          </p:txBody>
        </p:sp>
        <p:sp>
          <p:nvSpPr>
            <p:cNvPr id="243" name="Editable label 20"/>
            <p:cNvSpPr/>
            <p:nvPr/>
          </p:nvSpPr>
          <p:spPr>
            <a:xfrm>
              <a:off x="5129230" y="2940712"/>
              <a:ext cx="88812"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20</a:t>
              </a:r>
              <a:endParaRPr sz="508"/>
            </a:p>
          </p:txBody>
        </p:sp>
        <p:sp>
          <p:nvSpPr>
            <p:cNvPr id="244" name="Editable label 40"/>
            <p:cNvSpPr/>
            <p:nvPr/>
          </p:nvSpPr>
          <p:spPr>
            <a:xfrm>
              <a:off x="5129230" y="2782179"/>
              <a:ext cx="88812"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40</a:t>
              </a:r>
              <a:endParaRPr sz="508"/>
            </a:p>
          </p:txBody>
        </p:sp>
        <p:sp>
          <p:nvSpPr>
            <p:cNvPr id="245" name="Editable label 60"/>
            <p:cNvSpPr/>
            <p:nvPr/>
          </p:nvSpPr>
          <p:spPr>
            <a:xfrm>
              <a:off x="5129230" y="2623646"/>
              <a:ext cx="88812"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60</a:t>
              </a:r>
              <a:endParaRPr sz="508"/>
            </a:p>
          </p:txBody>
        </p:sp>
        <p:sp>
          <p:nvSpPr>
            <p:cNvPr id="246" name="Editable label 80"/>
            <p:cNvSpPr/>
            <p:nvPr/>
          </p:nvSpPr>
          <p:spPr>
            <a:xfrm>
              <a:off x="5129230" y="2465112"/>
              <a:ext cx="88812"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80</a:t>
              </a:r>
              <a:endParaRPr sz="508"/>
            </a:p>
          </p:txBody>
        </p:sp>
        <p:sp>
          <p:nvSpPr>
            <p:cNvPr id="247" name="Editable label 100"/>
            <p:cNvSpPr/>
            <p:nvPr/>
          </p:nvSpPr>
          <p:spPr>
            <a:xfrm>
              <a:off x="5092386" y="2306579"/>
              <a:ext cx="125656" cy="116079"/>
            </a:xfrm>
            <a:prstGeom prst="rect">
              <a:avLst/>
            </a:prstGeom>
            <a:noFill/>
            <a:ln>
              <a:noFill/>
            </a:ln>
          </p:spPr>
          <p:txBody>
            <a:bodyPr wrap="none" lIns="0" tIns="0" rIns="0" bIns="0" anchor="ctr">
              <a:noAutofit/>
            </a:bodyPr>
            <a:lstStyle/>
            <a:p>
              <a:pPr algn="ctr">
                <a:buNone/>
              </a:pPr>
              <a:r>
                <a:rPr lang="en-GB" sz="508" baseline="0" b="0" i="0" u="none">
                  <a:solidFill>
                    <a:srgbClr val="212121"/>
                  </a:solidFill>
                  <a:latin typeface="Arial"/>
                  <a:ea typeface="Arial"/>
                  <a:cs typeface="Arial"/>
                </a:rPr>
                <a:t xml:space="preserve">100</a:t>
              </a:r>
              <a:endParaRPr sz="508"/>
            </a:p>
          </p:txBody>
        </p:sp>
        <p:sp>
          <p:nvSpPr>
            <p:cNvPr id="248" name="Editable label x"/>
            <p:cNvSpPr/>
            <p:nvPr/>
          </p:nvSpPr>
          <p:spPr>
            <a:xfrm>
              <a:off x="8216949" y="2379681"/>
              <a:ext cx="43177" cy="103642"/>
            </a:xfrm>
            <a:prstGeom prst="rect">
              <a:avLst/>
            </a:prstGeom>
            <a:noFill/>
            <a:ln>
              <a:noFill/>
            </a:ln>
          </p:spPr>
          <p:txBody>
            <a:bodyPr wrap="none" lIns="0" tIns="0" rIns="0" bIns="0" anchor="ctr">
              <a:noAutofit/>
            </a:bodyPr>
            <a:lstStyle/>
            <a:p>
              <a:pPr algn="ctr">
                <a:buNone/>
              </a:pPr>
              <a:r>
                <a:rPr lang="en-GB" sz="453" baseline="0" b="0" i="0" u="none">
                  <a:solidFill>
                    <a:srgbClr val="212121"/>
                  </a:solidFill>
                  <a:latin typeface="Arial"/>
                  <a:ea typeface="Arial"/>
                  <a:cs typeface="Arial"/>
                </a:rPr>
                <a:t xml:space="preserve">x</a:t>
              </a:r>
              <a:endParaRPr sz="453"/>
            </a:p>
          </p:txBody>
        </p:sp>
        <p:sp>
          <p:nvSpPr>
            <p:cNvPr id="249" name="Editable label S"/>
            <p:cNvSpPr/>
            <p:nvPr/>
          </p:nvSpPr>
          <p:spPr>
            <a:xfrm>
              <a:off x="8248324" y="2421675"/>
              <a:ext cx="42232" cy="82913"/>
            </a:xfrm>
            <a:prstGeom prst="rect">
              <a:avLst/>
            </a:prstGeom>
            <a:noFill/>
            <a:ln>
              <a:noFill/>
            </a:ln>
          </p:spPr>
          <p:txBody>
            <a:bodyPr wrap="none" lIns="0" tIns="0" rIns="0" bIns="0" anchor="ctr">
              <a:noAutofit/>
            </a:bodyPr>
            <a:lstStyle/>
            <a:p>
              <a:pPr algn="ctr">
                <a:buNone/>
              </a:pPr>
              <a:r>
                <a:rPr lang="en-GB" sz="363" baseline="0" b="0" i="0" u="none">
                  <a:solidFill>
                    <a:srgbClr val="212121"/>
                  </a:solidFill>
                  <a:latin typeface="Arial"/>
                  <a:ea typeface="Arial"/>
                  <a:cs typeface="Arial"/>
                </a:rPr>
                <a:t xml:space="preserve">S</a:t>
              </a:r>
              <a:endParaRPr sz="363"/>
            </a:p>
          </p:txBody>
        </p:sp>
        <p:sp>
          <p:nvSpPr>
            <p:cNvPr id="250" name="Editable label  (STN)"/>
            <p:cNvSpPr/>
            <p:nvPr/>
          </p:nvSpPr>
          <p:spPr>
            <a:xfrm>
              <a:off x="8276821" y="2379681"/>
              <a:ext cx="183241" cy="103642"/>
            </a:xfrm>
            <a:prstGeom prst="rect">
              <a:avLst/>
            </a:prstGeom>
            <a:noFill/>
            <a:ln>
              <a:noFill/>
            </a:ln>
          </p:spPr>
          <p:txBody>
            <a:bodyPr wrap="none" lIns="0" tIns="0" rIns="0" bIns="0" anchor="ctr">
              <a:noAutofit/>
            </a:bodyPr>
            <a:lstStyle/>
            <a:p>
              <a:pPr algn="ctr">
                <a:buNone/>
              </a:pPr>
              <a:r>
                <a:rPr lang="en-GB" sz="453" baseline="0" b="0" i="0" u="none">
                  <a:solidFill>
                    <a:srgbClr val="212121"/>
                  </a:solidFill>
                  <a:latin typeface="Arial"/>
                  <a:ea typeface="Arial"/>
                  <a:cs typeface="Arial"/>
                </a:rPr>
                <a:t xml:space="preserve"> (STN)</a:t>
              </a:r>
              <a:endParaRPr sz="453"/>
            </a:p>
          </p:txBody>
        </p:sp>
        <p:sp>
          <p:nvSpPr>
            <p:cNvPr id="251" name="Editable label x"/>
            <p:cNvSpPr/>
            <p:nvPr/>
          </p:nvSpPr>
          <p:spPr>
            <a:xfrm>
              <a:off x="8216949" y="2457988"/>
              <a:ext cx="43177" cy="103642"/>
            </a:xfrm>
            <a:prstGeom prst="rect">
              <a:avLst/>
            </a:prstGeom>
            <a:noFill/>
            <a:ln>
              <a:noFill/>
            </a:ln>
          </p:spPr>
          <p:txBody>
            <a:bodyPr wrap="none" lIns="0" tIns="0" rIns="0" bIns="0" anchor="ctr">
              <a:noAutofit/>
            </a:bodyPr>
            <a:lstStyle/>
            <a:p>
              <a:pPr algn="ctr">
                <a:buNone/>
              </a:pPr>
              <a:r>
                <a:rPr lang="en-GB" sz="453" baseline="0" b="0" i="0" u="none">
                  <a:solidFill>
                    <a:srgbClr val="212121"/>
                  </a:solidFill>
                  <a:latin typeface="Arial"/>
                  <a:ea typeface="Arial"/>
                  <a:cs typeface="Arial"/>
                </a:rPr>
                <a:t xml:space="preserve">x</a:t>
              </a:r>
              <a:endParaRPr sz="453"/>
            </a:p>
          </p:txBody>
        </p:sp>
        <p:sp>
          <p:nvSpPr>
            <p:cNvPr id="252" name="Editable label G"/>
            <p:cNvSpPr/>
            <p:nvPr/>
          </p:nvSpPr>
          <p:spPr>
            <a:xfrm>
              <a:off x="8248324" y="2499982"/>
              <a:ext cx="47345" cy="82913"/>
            </a:xfrm>
            <a:prstGeom prst="rect">
              <a:avLst/>
            </a:prstGeom>
            <a:noFill/>
            <a:ln>
              <a:noFill/>
            </a:ln>
          </p:spPr>
          <p:txBody>
            <a:bodyPr wrap="none" lIns="0" tIns="0" rIns="0" bIns="0" anchor="ctr">
              <a:noAutofit/>
            </a:bodyPr>
            <a:lstStyle/>
            <a:p>
              <a:pPr algn="ctr">
                <a:buNone/>
              </a:pPr>
              <a:r>
                <a:rPr lang="en-GB" sz="363" baseline="0" b="0" i="0" u="none">
                  <a:solidFill>
                    <a:srgbClr val="212121"/>
                  </a:solidFill>
                  <a:latin typeface="Arial"/>
                  <a:ea typeface="Arial"/>
                  <a:cs typeface="Arial"/>
                </a:rPr>
                <a:t xml:space="preserve">G</a:t>
              </a:r>
              <a:endParaRPr sz="363"/>
            </a:p>
          </p:txBody>
        </p:sp>
        <p:sp>
          <p:nvSpPr>
            <p:cNvPr id="253" name="Editable label  (GPe / Proto)"/>
            <p:cNvSpPr/>
            <p:nvPr/>
          </p:nvSpPr>
          <p:spPr>
            <a:xfrm>
              <a:off x="8283729" y="2457988"/>
              <a:ext cx="369764" cy="103642"/>
            </a:xfrm>
            <a:prstGeom prst="rect">
              <a:avLst/>
            </a:prstGeom>
            <a:noFill/>
            <a:ln>
              <a:noFill/>
            </a:ln>
          </p:spPr>
          <p:txBody>
            <a:bodyPr wrap="none" lIns="0" tIns="0" rIns="0" bIns="0" anchor="ctr">
              <a:noAutofit/>
            </a:bodyPr>
            <a:lstStyle/>
            <a:p>
              <a:pPr algn="ctr">
                <a:buNone/>
              </a:pPr>
              <a:r>
                <a:rPr lang="en-GB" sz="453" baseline="0" b="0" i="0" u="none">
                  <a:solidFill>
                    <a:srgbClr val="212121"/>
                  </a:solidFill>
                  <a:latin typeface="Arial"/>
                  <a:ea typeface="Arial"/>
                  <a:cs typeface="Arial"/>
                </a:rPr>
                <a:t xml:space="preserve"> (GPe / Proto)</a:t>
              </a:r>
              <a:endParaRPr sz="453"/>
            </a:p>
          </p:txBody>
        </p:sp>
      </p:gr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grpSp>
        <p:nvGrpSpPr>
          <p:cNvPr id="78" name="Picture 77 — editable labels"/>
          <p:cNvGrpSpPr/>
          <p:nvPr/>
        </p:nvGrpSpPr>
        <p:grpSpPr>
          <a:xfrm>
            <a:off x="4978400" y="1465393"/>
            <a:ext cx="3771900" cy="1806313"/>
            <a:chOff x="4978400" y="1465393"/>
            <a:chExt cx="3771900" cy="1806313"/>
          </a:xfrm>
        </p:grpSpPr>
        <p:pic>
          <p:nvPicPr>
            <p:cNvPr id="206" name="Picture 77">
              <a:extLst>
                <a:ext uri="{FF2B5EF4-FFF2-40B4-BE49-F238E27FC236}">
                  <a16:creationId xmlns:a16="http://schemas.microsoft.com/office/drawing/2014/main" id="{A76AFA2A-1AA1-503D-3645-5495058CF8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sp>
          <p:nvSpPr>
            <p:cNvPr id="182" name="Editable label t"/>
            <p:cNvSpPr/>
            <p:nvPr/>
          </p:nvSpPr>
          <p:spPr>
            <a:xfrm>
              <a:off x="6956255" y="3167675"/>
              <a:ext cx="40755" cy="138947"/>
            </a:xfrm>
            <a:prstGeom prst="rect">
              <a:avLst/>
            </a:prstGeom>
            <a:noFill/>
            <a:ln>
              <a:noFill/>
            </a:ln>
          </p:spPr>
          <p:txBody>
            <a:bodyPr wrap="none" lIns="0" tIns="0" rIns="0" bIns="0" anchor="ctr">
              <a:noAutofit/>
            </a:bodyPr>
            <a:lstStyle/>
            <a:p>
              <a:pPr algn="ctr">
                <a:buNone/>
              </a:pPr>
              <a:r>
                <a:rPr lang="en-GB" sz="608" baseline="0" b="0" i="0" u="none">
                  <a:solidFill>
                    <a:srgbClr val="212121"/>
                  </a:solidFill>
                  <a:latin typeface="Arial"/>
                  <a:ea typeface="Arial"/>
                  <a:cs typeface="Arial"/>
                </a:rPr>
                <a:t xml:space="preserve">t</a:t>
              </a:r>
              <a:endParaRPr sz="608"/>
            </a:p>
          </p:txBody>
        </p:sp>
        <p:sp>
          <p:nvSpPr>
            <p:cNvPr id="183" name="Editable label 0"/>
            <p:cNvSpPr/>
            <p:nvPr/>
          </p:nvSpPr>
          <p:spPr>
            <a:xfrm>
              <a:off x="5226610" y="3084032"/>
              <a:ext cx="58066"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0</a:t>
              </a:r>
              <a:endParaRPr sz="567"/>
            </a:p>
          </p:txBody>
        </p:sp>
        <p:sp>
          <p:nvSpPr>
            <p:cNvPr id="184" name="Editable label 0.05"/>
            <p:cNvSpPr/>
            <p:nvPr/>
          </p:nvSpPr>
          <p:spPr>
            <a:xfrm>
              <a:off x="5605150" y="3084032"/>
              <a:ext cx="160982"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0.05</a:t>
              </a:r>
              <a:endParaRPr sz="567"/>
            </a:p>
          </p:txBody>
        </p:sp>
        <p:sp>
          <p:nvSpPr>
            <p:cNvPr id="185" name="Editable label 0.1"/>
            <p:cNvSpPr/>
            <p:nvPr/>
          </p:nvSpPr>
          <p:spPr>
            <a:xfrm>
              <a:off x="6055733" y="3084032"/>
              <a:ext cx="119816"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0.1</a:t>
              </a:r>
              <a:endParaRPr sz="567"/>
            </a:p>
          </p:txBody>
        </p:sp>
        <p:sp>
          <p:nvSpPr>
            <p:cNvPr id="186" name="Editable label 0.15"/>
            <p:cNvSpPr/>
            <p:nvPr/>
          </p:nvSpPr>
          <p:spPr>
            <a:xfrm>
              <a:off x="6465149" y="3084032"/>
              <a:ext cx="160982"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0.15</a:t>
              </a:r>
              <a:endParaRPr sz="567"/>
            </a:p>
          </p:txBody>
        </p:sp>
        <p:sp>
          <p:nvSpPr>
            <p:cNvPr id="187" name="Editable label 0.2"/>
            <p:cNvSpPr/>
            <p:nvPr/>
          </p:nvSpPr>
          <p:spPr>
            <a:xfrm>
              <a:off x="6915731" y="3084032"/>
              <a:ext cx="119816"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0.2</a:t>
              </a:r>
              <a:endParaRPr sz="567"/>
            </a:p>
          </p:txBody>
        </p:sp>
        <p:sp>
          <p:nvSpPr>
            <p:cNvPr id="188" name="Editable label 0.25"/>
            <p:cNvSpPr/>
            <p:nvPr/>
          </p:nvSpPr>
          <p:spPr>
            <a:xfrm>
              <a:off x="7325147" y="3084032"/>
              <a:ext cx="160982"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0.25</a:t>
              </a:r>
              <a:endParaRPr sz="567"/>
            </a:p>
          </p:txBody>
        </p:sp>
        <p:sp>
          <p:nvSpPr>
            <p:cNvPr id="189" name="Editable label 0.3"/>
            <p:cNvSpPr/>
            <p:nvPr/>
          </p:nvSpPr>
          <p:spPr>
            <a:xfrm>
              <a:off x="7775729" y="3084032"/>
              <a:ext cx="119816"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0.3</a:t>
              </a:r>
              <a:endParaRPr sz="567"/>
            </a:p>
          </p:txBody>
        </p:sp>
        <p:sp>
          <p:nvSpPr>
            <p:cNvPr id="190" name="Editable label 0.35"/>
            <p:cNvSpPr/>
            <p:nvPr/>
          </p:nvSpPr>
          <p:spPr>
            <a:xfrm>
              <a:off x="8185145" y="3084032"/>
              <a:ext cx="160982"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0.35</a:t>
              </a:r>
              <a:endParaRPr sz="567"/>
            </a:p>
          </p:txBody>
        </p:sp>
        <p:sp>
          <p:nvSpPr>
            <p:cNvPr id="191" name="Editable label 0.4"/>
            <p:cNvSpPr/>
            <p:nvPr/>
          </p:nvSpPr>
          <p:spPr>
            <a:xfrm>
              <a:off x="8635728" y="3084032"/>
              <a:ext cx="119816"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0.4</a:t>
              </a:r>
              <a:endParaRPr sz="567"/>
            </a:p>
          </p:txBody>
        </p:sp>
        <p:sp>
          <p:nvSpPr>
            <p:cNvPr id="192" name="Editable label spikes/s"/>
            <p:cNvSpPr/>
            <p:nvPr/>
          </p:nvSpPr>
          <p:spPr>
            <a:xfrm rot="16200000">
              <a:off x="4867378" y="2205158"/>
              <a:ext cx="297172" cy="138947"/>
            </a:xfrm>
            <a:prstGeom prst="rect">
              <a:avLst/>
            </a:prstGeom>
            <a:noFill/>
            <a:ln>
              <a:noFill/>
            </a:ln>
          </p:spPr>
          <p:txBody>
            <a:bodyPr wrap="none" lIns="0" tIns="0" rIns="0" bIns="0" anchor="ctr">
              <a:noAutofit/>
            </a:bodyPr>
            <a:lstStyle/>
            <a:p>
              <a:pPr algn="ctr">
                <a:buNone/>
              </a:pPr>
              <a:r>
                <a:rPr lang="en-GB" sz="608" baseline="0" b="0" i="0" u="none">
                  <a:solidFill>
                    <a:srgbClr val="212121"/>
                  </a:solidFill>
                  <a:latin typeface="Arial"/>
                  <a:ea typeface="Arial"/>
                  <a:cs typeface="Arial"/>
                </a:rPr>
                <a:t xml:space="preserve">spikes/s</a:t>
              </a:r>
              <a:endParaRPr sz="608"/>
            </a:p>
          </p:txBody>
        </p:sp>
        <p:sp>
          <p:nvSpPr>
            <p:cNvPr id="193" name="Editable label -20"/>
            <p:cNvSpPr/>
            <p:nvPr/>
          </p:nvSpPr>
          <p:spPr>
            <a:xfrm>
              <a:off x="5082603" y="2983759"/>
              <a:ext cx="122389"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-20</a:t>
              </a:r>
              <a:endParaRPr sz="567"/>
            </a:p>
          </p:txBody>
        </p:sp>
        <p:sp>
          <p:nvSpPr>
            <p:cNvPr id="194" name="Editable label 0"/>
            <p:cNvSpPr/>
            <p:nvPr/>
          </p:nvSpPr>
          <p:spPr>
            <a:xfrm>
              <a:off x="5146926" y="2725591"/>
              <a:ext cx="58066"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0</a:t>
              </a:r>
              <a:endParaRPr sz="567"/>
            </a:p>
          </p:txBody>
        </p:sp>
        <p:sp>
          <p:nvSpPr>
            <p:cNvPr id="195" name="Editable label 20"/>
            <p:cNvSpPr/>
            <p:nvPr/>
          </p:nvSpPr>
          <p:spPr>
            <a:xfrm>
              <a:off x="5105760" y="2467424"/>
              <a:ext cx="99232"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20</a:t>
              </a:r>
              <a:endParaRPr sz="567"/>
            </a:p>
          </p:txBody>
        </p:sp>
        <p:sp>
          <p:nvSpPr>
            <p:cNvPr id="196" name="Editable label 40"/>
            <p:cNvSpPr/>
            <p:nvPr/>
          </p:nvSpPr>
          <p:spPr>
            <a:xfrm>
              <a:off x="5105760" y="2209257"/>
              <a:ext cx="99232"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40</a:t>
              </a:r>
              <a:endParaRPr sz="567"/>
            </a:p>
          </p:txBody>
        </p:sp>
        <p:sp>
          <p:nvSpPr>
            <p:cNvPr id="197" name="Editable label 60"/>
            <p:cNvSpPr/>
            <p:nvPr/>
          </p:nvSpPr>
          <p:spPr>
            <a:xfrm>
              <a:off x="5105760" y="1951090"/>
              <a:ext cx="99232"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60</a:t>
              </a:r>
              <a:endParaRPr sz="567"/>
            </a:p>
          </p:txBody>
        </p:sp>
        <p:sp>
          <p:nvSpPr>
            <p:cNvPr id="198" name="Editable label 80"/>
            <p:cNvSpPr/>
            <p:nvPr/>
          </p:nvSpPr>
          <p:spPr>
            <a:xfrm>
              <a:off x="5105760" y="1692922"/>
              <a:ext cx="99232"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80</a:t>
              </a:r>
              <a:endParaRPr sz="567"/>
            </a:p>
          </p:txBody>
        </p:sp>
        <p:sp>
          <p:nvSpPr>
            <p:cNvPr id="199" name="Editable label 100"/>
            <p:cNvSpPr/>
            <p:nvPr/>
          </p:nvSpPr>
          <p:spPr>
            <a:xfrm>
              <a:off x="5064593" y="1434755"/>
              <a:ext cx="140399" cy="129684"/>
            </a:xfrm>
            <a:prstGeom prst="rect">
              <a:avLst/>
            </a:prstGeom>
            <a:noFill/>
            <a:ln>
              <a:noFill/>
            </a:ln>
          </p:spPr>
          <p:txBody>
            <a:bodyPr wrap="none" lIns="0" tIns="0" rIns="0" bIns="0" anchor="ctr">
              <a:noAutofit/>
            </a:bodyPr>
            <a:lstStyle/>
            <a:p>
              <a:pPr algn="ctr">
                <a:buNone/>
              </a:pPr>
              <a:r>
                <a:rPr lang="en-GB" sz="567" baseline="0" b="0" i="0" u="none">
                  <a:solidFill>
                    <a:srgbClr val="212121"/>
                  </a:solidFill>
                  <a:latin typeface="Arial"/>
                  <a:ea typeface="Arial"/>
                  <a:cs typeface="Arial"/>
                </a:rPr>
                <a:t xml:space="preserve">100</a:t>
              </a:r>
              <a:endParaRPr sz="567"/>
            </a:p>
          </p:txBody>
        </p:sp>
        <p:sp>
          <p:nvSpPr>
            <p:cNvPr id="200" name="Editable label x"/>
            <p:cNvSpPr/>
            <p:nvPr/>
          </p:nvSpPr>
          <p:spPr>
            <a:xfrm>
              <a:off x="5472002" y="1516425"/>
              <a:ext cx="48242" cy="115789"/>
            </a:xfrm>
            <a:prstGeom prst="rect">
              <a:avLst/>
            </a:prstGeom>
            <a:noFill/>
            <a:ln>
              <a:noFill/>
            </a:ln>
          </p:spPr>
          <p:txBody>
            <a:bodyPr wrap="none" lIns="0" tIns="0" rIns="0" bIns="0" anchor="ctr">
              <a:noAutofit/>
            </a:bodyPr>
            <a:lstStyle/>
            <a:p>
              <a:pPr algn="ctr">
                <a:buNone/>
              </a:pPr>
              <a:r>
                <a:rPr lang="en-GB" sz="507" baseline="0" b="0" i="0" u="none">
                  <a:solidFill>
                    <a:srgbClr val="212121"/>
                  </a:solidFill>
                  <a:latin typeface="Arial"/>
                  <a:ea typeface="Arial"/>
                  <a:cs typeface="Arial"/>
                </a:rPr>
                <a:t xml:space="preserve">x</a:t>
              </a:r>
              <a:endParaRPr sz="507"/>
            </a:p>
          </p:txBody>
        </p:sp>
        <p:sp>
          <p:nvSpPr>
            <p:cNvPr id="201" name="Editable label S"/>
            <p:cNvSpPr/>
            <p:nvPr/>
          </p:nvSpPr>
          <p:spPr>
            <a:xfrm>
              <a:off x="5507058" y="1563341"/>
              <a:ext cx="47187" cy="92631"/>
            </a:xfrm>
            <a:prstGeom prst="rect">
              <a:avLst/>
            </a:prstGeom>
            <a:noFill/>
            <a:ln>
              <a:noFill/>
            </a:ln>
          </p:spPr>
          <p:txBody>
            <a:bodyPr wrap="none" lIns="0" tIns="0" rIns="0" bIns="0" anchor="ctr">
              <a:noAutofit/>
            </a:bodyPr>
            <a:lstStyle/>
            <a:p>
              <a:pPr algn="ctr">
                <a:buNone/>
              </a:pPr>
              <a:r>
                <a:rPr lang="en-GB" sz="405" baseline="0" b="0" i="0" u="none">
                  <a:solidFill>
                    <a:srgbClr val="212121"/>
                  </a:solidFill>
                  <a:latin typeface="Arial"/>
                  <a:ea typeface="Arial"/>
                  <a:cs typeface="Arial"/>
                </a:rPr>
                <a:t xml:space="preserve">S</a:t>
              </a:r>
              <a:endParaRPr sz="405"/>
            </a:p>
          </p:txBody>
        </p:sp>
        <p:sp>
          <p:nvSpPr>
            <p:cNvPr id="202" name="Editable label  (STN)"/>
            <p:cNvSpPr/>
            <p:nvPr/>
          </p:nvSpPr>
          <p:spPr>
            <a:xfrm>
              <a:off x="5538898" y="1516425"/>
              <a:ext cx="202167" cy="115789"/>
            </a:xfrm>
            <a:prstGeom prst="rect">
              <a:avLst/>
            </a:prstGeom>
            <a:noFill/>
            <a:ln>
              <a:noFill/>
            </a:ln>
          </p:spPr>
          <p:txBody>
            <a:bodyPr wrap="none" lIns="0" tIns="0" rIns="0" bIns="0" anchor="ctr">
              <a:noAutofit/>
            </a:bodyPr>
            <a:lstStyle/>
            <a:p>
              <a:pPr algn="ctr">
                <a:buNone/>
              </a:pPr>
              <a:r>
                <a:rPr lang="en-GB" sz="507" baseline="0" b="0" i="0" u="none">
                  <a:solidFill>
                    <a:srgbClr val="212121"/>
                  </a:solidFill>
                  <a:latin typeface="Arial"/>
                  <a:ea typeface="Arial"/>
                  <a:cs typeface="Arial"/>
                </a:rPr>
                <a:t xml:space="preserve"> (STN)</a:t>
              </a:r>
              <a:endParaRPr sz="507"/>
            </a:p>
          </p:txBody>
        </p:sp>
        <p:sp>
          <p:nvSpPr>
            <p:cNvPr id="203" name="Editable label x"/>
            <p:cNvSpPr/>
            <p:nvPr/>
          </p:nvSpPr>
          <p:spPr>
            <a:xfrm>
              <a:off x="5472002" y="1603910"/>
              <a:ext cx="48242" cy="115789"/>
            </a:xfrm>
            <a:prstGeom prst="rect">
              <a:avLst/>
            </a:prstGeom>
            <a:noFill/>
            <a:ln>
              <a:noFill/>
            </a:ln>
          </p:spPr>
          <p:txBody>
            <a:bodyPr wrap="none" lIns="0" tIns="0" rIns="0" bIns="0" anchor="ctr">
              <a:noAutofit/>
            </a:bodyPr>
            <a:lstStyle/>
            <a:p>
              <a:pPr algn="ctr">
                <a:buNone/>
              </a:pPr>
              <a:r>
                <a:rPr lang="en-GB" sz="507" baseline="0" b="0" i="0" u="none">
                  <a:solidFill>
                    <a:srgbClr val="212121"/>
                  </a:solidFill>
                  <a:latin typeface="Arial"/>
                  <a:ea typeface="Arial"/>
                  <a:cs typeface="Arial"/>
                </a:rPr>
                <a:t xml:space="preserve">x</a:t>
              </a:r>
              <a:endParaRPr sz="507"/>
            </a:p>
          </p:txBody>
        </p:sp>
        <p:sp>
          <p:nvSpPr>
            <p:cNvPr id="204" name="Editable label G"/>
            <p:cNvSpPr/>
            <p:nvPr/>
          </p:nvSpPr>
          <p:spPr>
            <a:xfrm>
              <a:off x="5507058" y="1650827"/>
              <a:ext cx="52899" cy="92631"/>
            </a:xfrm>
            <a:prstGeom prst="rect">
              <a:avLst/>
            </a:prstGeom>
            <a:noFill/>
            <a:ln>
              <a:noFill/>
            </a:ln>
          </p:spPr>
          <p:txBody>
            <a:bodyPr wrap="none" lIns="0" tIns="0" rIns="0" bIns="0" anchor="ctr">
              <a:noAutofit/>
            </a:bodyPr>
            <a:lstStyle/>
            <a:p>
              <a:pPr algn="ctr">
                <a:buNone/>
              </a:pPr>
              <a:r>
                <a:rPr lang="en-GB" sz="405" baseline="0" b="0" i="0" u="none">
                  <a:solidFill>
                    <a:srgbClr val="212121"/>
                  </a:solidFill>
                  <a:latin typeface="Arial"/>
                  <a:ea typeface="Arial"/>
                  <a:cs typeface="Arial"/>
                </a:rPr>
                <a:t xml:space="preserve">G</a:t>
              </a:r>
              <a:endParaRPr sz="405"/>
            </a:p>
          </p:txBody>
        </p:sp>
        <p:sp>
          <p:nvSpPr>
            <p:cNvPr id="205" name="Editable label  (GPe / Proto)"/>
            <p:cNvSpPr/>
            <p:nvPr/>
          </p:nvSpPr>
          <p:spPr>
            <a:xfrm>
              <a:off x="5546616" y="1603910"/>
              <a:ext cx="413147" cy="115789"/>
            </a:xfrm>
            <a:prstGeom prst="rect">
              <a:avLst/>
            </a:prstGeom>
            <a:noFill/>
            <a:ln>
              <a:noFill/>
            </a:ln>
          </p:spPr>
          <p:txBody>
            <a:bodyPr wrap="none" lIns="0" tIns="0" rIns="0" bIns="0" anchor="ctr">
              <a:noAutofit/>
            </a:bodyPr>
            <a:lstStyle/>
            <a:p>
              <a:pPr algn="ctr">
                <a:buNone/>
              </a:pPr>
              <a:r>
                <a:rPr lang="en-GB" sz="507" baseline="0" b="0" i="0" u="none">
                  <a:solidFill>
                    <a:srgbClr val="212121"/>
                  </a:solidFill>
                  <a:latin typeface="Arial"/>
                  <a:ea typeface="Arial"/>
                  <a:cs typeface="Arial"/>
                </a:rPr>
                <a:t xml:space="preserve"> (GPe / Proto)</a:t>
              </a:r>
              <a:endParaRPr sz="507"/>
            </a:p>
          </p:txBody>
        </p:sp>
      </p:grpSp>
      <p:grpSp>
        <p:nvGrpSpPr>
          <p:cNvPr id="80" name="Picture 79 — editable labels"/>
          <p:cNvGrpSpPr/>
          <p:nvPr/>
        </p:nvGrpSpPr>
        <p:grpSpPr>
          <a:xfrm>
            <a:off x="419100" y="1076325"/>
            <a:ext cx="4279900" cy="2139950"/>
            <a:chOff x="419100" y="1076325"/>
            <a:chExt cx="4279900" cy="2139950"/>
          </a:xfrm>
        </p:grpSpPr>
        <p:pic>
          <p:nvPicPr>
            <p:cNvPr id="243" name="Picture 79">
              <a:extLst>
                <a:ext uri="{FF2B5EF4-FFF2-40B4-BE49-F238E27FC236}">
                  <a16:creationId xmlns:a16="http://schemas.microsoft.com/office/drawing/2014/main" id="{B0A62C5A-1170-6901-11F2-FB8E93EE57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sp>
          <p:nvSpPr>
            <p:cNvPr id="217" name="Editable label Proto"/>
            <p:cNvSpPr/>
            <p:nvPr/>
          </p:nvSpPr>
          <p:spPr>
            <a:xfrm>
              <a:off x="1074811" y="2045899"/>
              <a:ext cx="305656" cy="216607"/>
            </a:xfrm>
            <a:prstGeom prst="rect">
              <a:avLst/>
            </a:prstGeom>
            <a:noFill/>
            <a:ln>
              <a:noFill/>
            </a:ln>
          </p:spPr>
          <p:txBody>
            <a:bodyPr wrap="none" lIns="0" tIns="0" rIns="0" bIns="0" anchor="ctr">
              <a:noAutofit/>
            </a:bodyPr>
            <a:lstStyle/>
            <a:p>
              <a:pPr algn="ctr">
                <a:buNone/>
              </a:pPr>
              <a:r>
                <a:rPr lang="en-GB" sz="948" baseline="0" b="0" i="0" u="none">
                  <a:solidFill>
                    <a:srgbClr val="000000"/>
                  </a:solidFill>
                  <a:latin typeface="Arial"/>
                  <a:ea typeface="Arial"/>
                  <a:cs typeface="Arial"/>
                </a:rPr>
                <a:t xml:space="preserve">Proto</a:t>
              </a:r>
              <a:endParaRPr sz="948"/>
            </a:p>
          </p:txBody>
        </p:sp>
        <p:sp>
          <p:nvSpPr>
            <p:cNvPr id="218" name="Editable label STN"/>
            <p:cNvSpPr/>
            <p:nvPr/>
          </p:nvSpPr>
          <p:spPr>
            <a:xfrm>
              <a:off x="3856432" y="2045899"/>
              <a:ext cx="258484" cy="216607"/>
            </a:xfrm>
            <a:prstGeom prst="rect">
              <a:avLst/>
            </a:prstGeom>
            <a:noFill/>
            <a:ln>
              <a:noFill/>
            </a:ln>
          </p:spPr>
          <p:txBody>
            <a:bodyPr wrap="none" lIns="0" tIns="0" rIns="0" bIns="0" anchor="ctr">
              <a:noAutofit/>
            </a:bodyPr>
            <a:lstStyle/>
            <a:p>
              <a:pPr algn="ctr">
                <a:buNone/>
              </a:pPr>
              <a:r>
                <a:rPr lang="en-GB" sz="948" baseline="0" b="0" i="0" u="none">
                  <a:solidFill>
                    <a:srgbClr val="000000"/>
                  </a:solidFill>
                  <a:latin typeface="Arial"/>
                  <a:ea typeface="Arial"/>
                  <a:cs typeface="Arial"/>
                </a:rPr>
                <a:t xml:space="preserve">STN</a:t>
              </a:r>
              <a:endParaRPr sz="948"/>
            </a:p>
          </p:txBody>
        </p:sp>
        <p:sp>
          <p:nvSpPr>
            <p:cNvPr id="219" name="Editable label +"/>
            <p:cNvSpPr/>
            <p:nvPr/>
          </p:nvSpPr>
          <p:spPr>
            <a:xfrm>
              <a:off x="984042" y="1679361"/>
              <a:ext cx="201679" cy="374249"/>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37">
                        <a:solidFill>
                          <a:srgbClr val="174A80"/>
                        </a:solidFill>
                        <a:latin typeface="Cambria Math"/>
                      </a:rPr>
                      <m:t xml:space="preserve">+</m:t>
                    </m:r>
                  </m:oMath>
                </m:oMathPara>
              </a14:m>
              <a:endParaRPr sz="1637"/>
            </a:p>
          </p:txBody>
        </p:sp>
        <p:sp>
          <p:nvSpPr>
            <p:cNvPr id="220" name="Editable label −"/>
            <p:cNvSpPr/>
            <p:nvPr/>
          </p:nvSpPr>
          <p:spPr>
            <a:xfrm>
              <a:off x="4033386" y="2247142"/>
              <a:ext cx="213738" cy="374249"/>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37">
                        <a:solidFill>
                          <a:srgbClr val="FF484D"/>
                        </a:solidFill>
                        <a:latin typeface="Cambria Math"/>
                      </a:rPr>
                      <m:t xml:space="preserve">−</m:t>
                    </m:r>
                  </m:oMath>
                </m:oMathPara>
              </a14:m>
              <a:endParaRPr sz="1637"/>
            </a:p>
          </p:txBody>
        </p:sp>
        <p:sp>
          <p:nvSpPr>
            <p:cNvPr id="221" name="Editable label −"/>
            <p:cNvSpPr/>
            <p:nvPr/>
          </p:nvSpPr>
          <p:spPr>
            <a:xfrm>
              <a:off x="775909" y="2152029"/>
              <a:ext cx="213738" cy="374249"/>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37">
                        <a:solidFill>
                          <a:srgbClr val="FF484D"/>
                        </a:solidFill>
                        <a:latin typeface="Cambria Math"/>
                      </a:rPr>
                      <m:t xml:space="preserve">−</m:t>
                    </m:r>
                  </m:oMath>
                </m:oMathPara>
              </a14:m>
              <a:endParaRPr sz="1637"/>
            </a:p>
          </p:txBody>
        </p:sp>
        <p:sp>
          <p:nvSpPr>
            <p:cNvPr id="222" name="Editable label Suffering from"/>
            <p:cNvSpPr/>
            <p:nvPr/>
          </p:nvSpPr>
          <p:spPr>
            <a:xfrm>
              <a:off x="2115229" y="1933901"/>
              <a:ext cx="982814" cy="259927"/>
            </a:xfrm>
            <a:prstGeom prst="rect">
              <a:avLst/>
            </a:prstGeom>
            <a:noFill/>
            <a:ln>
              <a:noFill/>
            </a:ln>
          </p:spPr>
          <p:txBody>
            <a:bodyPr wrap="none" lIns="0" tIns="0" rIns="0" bIns="0" anchor="ctr">
              <a:noAutofit/>
            </a:bodyPr>
            <a:lstStyle/>
            <a:p>
              <a:pPr algn="ctr">
                <a:buNone/>
              </a:pPr>
              <a:r>
                <a:rPr lang="en-GB" sz="1137" baseline="0" b="0" i="0" u="none">
                  <a:solidFill>
                    <a:srgbClr val="000000"/>
                  </a:solidFill>
                  <a:latin typeface="Arial"/>
                  <a:ea typeface="Arial"/>
                  <a:cs typeface="Arial"/>
                </a:rPr>
                <a:t xml:space="preserve">Suffering from</a:t>
              </a:r>
              <a:endParaRPr sz="1137"/>
            </a:p>
          </p:txBody>
        </p:sp>
        <p:sp>
          <p:nvSpPr>
            <p:cNvPr id="223" name="Editable label Parkinson’s"/>
            <p:cNvSpPr/>
            <p:nvPr/>
          </p:nvSpPr>
          <p:spPr>
            <a:xfrm>
              <a:off x="2216993" y="2117751"/>
              <a:ext cx="779494" cy="259927"/>
            </a:xfrm>
            <a:prstGeom prst="rect">
              <a:avLst/>
            </a:prstGeom>
            <a:noFill/>
            <a:ln>
              <a:noFill/>
            </a:ln>
          </p:spPr>
          <p:txBody>
            <a:bodyPr wrap="none" lIns="0" tIns="0" rIns="0" bIns="0" anchor="ctr">
              <a:noAutofit/>
            </a:bodyPr>
            <a:lstStyle/>
            <a:p>
              <a:pPr algn="ctr">
                <a:buNone/>
              </a:pPr>
              <a:r>
                <a:rPr lang="en-GB" sz="1137" baseline="0" b="0" i="0" u="none">
                  <a:solidFill>
                    <a:srgbClr val="000000"/>
                  </a:solidFill>
                  <a:latin typeface="Arial"/>
                  <a:ea typeface="Arial"/>
                  <a:cs typeface="Arial"/>
                </a:rPr>
                <a:t xml:space="preserve">Parkinson’s</a:t>
              </a:r>
              <a:endParaRPr sz="1137"/>
            </a:p>
          </p:txBody>
        </p:sp>
        <p:sp>
          <p:nvSpPr>
            <p:cNvPr id="224" name="Editable label w"/>
            <p:cNvSpPr/>
            <p:nvPr/>
          </p:nvSpPr>
          <p:spPr>
            <a:xfrm>
              <a:off x="2267875" y="1119737"/>
              <a:ext cx="156245"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37">
                        <a:solidFill>
                          <a:srgbClr val="174A80"/>
                        </a:solidFill>
                        <a:latin typeface="Cambria Math"/>
                      </a:rPr>
                      <m:t xml:space="preserve">w</m:t>
                    </m:r>
                  </m:oMath>
                </m:oMathPara>
              </a14:m>
              <a:endParaRPr sz="1137"/>
            </a:p>
          </p:txBody>
        </p:sp>
        <p:sp>
          <p:nvSpPr>
            <p:cNvPr id="225" name="Editable label SG"/>
            <p:cNvSpPr/>
            <p:nvPr/>
          </p:nvSpPr>
          <p:spPr>
            <a:xfrm>
              <a:off x="2393458" y="1193528"/>
              <a:ext cx="176395"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90">
                        <a:solidFill>
                          <a:srgbClr val="174A80"/>
                        </a:solidFill>
                        <a:latin typeface="Cambria Math"/>
                      </a:rPr>
                      <m:t xml:space="preserve">SG</m:t>
                    </m:r>
                  </m:oMath>
                </m:oMathPara>
              </a14:m>
              <a:endParaRPr sz="790"/>
            </a:p>
          </p:txBody>
        </p:sp>
        <p:sp>
          <p:nvSpPr>
            <p:cNvPr id="226" name="Editable label  = 20"/>
            <p:cNvSpPr/>
            <p:nvPr/>
          </p:nvSpPr>
          <p:spPr>
            <a:xfrm>
              <a:off x="2539267" y="1130566"/>
              <a:ext cx="421452"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174A80"/>
                        </a:solidFill>
                        <a:latin typeface="Cambria Math"/>
                      </a:rPr>
                      <m:t xml:space="preserve"> = 20</m:t>
                    </m:r>
                  </m:oMath>
                </m:oMathPara>
              </a14:m>
              <a:endParaRPr sz="1137"/>
            </a:p>
          </p:txBody>
        </p:sp>
        <p:sp>
          <p:nvSpPr>
            <p:cNvPr id="227" name="Editable label ."/>
            <p:cNvSpPr/>
            <p:nvPr/>
          </p:nvSpPr>
          <p:spPr>
            <a:xfrm>
              <a:off x="2924617" y="1119737"/>
              <a:ext cx="82166"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174A80"/>
                        </a:solidFill>
                        <a:latin typeface="Cambria Math"/>
                      </a:rPr>
                      <m:t xml:space="preserve">.</m:t>
                    </m:r>
                  </m:oMath>
                </m:oMathPara>
              </a14:m>
              <a:endParaRPr sz="1137"/>
            </a:p>
          </p:txBody>
        </p:sp>
        <p:sp>
          <p:nvSpPr>
            <p:cNvPr id="228" name="Editable label 0"/>
            <p:cNvSpPr/>
            <p:nvPr/>
          </p:nvSpPr>
          <p:spPr>
            <a:xfrm>
              <a:off x="2970682" y="1119737"/>
              <a:ext cx="117400"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174A80"/>
                        </a:solidFill>
                        <a:latin typeface="Cambria Math"/>
                      </a:rPr>
                      <m:t xml:space="preserve">0</m:t>
                    </m:r>
                  </m:oMath>
                </m:oMathPara>
              </a14:m>
              <a:endParaRPr sz="1137"/>
            </a:p>
          </p:txBody>
        </p:sp>
        <p:sp>
          <p:nvSpPr>
            <p:cNvPr id="229" name="Editable label w"/>
            <p:cNvSpPr/>
            <p:nvPr/>
          </p:nvSpPr>
          <p:spPr>
            <a:xfrm>
              <a:off x="2172771" y="2772256"/>
              <a:ext cx="156245"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37">
                        <a:solidFill>
                          <a:srgbClr val="FF484D"/>
                        </a:solidFill>
                        <a:latin typeface="Cambria Math"/>
                      </a:rPr>
                      <m:t xml:space="preserve">w</m:t>
                    </m:r>
                  </m:oMath>
                </m:oMathPara>
              </a14:m>
              <a:endParaRPr sz="1137"/>
            </a:p>
          </p:txBody>
        </p:sp>
        <p:sp>
          <p:nvSpPr>
            <p:cNvPr id="230" name="Editable label GS"/>
            <p:cNvSpPr/>
            <p:nvPr/>
          </p:nvSpPr>
          <p:spPr>
            <a:xfrm>
              <a:off x="2298353" y="2846047"/>
              <a:ext cx="176395"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90">
                        <a:solidFill>
                          <a:srgbClr val="FF484D"/>
                        </a:solidFill>
                        <a:latin typeface="Cambria Math"/>
                      </a:rPr>
                      <m:t xml:space="preserve">GS</m:t>
                    </m:r>
                  </m:oMath>
                </m:oMathPara>
              </a14:m>
              <a:endParaRPr sz="790"/>
            </a:p>
          </p:txBody>
        </p:sp>
        <p:sp>
          <p:nvSpPr>
            <p:cNvPr id="231" name="Editable label  = 10"/>
            <p:cNvSpPr/>
            <p:nvPr/>
          </p:nvSpPr>
          <p:spPr>
            <a:xfrm>
              <a:off x="2444162" y="2783085"/>
              <a:ext cx="421452"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FF484D"/>
                        </a:solidFill>
                        <a:latin typeface="Cambria Math"/>
                      </a:rPr>
                      <m:t xml:space="preserve"> = 10</m:t>
                    </m:r>
                  </m:oMath>
                </m:oMathPara>
              </a14:m>
              <a:endParaRPr sz="1137"/>
            </a:p>
          </p:txBody>
        </p:sp>
        <p:sp>
          <p:nvSpPr>
            <p:cNvPr id="232" name="Editable label ."/>
            <p:cNvSpPr/>
            <p:nvPr/>
          </p:nvSpPr>
          <p:spPr>
            <a:xfrm>
              <a:off x="2829513" y="2772256"/>
              <a:ext cx="82166"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FF484D"/>
                        </a:solidFill>
                        <a:latin typeface="Cambria Math"/>
                      </a:rPr>
                      <m:t xml:space="preserve">.</m:t>
                    </m:r>
                  </m:oMath>
                </m:oMathPara>
              </a14:m>
              <a:endParaRPr sz="1137"/>
            </a:p>
          </p:txBody>
        </p:sp>
        <p:sp>
          <p:nvSpPr>
            <p:cNvPr id="233" name="Editable label 7"/>
            <p:cNvSpPr/>
            <p:nvPr/>
          </p:nvSpPr>
          <p:spPr>
            <a:xfrm>
              <a:off x="2875578" y="2772256"/>
              <a:ext cx="117400"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FF484D"/>
                        </a:solidFill>
                        <a:latin typeface="Cambria Math"/>
                      </a:rPr>
                      <m:t xml:space="preserve">7</m:t>
                    </m:r>
                  </m:oMath>
                </m:oMathPara>
              </a14:m>
              <a:endParaRPr sz="1137"/>
            </a:p>
          </p:txBody>
        </p:sp>
        <p:sp>
          <p:nvSpPr>
            <p:cNvPr id="234" name="Editable label w"/>
            <p:cNvSpPr/>
            <p:nvPr/>
          </p:nvSpPr>
          <p:spPr>
            <a:xfrm>
              <a:off x="440473" y="1892070"/>
              <a:ext cx="156245"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37">
                        <a:solidFill>
                          <a:srgbClr val="FF484D"/>
                        </a:solidFill>
                        <a:latin typeface="Cambria Math"/>
                      </a:rPr>
                      <m:t xml:space="preserve">w</m:t>
                    </m:r>
                  </m:oMath>
                </m:oMathPara>
              </a14:m>
              <a:endParaRPr sz="1137"/>
            </a:p>
          </p:txBody>
        </p:sp>
        <p:sp>
          <p:nvSpPr>
            <p:cNvPr id="235" name="Editable label GG"/>
            <p:cNvSpPr/>
            <p:nvPr/>
          </p:nvSpPr>
          <p:spPr>
            <a:xfrm>
              <a:off x="566056" y="1965860"/>
              <a:ext cx="202367"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90">
                        <a:solidFill>
                          <a:srgbClr val="FF484D"/>
                        </a:solidFill>
                        <a:latin typeface="Cambria Math"/>
                      </a:rPr>
                      <m:t xml:space="preserve">GG</m:t>
                    </m:r>
                  </m:oMath>
                </m:oMathPara>
              </a14:m>
              <a:endParaRPr sz="790"/>
            </a:p>
          </p:txBody>
        </p:sp>
        <p:sp>
          <p:nvSpPr>
            <p:cNvPr id="236" name="Editable label 12"/>
            <p:cNvSpPr/>
            <p:nvPr/>
          </p:nvSpPr>
          <p:spPr>
            <a:xfrm>
              <a:off x="446362" y="2075920"/>
              <a:ext cx="198700"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FF484D"/>
                        </a:solidFill>
                        <a:latin typeface="Cambria Math"/>
                      </a:rPr>
                      <m:t xml:space="preserve">12</m:t>
                    </m:r>
                  </m:oMath>
                </m:oMathPara>
              </a14:m>
              <a:endParaRPr sz="1137"/>
            </a:p>
          </p:txBody>
        </p:sp>
        <p:sp>
          <p:nvSpPr>
            <p:cNvPr id="237" name="Editable label ."/>
            <p:cNvSpPr/>
            <p:nvPr/>
          </p:nvSpPr>
          <p:spPr>
            <a:xfrm>
              <a:off x="608961" y="2075920"/>
              <a:ext cx="82166"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FF484D"/>
                        </a:solidFill>
                        <a:latin typeface="Cambria Math"/>
                      </a:rPr>
                      <m:t xml:space="preserve">.</m:t>
                    </m:r>
                  </m:oMath>
                </m:oMathPara>
              </a14:m>
              <a:endParaRPr sz="1137"/>
            </a:p>
          </p:txBody>
        </p:sp>
        <p:sp>
          <p:nvSpPr>
            <p:cNvPr id="238" name="Editable label 3"/>
            <p:cNvSpPr/>
            <p:nvPr/>
          </p:nvSpPr>
          <p:spPr>
            <a:xfrm>
              <a:off x="655026" y="2075920"/>
              <a:ext cx="117401" cy="259927"/>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137">
                        <a:solidFill>
                          <a:srgbClr val="FF484D"/>
                        </a:solidFill>
                        <a:latin typeface="Cambria Math"/>
                      </a:rPr>
                      <m:t xml:space="preserve">3</m:t>
                    </m:r>
                  </m:oMath>
                </m:oMathPara>
              </a14:m>
              <a:endParaRPr sz="1137"/>
            </a:p>
          </p:txBody>
        </p:sp>
        <p:sp>
          <p:nvSpPr>
            <p:cNvPr id="239" name="Editable label u"/>
            <p:cNvSpPr/>
            <p:nvPr/>
          </p:nvSpPr>
          <p:spPr>
            <a:xfrm>
              <a:off x="4430662" y="1196900"/>
              <a:ext cx="80927"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90">
                        <a:solidFill>
                          <a:srgbClr val="000000"/>
                        </a:solidFill>
                        <a:latin typeface="Cambria Math"/>
                      </a:rPr>
                      <m:t xml:space="preserve">u</m:t>
                    </m:r>
                  </m:oMath>
                </m:oMathPara>
              </a14:m>
              <a:endParaRPr sz="790"/>
            </a:p>
          </p:txBody>
        </p:sp>
        <p:sp>
          <p:nvSpPr>
            <p:cNvPr id="240" name="Editable label ("/>
            <p:cNvSpPr/>
            <p:nvPr/>
          </p:nvSpPr>
          <p:spPr>
            <a:xfrm>
              <a:off x="4486519" y="1196900"/>
              <a:ext cx="63277"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790">
                        <a:solidFill>
                          <a:srgbClr val="000000"/>
                        </a:solidFill>
                        <a:latin typeface="Cambria Math"/>
                      </a:rPr>
                      <m:t xml:space="preserve">(</m:t>
                    </m:r>
                  </m:oMath>
                </m:oMathPara>
              </a14:m>
              <a:endParaRPr sz="790"/>
            </a:p>
          </p:txBody>
        </p:sp>
        <p:sp>
          <p:nvSpPr>
            <p:cNvPr id="241" name="Editable label t"/>
            <p:cNvSpPr/>
            <p:nvPr/>
          </p:nvSpPr>
          <p:spPr>
            <a:xfrm>
              <a:off x="4524726" y="1196900"/>
              <a:ext cx="60570"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790">
                        <a:solidFill>
                          <a:srgbClr val="000000"/>
                        </a:solidFill>
                        <a:latin typeface="Cambria Math"/>
                      </a:rPr>
                      <m:t xml:space="preserve">t</m:t>
                    </m:r>
                  </m:oMath>
                </m:oMathPara>
              </a14:m>
              <a:endParaRPr sz="790"/>
            </a:p>
          </p:txBody>
        </p:sp>
        <p:sp>
          <p:nvSpPr>
            <p:cNvPr id="242" name="Editable label )"/>
            <p:cNvSpPr/>
            <p:nvPr/>
          </p:nvSpPr>
          <p:spPr>
            <a:xfrm>
              <a:off x="4560225" y="1196900"/>
              <a:ext cx="63277" cy="1805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790">
                        <a:solidFill>
                          <a:srgbClr val="000000"/>
                        </a:solidFill>
                        <a:latin typeface="Cambria Math"/>
                      </a:rPr>
                      <m:t xml:space="preserve">)</m:t>
                    </m:r>
                  </m:oMath>
                </m:oMathPara>
              </a14:m>
              <a:endParaRPr sz="790"/>
            </a:p>
          </p:txBody>
        </p:sp>
      </p:gr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Picture 53 — editable labels"/>
          <p:cNvGrpSpPr/>
          <p:nvPr/>
        </p:nvGrpSpPr>
        <p:grpSpPr>
          <a:xfrm>
            <a:off x="1879600" y="241300"/>
            <a:ext cx="5384799" cy="2692400"/>
            <a:chOff x="1879600" y="241300"/>
            <a:chExt cx="5384799" cy="2692400"/>
          </a:xfrm>
        </p:grpSpPr>
        <p:pic>
          <p:nvPicPr>
            <p:cNvPr id="179" name="Picture 53">
              <a:extLst>
                <a:ext uri="{FF2B5EF4-FFF2-40B4-BE49-F238E27FC236}">
                  <a16:creationId xmlns:a16="http://schemas.microsoft.com/office/drawing/2014/main" id="{4C851748-16F7-44DC-CE4B-2517DB8560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704589" y="1461180"/>
              <a:ext cx="384564" cy="272526"/>
            </a:xfrm>
            <a:prstGeom prst="rect">
              <a:avLst/>
            </a:prstGeom>
            <a:noFill/>
            <a:ln>
              <a:noFill/>
            </a:ln>
          </p:spPr>
          <p:txBody>
            <a:bodyPr wrap="none" lIns="0" tIns="0" rIns="0" bIns="0" anchor="ctr">
              <a:noAutofit/>
            </a:bodyPr>
            <a:lstStyle/>
            <a:p>
              <a:pPr algn="ctr">
                <a:buNone/>
              </a:pPr>
              <a:r>
                <a:rPr lang="en-GB" sz="1192" baseline="0" b="0" i="0" u="none">
                  <a:solidFill>
                    <a:srgbClr val="000000"/>
                  </a:solidFill>
                  <a:latin typeface="Arial"/>
                  <a:ea typeface="Arial"/>
                  <a:cs typeface="Arial"/>
                </a:rPr>
                <a:t xml:space="preserve">Proto</a:t>
              </a:r>
              <a:endParaRPr sz="1192"/>
            </a:p>
          </p:txBody>
        </p:sp>
        <p:sp>
          <p:nvSpPr>
            <p:cNvPr id="171" name="Editable label STN"/>
            <p:cNvSpPr/>
            <p:nvPr/>
          </p:nvSpPr>
          <p:spPr>
            <a:xfrm>
              <a:off x="6204314" y="1461180"/>
              <a:ext cx="325214" cy="272526"/>
            </a:xfrm>
            <a:prstGeom prst="rect">
              <a:avLst/>
            </a:prstGeom>
            <a:noFill/>
            <a:ln>
              <a:noFill/>
            </a:ln>
          </p:spPr>
          <p:txBody>
            <a:bodyPr wrap="none" lIns="0" tIns="0" rIns="0" bIns="0" anchor="ctr">
              <a:noAutofit/>
            </a:bodyPr>
            <a:lstStyle/>
            <a:p>
              <a:pPr algn="ctr">
                <a:buNone/>
              </a:pPr>
              <a:r>
                <a:rPr lang="en-GB" sz="1192" baseline="0" b="0" i="0" u="none">
                  <a:solidFill>
                    <a:srgbClr val="000000"/>
                  </a:solidFill>
                  <a:latin typeface="Arial"/>
                  <a:ea typeface="Arial"/>
                  <a:cs typeface="Arial"/>
                </a:rPr>
                <a:t xml:space="preserve">STN</a:t>
              </a:r>
              <a:endParaRPr sz="1192"/>
            </a:p>
          </p:txBody>
        </p:sp>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174A80"/>
                        </a:solidFill>
                        <a:latin typeface="Cambria Math"/>
                      </a:rPr>
                      <m:t xml:space="preserve">+</m:t>
                    </m:r>
                  </m:oMath>
                </m:oMathPara>
              </a14:m>
              <a:endParaRPr sz="2060"/>
            </a:p>
          </p:txBody>
        </p:sp>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FF484D"/>
                        </a:solidFill>
                        <a:latin typeface="Cambria Math"/>
                      </a:rPr>
                      <m:t xml:space="preserve">−</m:t>
                    </m:r>
                  </m:oMath>
                </m:oMathPara>
              </a14:m>
              <a:endParaRPr sz="2060"/>
            </a:p>
          </p:txBody>
        </p:sp>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60">
                        <a:solidFill>
                          <a:srgbClr val="FF484D"/>
                        </a:solidFill>
                        <a:latin typeface="Cambria Math"/>
                      </a:rPr>
                      <m:t xml:space="preserve">−</m:t>
                    </m:r>
                  </m:oMath>
                </m:oMathPara>
              </a14:m>
              <a:endParaRPr sz="2060"/>
            </a:p>
          </p:txBody>
        </p:sp>
        <p:sp>
          <p:nvSpPr>
            <p:cNvPr id="175" name="Editable label u"/>
            <p:cNvSpPr/>
            <p:nvPr/>
          </p:nvSpPr>
          <p:spPr>
            <a:xfrm>
              <a:off x="6926787" y="393003"/>
              <a:ext cx="101819"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93">
                        <a:solidFill>
                          <a:srgbClr val="000000"/>
                        </a:solidFill>
                        <a:latin typeface="Cambria Math"/>
                      </a:rPr>
                      <m:t xml:space="preserve">u</m:t>
                    </m:r>
                  </m:oMath>
                </m:oMathPara>
              </a14:m>
              <a:endParaRPr sz="993"/>
            </a:p>
          </p:txBody>
        </p:sp>
        <p:sp>
          <p:nvSpPr>
            <p:cNvPr id="176" name="Editable label ("/>
            <p:cNvSpPr/>
            <p:nvPr/>
          </p:nvSpPr>
          <p:spPr>
            <a:xfrm>
              <a:off x="6997063" y="393003"/>
              <a:ext cx="79613"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93">
                        <a:solidFill>
                          <a:srgbClr val="000000"/>
                        </a:solidFill>
                        <a:latin typeface="Cambria Math"/>
                      </a:rPr>
                      <m:t xml:space="preserve">(</m:t>
                    </m:r>
                  </m:oMath>
                </m:oMathPara>
              </a14:m>
              <a:endParaRPr sz="993"/>
            </a:p>
          </p:txBody>
        </p:sp>
        <p:sp>
          <p:nvSpPr>
            <p:cNvPr id="177" name="Editable label t"/>
            <p:cNvSpPr/>
            <p:nvPr/>
          </p:nvSpPr>
          <p:spPr>
            <a:xfrm>
              <a:off x="7045134" y="393003"/>
              <a:ext cx="76207"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93">
                        <a:solidFill>
                          <a:srgbClr val="000000"/>
                        </a:solidFill>
                        <a:latin typeface="Cambria Math"/>
                      </a:rPr>
                      <m:t xml:space="preserve">t</m:t>
                    </m:r>
                  </m:oMath>
                </m:oMathPara>
              </a14:m>
              <a:endParaRPr sz="993"/>
            </a:p>
          </p:txBody>
        </p:sp>
        <p:sp>
          <p:nvSpPr>
            <p:cNvPr id="178" name="Editable label )"/>
            <p:cNvSpPr/>
            <p:nvPr/>
          </p:nvSpPr>
          <p:spPr>
            <a:xfrm>
              <a:off x="7089798" y="393003"/>
              <a:ext cx="79613" cy="227106"/>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993">
                        <a:solidFill>
                          <a:srgbClr val="000000"/>
                        </a:solidFill>
                        <a:latin typeface="Cambria Math"/>
                      </a:rPr>
                      <m:t xml:space="preserve">)</m:t>
                    </m:r>
                  </m:oMath>
                </m:oMathPara>
              </a14:m>
              <a:endParaRPr sz="993"/>
            </a:p>
          </p:txBody>
        </p:sp>
      </p:grpSp>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24</a:t>
            </a:fld>
            <a:endParaRPr lang="en-GB"/>
          </a:p>
        </p:txBody>
      </p:sp>
    </p:spTree>
    <p:extLst>
      <p:ext uri="{BB962C8B-B14F-4D97-AF65-F5344CB8AC3E}">
        <p14:creationId xmlns:p14="http://schemas.microsoft.com/office/powerpoint/2010/main" val="2552327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2B351A27-2846-143A-E00A-795FD169B7AB}"/>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FBA3A7AC-E112-18DA-5846-15A0A8A9D1C2}"/>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662A3A4-8DF1-D6E0-1931-D076963E83EF}"/>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2E54A5CF-B52C-453F-1D60-DB2B93042074}"/>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8C0571E3-AAF1-F7BA-8E2D-ADD254930E4F}"/>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2B3FEF26-D77A-582D-C9A1-F5FEDF2CF236}"/>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C1AE7610-3DF2-8CF1-99B1-AF1DAE5C1B0F}"/>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CBE53249-4A91-8E04-779D-6C4A5FCE1C54}"/>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189A1EF-83A4-D361-418D-4135F5ECB8FE}"/>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22554C4F-0D53-ECC3-7EC4-F0EF77CD8ADF}"/>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15108947-7C42-21E1-85A3-2C512C23EECC}"/>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15108947-7C42-21E1-85A3-2C512C23EECC}"/>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3C382F68-3937-399E-F0E7-0E7966EA28CF}"/>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75021C27-6F67-FB7B-4D5F-A1A9F7C4B0FF}"/>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1B92FCE4-26A3-87E2-D4FF-5FC06879EC92}"/>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47454DDC-7C2A-49CA-5E55-0BA9EE59E3A1}"/>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05F65B80-3749-0C09-C890-1BAE2BCE4C67}"/>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E2E63A7A-B03A-AD3E-A0AA-385DE37211D8}"/>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4D13A52B-9A4C-EEE2-8242-A4F0582B4F88}"/>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4D13A52B-9A4C-EEE2-8242-A4F0582B4F88}"/>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4494339E-7228-2420-84AE-AEA2B169285A}"/>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9041AB1A-1824-4979-E73A-0E3CA64DD22B}"/>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9041AB1A-1824-4979-E73A-0E3CA64DD22B}"/>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947A91F9-F536-6302-704C-C5506E312978}"/>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947A91F9-F536-6302-704C-C5506E312978}"/>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BA6BED52-682A-1DA1-5F46-3DAD1879DD4C}"/>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BA6BED52-682A-1DA1-5F46-3DAD1879DD4C}"/>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0DABDF4A-A338-875D-1B14-2B18722151F0}"/>
                </a:ext>
              </a:extLst>
            </p:cNvPr>
            <p:cNvSpPr/>
            <p:nvPr/>
          </p:nvSpPr>
          <p:spPr>
            <a:xfrm>
              <a:off x="1700530" y="1449324"/>
              <a:ext cx="281940" cy="281940"/>
            </a:xfrm>
            <a:prstGeom prst="roundRect">
              <a:avLst>
                <a:gd name="adj" fmla="val 5000"/>
              </a:avLst>
            </a:prstGeom>
            <a:solidFill>
              <a:srgbClr val="FFFFFF"/>
            </a:solidFill>
            <a:ln w="10795">
              <a:solidFill>
                <a:srgbClr val="D61016"/>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8C6A3DA1-F5FC-8466-834D-B32F259936EE}"/>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80">
                            <a:solidFill>
                              <a:srgbClr val="D61016"/>
                            </a:solidFill>
                            <a:latin typeface="Cambria Math"/>
                          </a:rPr>
                          <m:t>Δ</m:t>
                        </m:r>
                      </m:oMath>
                    </m:oMathPara>
                  </a14:m>
                  <a:endParaRPr sz="2180"/>
                </a:p>
              </p:txBody>
            </p:sp>
          </mc:Choice>
          <mc:Fallback xmlns="">
            <p:sp>
              <p:nvSpPr>
                <p:cNvPr id="38" name="Uncertainty label">
                  <a:extLst>
                    <a:ext uri="{FF2B5EF4-FFF2-40B4-BE49-F238E27FC236}">
                      <a16:creationId xmlns:a16="http://schemas.microsoft.com/office/drawing/2014/main" id="{8C6A3DA1-F5FC-8466-834D-B32F259936EE}"/>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6879E53A-1984-0E96-471C-45B6ED911AF7}"/>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4DAB4CEC-A566-22F5-2C88-F5F3D12FC35E}"/>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4DAB4CEC-A566-22F5-2C88-F5F3D12FC35E}"/>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98610815-7C1B-A815-52F5-37F7A9439120}"/>
                </a:ext>
              </a:extLst>
            </p:cNvPr>
            <p:cNvSpPr/>
            <p:nvPr/>
          </p:nvSpPr>
          <p:spPr>
            <a:xfrm>
              <a:off x="2499360" y="1176782"/>
              <a:ext cx="469900" cy="469900"/>
            </a:xfrm>
            <a:prstGeom prst="roundRect">
              <a:avLst>
                <a:gd name="adj" fmla="val 5000"/>
              </a:avLst>
            </a:prstGeom>
            <a:solidFill>
              <a:srgbClr val="FFFFFF"/>
            </a:solidFill>
            <a:ln w="10795">
              <a:solidFill>
                <a:srgbClr val="C81919"/>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3DDFA440-AA5B-457E-1A26-2B4DC30B5F1D}"/>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rgbClr val="C00000"/>
                            </a:solidFill>
                            <a:latin typeface="Cambria Math"/>
                          </a:rPr>
                          <m:t>Θ</m:t>
                        </m:r>
                      </m:oMath>
                    </m:oMathPara>
                  </a14:m>
                  <a:endParaRPr lang="el-GR" sz="2180" dirty="0">
                    <a:solidFill>
                      <a:srgbClr val="C00000"/>
                    </a:solidFill>
                  </a:endParaRPr>
                </a:p>
              </p:txBody>
            </p:sp>
          </mc:Choice>
          <mc:Fallback xmlns="">
            <p:sp>
              <p:nvSpPr>
                <p:cNvPr id="42" name="Dynamic filter label">
                  <a:extLst>
                    <a:ext uri="{FF2B5EF4-FFF2-40B4-BE49-F238E27FC236}">
                      <a16:creationId xmlns:a16="http://schemas.microsoft.com/office/drawing/2014/main" id="{3DDFA440-AA5B-457E-1A26-2B4DC30B5F1D}"/>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32B05808-E0FE-E29C-385E-D40B2E7D9E63}"/>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ℐ</m:t>
                        </m:r>
                        <m:r>
                          <a:rPr sz="2180">
                            <a:solidFill>
                              <a:srgbClr val="252529"/>
                            </a:solidFill>
                            <a:latin typeface="Cambria Math"/>
                          </a:rPr>
                          <m:t>≤−</m:t>
                        </m:r>
                        <m:r>
                          <a:rPr sz="2180">
                            <a:solidFill>
                              <a:srgbClr val="252529"/>
                            </a:solidFill>
                            <a:latin typeface="Cambria Math"/>
                          </a:rPr>
                          <m:t>𝜀</m:t>
                        </m:r>
                        <m:sSubSup>
                          <m:sSubSupPr>
                            <m:ctrlPr>
                              <a:rPr lang="ar-AE" sz="2180" i="1">
                                <a:solidFill>
                                  <a:srgbClr val="252529"/>
                                </a:solidFill>
                                <a:latin typeface="Cambria Math" panose="02040503050406030204" pitchFamily="18" charset="0"/>
                              </a:rPr>
                            </m:ctrlPr>
                          </m:sSubSupPr>
                          <m:e>
                            <m:d>
                              <m:dPr>
                                <m:begChr m:val="‖"/>
                                <m:endChr m:val="‖"/>
                                <m:ctrlPr>
                                  <a:rPr lang="ar-AE" sz="2180" i="1">
                                    <a:solidFill>
                                      <a:srgbClr val="252529"/>
                                    </a:solidFill>
                                    <a:latin typeface="Cambria Math" panose="02040503050406030204" pitchFamily="18" charset="0"/>
                                  </a:rPr>
                                </m:ctrlPr>
                              </m:dPr>
                              <m:e>
                                <m:sSub>
                                  <m:sSubPr>
                                    <m:ctrlPr>
                                      <a:rPr lang="ar-AE" sz="2180">
                                        <a:solidFill>
                                          <a:srgbClr val="252529"/>
                                        </a:solidFill>
                                        <a:latin typeface="Cambria Math"/>
                                      </a:rPr>
                                    </m:ctrlPr>
                                  </m:sSubPr>
                                  <m:e>
                                    <m:r>
                                      <a:rPr lang="ar-AE" sz="2180">
                                        <a:solidFill>
                                          <a:srgbClr val="252529"/>
                                        </a:solidFill>
                                        <a:latin typeface="Cambria Math"/>
                                      </a:rPr>
                                      <m:t>𝑝</m:t>
                                    </m:r>
                                  </m:e>
                                  <m:sub>
                                    <m:r>
                                      <a:rPr lang="ar-AE" sz="2180">
                                        <a:solidFill>
                                          <a:srgbClr val="252529"/>
                                        </a:solidFill>
                                        <a:latin typeface="Cambria Math"/>
                                      </a:rPr>
                                      <m:t>𝑇</m:t>
                                    </m:r>
                                  </m:sub>
                                </m:sSub>
                                <m:r>
                                  <a:rPr lang="ar-AE" sz="2180">
                                    <a:solidFill>
                                      <a:srgbClr val="252529"/>
                                    </a:solidFill>
                                    <a:latin typeface="Cambria Math"/>
                                  </a:rPr>
                                  <m:t>𝑤</m:t>
                                </m:r>
                              </m:e>
                            </m:d>
                          </m:e>
                          <m:sub>
                            <m:sSub>
                              <m:sSubPr>
                                <m:ctrlPr>
                                  <a:rPr lang="en-US" sz="2180" b="0" i="1" smtClean="0">
                                    <a:solidFill>
                                      <a:srgbClr val="252529"/>
                                    </a:solidFill>
                                    <a:latin typeface="Cambria Math" panose="02040503050406030204" pitchFamily="18" charset="0"/>
                                  </a:rPr>
                                </m:ctrlPr>
                              </m:sSubPr>
                              <m:e>
                                <m:r>
                                  <m:rPr>
                                    <m:sty m:val="p"/>
                                  </m:rPr>
                                  <a:rPr lang="en-US" sz="2180" b="0" i="1" smtClean="0">
                                    <a:solidFill>
                                      <a:srgbClr val="252529"/>
                                    </a:solidFill>
                                    <a:latin typeface="Cambria Math" panose="02040503050406030204" pitchFamily="18" charset="0"/>
                                  </a:rPr>
                                  <m:t>L</m:t>
                                </m:r>
                              </m:e>
                              <m:sub>
                                <m:r>
                                  <a:rPr lang="en-US" sz="2180" b="0" i="1" smtClean="0">
                                    <a:solidFill>
                                      <a:srgbClr val="252529"/>
                                    </a:solidFill>
                                    <a:latin typeface="Cambria Math" panose="02040503050406030204" pitchFamily="18" charset="0"/>
                                  </a:rPr>
                                  <m:t>[</m:t>
                                </m:r>
                                <m:r>
                                  <m:rPr>
                                    <m:sty m:val="p"/>
                                  </m:rPr>
                                  <a:rPr lang="en-US" sz="2180" b="0" i="1" smtClean="0">
                                    <a:solidFill>
                                      <a:srgbClr val="252529"/>
                                    </a:solidFill>
                                    <a:latin typeface="Cambria Math" panose="02040503050406030204" pitchFamily="18" charset="0"/>
                                  </a:rPr>
                                  <m:t>a</m:t>
                                </m:r>
                                <m:r>
                                  <a:rPr lang="en-US" sz="2180" b="0" i="1" smtClean="0">
                                    <a:solidFill>
                                      <a:srgbClr val="252529"/>
                                    </a:solidFill>
                                    <a:latin typeface="Cambria Math" panose="02040503050406030204" pitchFamily="18" charset="0"/>
                                  </a:rPr>
                                  <m:t>,</m:t>
                                </m:r>
                                <m:r>
                                  <m:rPr>
                                    <m:sty m:val="p"/>
                                  </m:rPr>
                                  <a:rPr lang="en-US" sz="2180" b="0" i="1" smtClean="0">
                                    <a:solidFill>
                                      <a:srgbClr val="252529"/>
                                    </a:solidFill>
                                    <a:latin typeface="Cambria Math" panose="02040503050406030204" pitchFamily="18" charset="0"/>
                                  </a:rPr>
                                  <m:t>b</m:t>
                                </m:r>
                                <m:r>
                                  <a:rPr lang="en-US" sz="2180" b="0" i="1" smtClean="0">
                                    <a:solidFill>
                                      <a:srgbClr val="252529"/>
                                    </a:solidFill>
                                    <a:latin typeface="Cambria Math" panose="02040503050406030204" pitchFamily="18" charset="0"/>
                                  </a:rPr>
                                  <m:t>]</m:t>
                                </m:r>
                              </m:sub>
                            </m:sSub>
                          </m:sub>
                          <m:sup>
                            <m:r>
                              <a:rPr lang="en-US" sz="2180" b="0" i="1" smtClean="0">
                                <a:solidFill>
                                  <a:srgbClr val="252529"/>
                                </a:solidFill>
                                <a:latin typeface="Cambria Math" panose="02040503050406030204" pitchFamily="18" charset="0"/>
                              </a:rPr>
                              <m:t>2</m:t>
                            </m:r>
                          </m:sup>
                        </m:sSubSup>
                      </m:oMath>
                    </m:oMathPara>
                  </a14:m>
                  <a:endParaRPr sz="2180" dirty="0"/>
                </a:p>
              </p:txBody>
            </p:sp>
          </mc:Choice>
          <mc:Fallback xmlns="">
            <p:sp>
              <p:nvSpPr>
                <p:cNvPr id="65" name="Filter condition">
                  <a:extLst>
                    <a:ext uri="{FF2B5EF4-FFF2-40B4-BE49-F238E27FC236}">
                      <a16:creationId xmlns:a16="http://schemas.microsoft.com/office/drawing/2014/main" id="{32B05808-E0FE-E29C-385E-D40B2E7D9E63}"/>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b="-8333"/>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0E86BD67-6682-17E4-CE5F-38AC6D4DE7AC}"/>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7275327D-1F70-1B31-1B75-F1F6C4F88DA1}"/>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A4F6E66B-D510-7F2D-DFEB-D4825B8E6D4D}"/>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0EEE4F66-4F1C-31AE-AA94-46E77F7BA49F}"/>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05AD7754-CBFF-0888-0694-0F2A606DB2B5}"/>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D92FDB3C-9340-5D97-4200-7C8EA9E4C587}"/>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78A7E6C9-FEF6-7095-8F15-7056D7186563}"/>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12F0FC36-A4E2-31A3-D967-766F74FEEE4C}"/>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2B6356F1-14C5-92C4-F069-72C0A71AC2DB}"/>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677524B1-1ECA-6EC2-6DF3-63C40EBA2B73}"/>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85CEBA1-2F7A-C307-436D-DE1545DFE495}"/>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D85CEBA1-2F7A-C307-436D-DE1545DFE495}"/>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73587D5C-867E-8298-3C50-C2F8E53EB3E9}"/>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8BC8C96D-BA3D-FD7B-8260-7463BFEEEA42}"/>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23F37921-1C01-8432-2EB4-F8F00BE4E9CF}"/>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8C71EFC0-DF99-29EA-2497-CDCFB6A371F0}"/>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C0C019D8-EA7F-0A1E-E255-04428833BEA5}"/>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7E4F229A-0DC8-C318-F6C2-399CCD17EDDE}"/>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1B934263-477B-B976-E244-F9EF7B021F5C}"/>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1B934263-477B-B976-E244-F9EF7B021F5C}"/>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BEA09392-0576-9660-B8F6-D05577A4A146}"/>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A93FDFD4-DB53-C928-3040-21F0A82A18EC}"/>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A93FDFD4-DB53-C928-3040-21F0A82A18EC}"/>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3E08FB83-289A-DAAA-833F-D6C61041D40C}"/>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3E08FB83-289A-DAAA-833F-D6C61041D40C}"/>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2BF17245-3118-4361-555C-B083BE52C521}"/>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2BF17245-3118-4361-555C-B083BE52C521}"/>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E195C4BD-23C3-C0DF-73D7-5FC5122731D3}"/>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0678A6BC-04A9-853C-BF96-2EB611919A64}"/>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Δ</m:t>
                        </m:r>
                      </m:oMath>
                    </m:oMathPara>
                  </a14:m>
                  <a:endParaRPr lang="el-GR" sz="2180" dirty="0">
                    <a:solidFill>
                      <a:schemeClr val="tx1"/>
                    </a:solidFill>
                  </a:endParaRPr>
                </a:p>
              </p:txBody>
            </p:sp>
          </mc:Choice>
          <mc:Fallback xmlns="">
            <p:sp>
              <p:nvSpPr>
                <p:cNvPr id="38" name="Uncertainty label">
                  <a:extLst>
                    <a:ext uri="{FF2B5EF4-FFF2-40B4-BE49-F238E27FC236}">
                      <a16:creationId xmlns:a16="http://schemas.microsoft.com/office/drawing/2014/main" id="{0678A6BC-04A9-853C-BF96-2EB611919A64}"/>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A0C36CD6-E1C7-08AC-AD7C-E70D589A2048}"/>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7A78D1FB-7930-5414-4EB0-B0B343CF44E8}"/>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7A78D1FB-7930-5414-4EB0-B0B343CF44E8}"/>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95784287-F565-B54B-B7AC-C381AD5E036F}"/>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03490DDE-4BE1-14B5-0711-C7695C21AE25}"/>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Θ</m:t>
                        </m:r>
                      </m:oMath>
                    </m:oMathPara>
                  </a14:m>
                  <a:endParaRPr lang="el-GR" sz="2180" dirty="0">
                    <a:solidFill>
                      <a:schemeClr val="tx1"/>
                    </a:solidFill>
                  </a:endParaRPr>
                </a:p>
              </p:txBody>
            </p:sp>
          </mc:Choice>
          <mc:Fallback xmlns="">
            <p:sp>
              <p:nvSpPr>
                <p:cNvPr id="42" name="Dynamic filter label">
                  <a:extLst>
                    <a:ext uri="{FF2B5EF4-FFF2-40B4-BE49-F238E27FC236}">
                      <a16:creationId xmlns:a16="http://schemas.microsoft.com/office/drawing/2014/main" id="{03490DDE-4BE1-14B5-0711-C7695C21AE25}"/>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EDF14D0D-B1C5-FD7C-9CD9-1F98714168EF}"/>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nl-NL" sz="2180" i="1" smtClean="0">
                            <a:solidFill>
                              <a:srgbClr val="C00000"/>
                            </a:solidFill>
                            <a:latin typeface="Cambria Math" panose="02040503050406030204" pitchFamily="18" charset="0"/>
                          </a:rPr>
                          <m:t>ℐ</m:t>
                        </m:r>
                        <m:r>
                          <a:rPr lang="nl-NL" sz="2180" i="1" smtClean="0">
                            <a:solidFill>
                              <a:srgbClr val="C00000"/>
                            </a:solidFill>
                            <a:latin typeface="Cambria Math" panose="02040503050406030204" pitchFamily="18" charset="0"/>
                          </a:rPr>
                          <m:t>≤−</m:t>
                        </m:r>
                        <m:r>
                          <a:rPr lang="nl-NL" sz="2180" i="1" smtClean="0">
                            <a:solidFill>
                              <a:srgbClr val="C00000"/>
                            </a:solidFill>
                            <a:latin typeface="Cambria Math" panose="02040503050406030204" pitchFamily="18" charset="0"/>
                          </a:rPr>
                          <m:t>𝜀</m:t>
                        </m:r>
                        <m:sSup>
                          <m:sSupPr>
                            <m:ctrlPr>
                              <a:rPr lang="nl-NL" sz="2180" i="1" smtClean="0">
                                <a:solidFill>
                                  <a:srgbClr val="C00000"/>
                                </a:solidFill>
                                <a:latin typeface="Cambria Math" panose="02040503050406030204" pitchFamily="18" charset="0"/>
                              </a:rPr>
                            </m:ctrlPr>
                          </m:sSupPr>
                          <m:e>
                            <m:d>
                              <m:dPr>
                                <m:begChr m:val="‖"/>
                                <m:endChr m:val="‖"/>
                                <m:ctrlPr>
                                  <a:rPr lang="nl-NL" sz="2180" i="1" smtClean="0">
                                    <a:solidFill>
                                      <a:srgbClr val="C00000"/>
                                    </a:solidFill>
                                    <a:latin typeface="Cambria Math" panose="02040503050406030204" pitchFamily="18" charset="0"/>
                                  </a:rPr>
                                </m:ctrlPr>
                              </m:dPr>
                              <m:e>
                                <m:sSub>
                                  <m:sSubPr>
                                    <m:ctrlPr>
                                      <a:rPr lang="nl-NL" sz="2180" i="1" smtClean="0">
                                        <a:solidFill>
                                          <a:srgbClr val="C00000"/>
                                        </a:solidFill>
                                        <a:latin typeface="Cambria Math" panose="02040503050406030204" pitchFamily="18" charset="0"/>
                                      </a:rPr>
                                    </m:ctrlPr>
                                  </m:sSubPr>
                                  <m:e>
                                    <m:r>
                                      <a:rPr lang="nl-NL" sz="2180" i="1" smtClean="0">
                                        <a:solidFill>
                                          <a:srgbClr val="C00000"/>
                                        </a:solidFill>
                                        <a:latin typeface="Cambria Math" panose="02040503050406030204" pitchFamily="18" charset="0"/>
                                      </a:rPr>
                                      <m:t>𝑝</m:t>
                                    </m:r>
                                  </m:e>
                                  <m:sub>
                                    <m:r>
                                      <a:rPr lang="nl-NL" sz="2180" i="1" smtClean="0">
                                        <a:solidFill>
                                          <a:srgbClr val="C00000"/>
                                        </a:solidFill>
                                        <a:latin typeface="Cambria Math" panose="02040503050406030204" pitchFamily="18" charset="0"/>
                                      </a:rPr>
                                      <m:t>𝑇</m:t>
                                    </m:r>
                                  </m:sub>
                                </m:sSub>
                                <m:r>
                                  <a:rPr lang="nl-NL" sz="2180" i="1" smtClean="0">
                                    <a:solidFill>
                                      <a:srgbClr val="C00000"/>
                                    </a:solidFill>
                                    <a:latin typeface="Cambria Math" panose="02040503050406030204" pitchFamily="18" charset="0"/>
                                  </a:rPr>
                                  <m:t>𝑤</m:t>
                                </m:r>
                              </m:e>
                            </m:d>
                          </m:e>
                          <m:sup>
                            <m:r>
                              <a:rPr lang="nl-NL" sz="2180" i="1" smtClean="0">
                                <a:solidFill>
                                  <a:srgbClr val="C00000"/>
                                </a:solidFill>
                                <a:latin typeface="Cambria Math" panose="02040503050406030204" pitchFamily="18" charset="0"/>
                              </a:rPr>
                              <m:t>2</m:t>
                            </m:r>
                          </m:sup>
                        </m:sSup>
                      </m:oMath>
                    </m:oMathPara>
                  </a14:m>
                  <a:endParaRPr sz="2180" dirty="0"/>
                </a:p>
              </p:txBody>
            </p:sp>
          </mc:Choice>
          <mc:Fallback xmlns="">
            <p:sp>
              <p:nvSpPr>
                <p:cNvPr id="65" name="Filter condition">
                  <a:extLst>
                    <a:ext uri="{FF2B5EF4-FFF2-40B4-BE49-F238E27FC236}">
                      <a16:creationId xmlns:a16="http://schemas.microsoft.com/office/drawing/2014/main" id="{EDF14D0D-B1C5-FD7C-9CD9-1F98714168EF}"/>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79B2B8FB-4669-C88A-1BE2-1876C0968A02}"/>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1EBA9207-8CAF-F774-E8EB-5B58CEFF1218}"/>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5D197C8-117B-C964-6676-CD7A6BBF0DB2}"/>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26681FD8-311C-65A6-5543-5C81DD411D74}"/>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9900CD6D-102D-58F3-847B-BF081FE33001}"/>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75E3689C-5309-8768-72AC-F89830FAE7E2}"/>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0AB016BA-6671-13E4-F260-D2C25EBBB744}"/>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3AA397BE-E435-82B3-737C-CAEE0FCB0994}"/>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1B3A61A7-B648-919C-CE85-BE5F6F9F7D9E}"/>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00E852F7-2E12-ECC6-8E84-0176923C9E0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A4CBC0C6-04BA-8B2A-75B3-234A71DEF844}"/>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A4CBC0C6-04BA-8B2A-75B3-234A71DEF844}"/>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A5A18817-C9E8-78F4-7C7D-0E04122FB1DA}"/>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87BC70F1-B0F5-B8B7-2D34-815F9894BEC3}"/>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F9D32066-316F-2C7F-000B-5AA4C4860434}"/>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A78C0FD2-DD00-0B1C-01FC-EB8E4506714A}"/>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59B08BA5-6139-6890-24D8-D6701FC73D13}"/>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615E50E7-1782-66DF-CE37-D0B9281FBD00}"/>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939B0C8B-445E-2E65-E3C4-0349721B6D8A}"/>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939B0C8B-445E-2E65-E3C4-0349721B6D8A}"/>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D631EA02-DC3E-6862-366A-D2E382CF40A5}"/>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C5122808-3428-B06E-EAB8-573287D7E5A8}"/>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C5122808-3428-B06E-EAB8-573287D7E5A8}"/>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9250FFD5-F8A0-2A95-7AFF-5E8150432832}"/>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9250FFD5-F8A0-2A95-7AFF-5E8150432832}"/>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B83001DC-3BF2-C5A8-285B-7DE11A5FBB94}"/>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B83001DC-3BF2-C5A8-285B-7DE11A5FBB94}"/>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A58729E0-87D9-07C4-22AE-523B10181E2F}"/>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5ACD1DBA-D0E5-F7F3-3413-6F2C20949E57}"/>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Δ</m:t>
                        </m:r>
                      </m:oMath>
                    </m:oMathPara>
                  </a14:m>
                  <a:endParaRPr lang="el-GR" sz="2180" dirty="0">
                    <a:solidFill>
                      <a:schemeClr val="tx1"/>
                    </a:solidFill>
                  </a:endParaRPr>
                </a:p>
              </p:txBody>
            </p:sp>
          </mc:Choice>
          <mc:Fallback xmlns="">
            <p:sp>
              <p:nvSpPr>
                <p:cNvPr id="38" name="Uncertainty label">
                  <a:extLst>
                    <a:ext uri="{FF2B5EF4-FFF2-40B4-BE49-F238E27FC236}">
                      <a16:creationId xmlns:a16="http://schemas.microsoft.com/office/drawing/2014/main" id="{5ACD1DBA-D0E5-F7F3-3413-6F2C20949E57}"/>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3E73A612-D529-ECEB-A7E1-EFB2011CE2C8}"/>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03620FC3-AC24-F149-E6BF-CD73432E918D}"/>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03620FC3-AC24-F149-E6BF-CD73432E918D}"/>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8575A7EA-53DC-46A8-8F8C-B6614FB898D4}"/>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9776CB1C-DD43-EC0C-9401-47DD6D9FF489}"/>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Θ</m:t>
                        </m:r>
                      </m:oMath>
                    </m:oMathPara>
                  </a14:m>
                  <a:endParaRPr lang="el-GR" sz="2180" dirty="0">
                    <a:solidFill>
                      <a:schemeClr val="tx1"/>
                    </a:solidFill>
                  </a:endParaRPr>
                </a:p>
              </p:txBody>
            </p:sp>
          </mc:Choice>
          <mc:Fallback xmlns="">
            <p:sp>
              <p:nvSpPr>
                <p:cNvPr id="42" name="Dynamic filter label">
                  <a:extLst>
                    <a:ext uri="{FF2B5EF4-FFF2-40B4-BE49-F238E27FC236}">
                      <a16:creationId xmlns:a16="http://schemas.microsoft.com/office/drawing/2014/main" id="{9776CB1C-DD43-EC0C-9401-47DD6D9FF489}"/>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69FB7130-6980-5C95-138E-E6B955B1DE64}"/>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2180" i="1" smtClean="0">
                            <a:solidFill>
                              <a:srgbClr val="000000"/>
                            </a:solidFill>
                            <a:latin typeface="Cambria Math" panose="02040503050406030204" pitchFamily="18" charset="0"/>
                          </a:rPr>
                          <m:t>ℐ</m:t>
                        </m:r>
                        <m:r>
                          <a:rPr lang="ar-AE" sz="2180" i="1" smtClean="0">
                            <a:solidFill>
                              <a:srgbClr val="000000"/>
                            </a:solidFill>
                            <a:latin typeface="Cambria Math" panose="02040503050406030204" pitchFamily="18" charset="0"/>
                          </a:rPr>
                          <m:t>≤−</m:t>
                        </m:r>
                        <m:r>
                          <a:rPr lang="ar-AE" sz="2180" i="1" smtClean="0">
                            <a:solidFill>
                              <a:srgbClr val="000000"/>
                            </a:solidFill>
                            <a:latin typeface="Cambria Math" panose="02040503050406030204" pitchFamily="18" charset="0"/>
                          </a:rPr>
                          <m:t>𝜀</m:t>
                        </m:r>
                        <m:sSup>
                          <m:sSupPr>
                            <m:ctrlPr>
                              <a:rPr lang="ar-AE" sz="2180" i="1" smtClean="0">
                                <a:solidFill>
                                  <a:srgbClr val="000000"/>
                                </a:solidFill>
                                <a:latin typeface="Cambria Math" panose="02040503050406030204" pitchFamily="18" charset="0"/>
                              </a:rPr>
                            </m:ctrlPr>
                          </m:sSupPr>
                          <m:e>
                            <m:d>
                              <m:dPr>
                                <m:begChr m:val="‖"/>
                                <m:endChr m:val="‖"/>
                                <m:ctrlPr>
                                  <a:rPr lang="ar-AE" sz="2180" i="1" smtClean="0">
                                    <a:solidFill>
                                      <a:srgbClr val="000000"/>
                                    </a:solidFill>
                                    <a:latin typeface="Cambria Math" panose="02040503050406030204" pitchFamily="18" charset="0"/>
                                  </a:rPr>
                                </m:ctrlPr>
                              </m:dPr>
                              <m:e>
                                <m:sSub>
                                  <m:sSubPr>
                                    <m:ctrlPr>
                                      <a:rPr lang="ar-AE" sz="2180" i="1" smtClean="0">
                                        <a:solidFill>
                                          <a:srgbClr val="000000"/>
                                        </a:solidFill>
                                        <a:latin typeface="Cambria Math" panose="02040503050406030204" pitchFamily="18" charset="0"/>
                                      </a:rPr>
                                    </m:ctrlPr>
                                  </m:sSubPr>
                                  <m:e>
                                    <m:r>
                                      <a:rPr lang="ar-AE" sz="2180" i="1" smtClean="0">
                                        <a:solidFill>
                                          <a:srgbClr val="000000"/>
                                        </a:solidFill>
                                        <a:latin typeface="Cambria Math" panose="02040503050406030204" pitchFamily="18" charset="0"/>
                                      </a:rPr>
                                      <m:t>𝑝</m:t>
                                    </m:r>
                                  </m:e>
                                  <m:sub>
                                    <m:r>
                                      <a:rPr lang="ar-AE" sz="2180" i="1" smtClean="0">
                                        <a:solidFill>
                                          <a:srgbClr val="000000"/>
                                        </a:solidFill>
                                        <a:latin typeface="Cambria Math" panose="02040503050406030204" pitchFamily="18" charset="0"/>
                                      </a:rPr>
                                      <m:t>𝑇</m:t>
                                    </m:r>
                                  </m:sub>
                                </m:sSub>
                                <m:r>
                                  <a:rPr lang="ar-AE" sz="2180" i="1" smtClean="0">
                                    <a:solidFill>
                                      <a:srgbClr val="000000"/>
                                    </a:solidFill>
                                    <a:latin typeface="Cambria Math" panose="02040503050406030204" pitchFamily="18" charset="0"/>
                                  </a:rPr>
                                  <m:t>𝑤</m:t>
                                </m:r>
                              </m:e>
                            </m:d>
                          </m:e>
                          <m:sup>
                            <m:r>
                              <a:rPr lang="ar-AE" sz="2180" i="1" smtClean="0">
                                <a:solidFill>
                                  <a:srgbClr val="000000"/>
                                </a:solidFill>
                                <a:latin typeface="Cambria Math" panose="02040503050406030204" pitchFamily="18" charset="0"/>
                              </a:rPr>
                              <m:t>2</m:t>
                            </m:r>
                          </m:sup>
                        </m:sSup>
                      </m:oMath>
                    </m:oMathPara>
                  </a14:m>
                  <a:endParaRPr lang="ar-AE" sz="2180" dirty="0">
                    <a:solidFill>
                      <a:srgbClr val="000000"/>
                    </a:solidFill>
                  </a:endParaRPr>
                </a:p>
              </p:txBody>
            </p:sp>
          </mc:Choice>
          <mc:Fallback xmlns="">
            <p:sp>
              <p:nvSpPr>
                <p:cNvPr id="65" name="Filter condition">
                  <a:extLst>
                    <a:ext uri="{FF2B5EF4-FFF2-40B4-BE49-F238E27FC236}">
                      <a16:creationId xmlns:a16="http://schemas.microsoft.com/office/drawing/2014/main" id="{69FB7130-6980-5C95-138E-E6B955B1DE64}"/>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grpSp>
        <p:nvGrpSpPr>
          <p:cNvPr id="2" name="Group 1">
            <a:extLst>
              <a:ext uri="{FF2B5EF4-FFF2-40B4-BE49-F238E27FC236}">
                <a16:creationId xmlns:a16="http://schemas.microsoft.com/office/drawing/2014/main" id="{DC8A0FEE-3B6C-9840-BBD0-E98EE0327B4C}"/>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618BEFC1-2B48-E812-DD46-95EB2CAE2D4E}"/>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C5180449-658B-C37C-A29E-F7183FE5F6DC}"/>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37230ED5-7458-15B2-7FC6-67DEC4D7A2EA}"/>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B9DDC026-99B3-77FD-9A6D-69E6260E63F0}"/>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D2A7F818-BA1E-737C-58C6-E771FA1D2DDD}"/>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1963F73D-3610-BD73-3439-099CFD19CB10}"/>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C5F1DAAA-94EE-1D94-C30F-CEA226097160}"/>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DA9E895C-5E7F-802A-9201-572887CCCFF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7CA14748-F803-4D63-2910-502BEF6B9C3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0114F2E3-B434-6D0B-D310-9DF149AFA250}"/>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0114F2E3-B434-6D0B-D310-9DF149AFA250}"/>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E1B4EF69-21DC-95E5-25D8-F61003F676A5}"/>
              </a:ext>
            </a:extLst>
          </p:cNvPr>
          <p:cNvGrpSpPr/>
          <p:nvPr/>
        </p:nvGrpSpPr>
        <p:grpSpPr>
          <a:xfrm>
            <a:off x="6814614" y="1182169"/>
            <a:ext cx="2968414" cy="1252983"/>
            <a:chOff x="889000" y="1176782"/>
            <a:chExt cx="3429000" cy="1433068"/>
          </a:xfrm>
        </p:grpSpPr>
        <p:sp>
          <p:nvSpPr>
            <p:cNvPr id="26" name="Plant to uncertainty">
              <a:extLst>
                <a:ext uri="{FF2B5EF4-FFF2-40B4-BE49-F238E27FC236}">
                  <a16:creationId xmlns:a16="http://schemas.microsoft.com/office/drawing/2014/main" id="{A6144750-7B15-CE9A-0F57-1C4D55EBF260}"/>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1200"/>
            </a:p>
          </p:txBody>
        </p:sp>
        <p:sp>
          <p:nvSpPr>
            <p:cNvPr id="27" name="Uncertainty to plant">
              <a:extLst>
                <a:ext uri="{FF2B5EF4-FFF2-40B4-BE49-F238E27FC236}">
                  <a16:creationId xmlns:a16="http://schemas.microsoft.com/office/drawing/2014/main" id="{939A7D96-4978-F194-0A80-F2FE7C60DBD0}"/>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1200"/>
            </a:p>
          </p:txBody>
        </p:sp>
        <p:sp>
          <p:nvSpPr>
            <p:cNvPr id="29" name="z filter input">
              <a:extLst>
                <a:ext uri="{FF2B5EF4-FFF2-40B4-BE49-F238E27FC236}">
                  <a16:creationId xmlns:a16="http://schemas.microsoft.com/office/drawing/2014/main" id="{11856AA2-E39C-472C-E9E6-C894CD565870}"/>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1200"/>
            </a:p>
          </p:txBody>
        </p:sp>
        <p:sp>
          <p:nvSpPr>
            <p:cNvPr id="30" name="w filter input">
              <a:extLst>
                <a:ext uri="{FF2B5EF4-FFF2-40B4-BE49-F238E27FC236}">
                  <a16:creationId xmlns:a16="http://schemas.microsoft.com/office/drawing/2014/main" id="{DF892934-F080-0C89-EA33-8AC00A767265}"/>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1200"/>
            </a:p>
          </p:txBody>
        </p:sp>
        <p:sp>
          <p:nvSpPr>
            <p:cNvPr id="31" name="z filtered output">
              <a:extLst>
                <a:ext uri="{FF2B5EF4-FFF2-40B4-BE49-F238E27FC236}">
                  <a16:creationId xmlns:a16="http://schemas.microsoft.com/office/drawing/2014/main" id="{5595AE0B-AB26-C6C8-8F2F-96441675DC3F}"/>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120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DBF68224-5761-6DFC-9594-BE573292E9CA}"/>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252529"/>
                                </a:solidFill>
                                <a:latin typeface="Cambria Math"/>
                              </a:rPr>
                            </m:ctrlPr>
                          </m:accPr>
                          <m:e>
                            <m:r>
                              <a:rPr sz="1200">
                                <a:solidFill>
                                  <a:srgbClr val="252529"/>
                                </a:solidFill>
                                <a:latin typeface="Cambria Math"/>
                              </a:rPr>
                              <m:t>𝑧</m:t>
                            </m:r>
                          </m:e>
                        </m:acc>
                      </m:oMath>
                    </m:oMathPara>
                  </a14:m>
                  <a:endParaRPr sz="1200"/>
                </a:p>
              </p:txBody>
            </p:sp>
          </mc:Choice>
          <mc:Fallback xmlns="">
            <p:sp>
              <p:nvSpPr>
                <p:cNvPr id="32" name="Filtered z">
                  <a:extLst>
                    <a:ext uri="{FF2B5EF4-FFF2-40B4-BE49-F238E27FC236}">
                      <a16:creationId xmlns:a16="http://schemas.microsoft.com/office/drawing/2014/main" id="{DBF68224-5761-6DFC-9594-BE573292E9CA}"/>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t="-7143" r="-80000" b="-3571"/>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7ADB9563-8549-2439-1B40-49FB5A2A3334}"/>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120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DF0F8F89-7434-BF7B-6225-39D8A45F5471}"/>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252529"/>
                                </a:solidFill>
                                <a:latin typeface="Cambria Math"/>
                              </a:rPr>
                            </m:ctrlPr>
                          </m:accPr>
                          <m:e>
                            <m:r>
                              <a:rPr sz="1200">
                                <a:solidFill>
                                  <a:srgbClr val="252529"/>
                                </a:solidFill>
                                <a:latin typeface="Cambria Math"/>
                              </a:rPr>
                              <m:t>𝑤</m:t>
                            </m:r>
                          </m:e>
                        </m:acc>
                      </m:oMath>
                    </m:oMathPara>
                  </a14:m>
                  <a:endParaRPr sz="1200" dirty="0"/>
                </a:p>
              </p:txBody>
            </p:sp>
          </mc:Choice>
          <mc:Fallback xmlns="">
            <p:sp>
              <p:nvSpPr>
                <p:cNvPr id="34" name="Filtered w">
                  <a:extLst>
                    <a:ext uri="{FF2B5EF4-FFF2-40B4-BE49-F238E27FC236}">
                      <a16:creationId xmlns:a16="http://schemas.microsoft.com/office/drawing/2014/main" id="{DF0F8F89-7434-BF7B-6225-39D8A45F5471}"/>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l="-13333" t="-21429" r="-46667" b="-3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DD900597-1CF5-A297-2AE6-A19BE56E5C66}"/>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xmlns="">
            <p:sp>
              <p:nvSpPr>
                <p:cNvPr id="35" name="Uncertainty output channel">
                  <a:extLst>
                    <a:ext uri="{FF2B5EF4-FFF2-40B4-BE49-F238E27FC236}">
                      <a16:creationId xmlns:a16="http://schemas.microsoft.com/office/drawing/2014/main" id="{DD900597-1CF5-A297-2AE6-A19BE56E5C66}"/>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b="-37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182B5D8E-508E-6AB7-89C1-09C2599C457A}"/>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xmlns="">
            <p:sp>
              <p:nvSpPr>
                <p:cNvPr id="36" name="Uncertainty input channel">
                  <a:extLst>
                    <a:ext uri="{FF2B5EF4-FFF2-40B4-BE49-F238E27FC236}">
                      <a16:creationId xmlns:a16="http://schemas.microsoft.com/office/drawing/2014/main" id="{182B5D8E-508E-6AB7-89C1-09C2599C457A}"/>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b="-3704"/>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F880FE1D-352C-342E-ECE6-B50BF4C6C657}"/>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120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9E8ACF9F-F92C-FA68-5FAF-C68D96A2829B}"/>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lang="el-GR" sz="1200" dirty="0">
                    <a:solidFill>
                      <a:schemeClr val="tx1"/>
                    </a:solidFill>
                  </a:endParaRPr>
                </a:p>
              </p:txBody>
            </p:sp>
          </mc:Choice>
          <mc:Fallback xmlns="">
            <p:sp>
              <p:nvSpPr>
                <p:cNvPr id="38" name="Uncertainty label">
                  <a:extLst>
                    <a:ext uri="{FF2B5EF4-FFF2-40B4-BE49-F238E27FC236}">
                      <a16:creationId xmlns:a16="http://schemas.microsoft.com/office/drawing/2014/main" id="{9E8ACF9F-F92C-FA68-5FAF-C68D96A2829B}"/>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90D2929B-75F6-4972-B414-A7FDDCBC5935}"/>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120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79EF4728-CB01-64E2-A1B7-C257A794E6A2}"/>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𝑃</m:t>
                        </m:r>
                      </m:oMath>
                    </m:oMathPara>
                  </a14:m>
                  <a:endParaRPr sz="1200" dirty="0"/>
                </a:p>
              </p:txBody>
            </p:sp>
          </mc:Choice>
          <mc:Fallback xmlns="">
            <p:sp>
              <p:nvSpPr>
                <p:cNvPr id="40" name="Plant label">
                  <a:extLst>
                    <a:ext uri="{FF2B5EF4-FFF2-40B4-BE49-F238E27FC236}">
                      <a16:creationId xmlns:a16="http://schemas.microsoft.com/office/drawing/2014/main" id="{79EF4728-CB01-64E2-A1B7-C257A794E6A2}"/>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60BFFB33-D01B-4EF4-975D-A8D27EE13BA0}"/>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120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FB5554CD-7551-E2A1-54B6-46F01D8E2C1C}"/>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Θ</m:t>
                        </m:r>
                      </m:oMath>
                    </m:oMathPara>
                  </a14:m>
                  <a:endParaRPr lang="el-GR" sz="1200" dirty="0">
                    <a:solidFill>
                      <a:schemeClr val="tx1"/>
                    </a:solidFill>
                  </a:endParaRPr>
                </a:p>
              </p:txBody>
            </p:sp>
          </mc:Choice>
          <mc:Fallback xmlns="">
            <p:sp>
              <p:nvSpPr>
                <p:cNvPr id="42" name="Dynamic filter label">
                  <a:extLst>
                    <a:ext uri="{FF2B5EF4-FFF2-40B4-BE49-F238E27FC236}">
                      <a16:creationId xmlns:a16="http://schemas.microsoft.com/office/drawing/2014/main" id="{FB5554CD-7551-E2A1-54B6-46F01D8E2C1C}"/>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D997851C-B90E-4B31-E332-D42896BCB389}"/>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solidFill>
                              <a:srgbClr val="000000"/>
                            </a:solidFill>
                            <a:latin typeface="Cambria Math" panose="02040503050406030204" pitchFamily="18" charset="0"/>
                          </a:rPr>
                          <m:t>ℐ</m:t>
                        </m:r>
                        <m:r>
                          <a:rPr lang="ar-AE" sz="1200" i="1" smtClean="0">
                            <a:solidFill>
                              <a:srgbClr val="000000"/>
                            </a:solidFill>
                            <a:latin typeface="Cambria Math" panose="02040503050406030204" pitchFamily="18" charset="0"/>
                          </a:rPr>
                          <m:t>≤−</m:t>
                        </m:r>
                        <m:r>
                          <a:rPr lang="ar-AE" sz="1200" i="1" smtClean="0">
                            <a:solidFill>
                              <a:srgbClr val="000000"/>
                            </a:solidFill>
                            <a:latin typeface="Cambria Math" panose="02040503050406030204" pitchFamily="18" charset="0"/>
                          </a:rPr>
                          <m:t>𝜀</m:t>
                        </m:r>
                        <m:sSup>
                          <m:sSupPr>
                            <m:ctrlPr>
                              <a:rPr lang="ar-AE" sz="1200" i="1" smtClean="0">
                                <a:solidFill>
                                  <a:srgbClr val="000000"/>
                                </a:solidFill>
                                <a:latin typeface="Cambria Math" panose="02040503050406030204" pitchFamily="18" charset="0"/>
                              </a:rPr>
                            </m:ctrlPr>
                          </m:sSupPr>
                          <m:e>
                            <m:d>
                              <m:dPr>
                                <m:begChr m:val="‖"/>
                                <m:endChr m:val="‖"/>
                                <m:ctrlPr>
                                  <a:rPr lang="ar-AE" sz="1200" i="1" smtClean="0">
                                    <a:solidFill>
                                      <a:srgbClr val="000000"/>
                                    </a:solidFill>
                                    <a:latin typeface="Cambria Math" panose="02040503050406030204" pitchFamily="18" charset="0"/>
                                  </a:rPr>
                                </m:ctrlPr>
                              </m:dPr>
                              <m:e>
                                <m:sSub>
                                  <m:sSubPr>
                                    <m:ctrlPr>
                                      <a:rPr lang="ar-AE" sz="1200" i="1" smtClean="0">
                                        <a:solidFill>
                                          <a:srgbClr val="000000"/>
                                        </a:solidFill>
                                        <a:latin typeface="Cambria Math" panose="02040503050406030204" pitchFamily="18" charset="0"/>
                                      </a:rPr>
                                    </m:ctrlPr>
                                  </m:sSubPr>
                                  <m:e>
                                    <m:r>
                                      <a:rPr lang="ar-AE" sz="1200" i="1" smtClean="0">
                                        <a:solidFill>
                                          <a:srgbClr val="000000"/>
                                        </a:solidFill>
                                        <a:latin typeface="Cambria Math" panose="02040503050406030204" pitchFamily="18" charset="0"/>
                                      </a:rPr>
                                      <m:t>𝑝</m:t>
                                    </m:r>
                                  </m:e>
                                  <m:sub>
                                    <m:r>
                                      <a:rPr lang="ar-AE" sz="1200" i="1" smtClean="0">
                                        <a:solidFill>
                                          <a:srgbClr val="000000"/>
                                        </a:solidFill>
                                        <a:latin typeface="Cambria Math" panose="02040503050406030204" pitchFamily="18" charset="0"/>
                                      </a:rPr>
                                      <m:t>𝑇</m:t>
                                    </m:r>
                                  </m:sub>
                                </m:sSub>
                                <m:r>
                                  <a:rPr lang="ar-AE" sz="1200" i="1" smtClean="0">
                                    <a:solidFill>
                                      <a:srgbClr val="000000"/>
                                    </a:solidFill>
                                    <a:latin typeface="Cambria Math" panose="02040503050406030204" pitchFamily="18" charset="0"/>
                                  </a:rPr>
                                  <m:t>𝑤</m:t>
                                </m:r>
                              </m:e>
                            </m:d>
                          </m:e>
                          <m:sup>
                            <m:r>
                              <a:rPr lang="ar-AE" sz="1200" i="1" smtClean="0">
                                <a:solidFill>
                                  <a:srgbClr val="000000"/>
                                </a:solidFill>
                                <a:latin typeface="Cambria Math" panose="02040503050406030204" pitchFamily="18" charset="0"/>
                              </a:rPr>
                              <m:t>2</m:t>
                            </m:r>
                          </m:sup>
                        </m:sSup>
                      </m:oMath>
                    </m:oMathPara>
                  </a14:m>
                  <a:endParaRPr lang="ar-AE" sz="1200" dirty="0">
                    <a:solidFill>
                      <a:srgbClr val="000000"/>
                    </a:solidFill>
                  </a:endParaRPr>
                </a:p>
              </p:txBody>
            </p:sp>
          </mc:Choice>
          <mc:Fallback xmlns="">
            <p:sp>
              <p:nvSpPr>
                <p:cNvPr id="65" name="Filter condition">
                  <a:extLst>
                    <a:ext uri="{FF2B5EF4-FFF2-40B4-BE49-F238E27FC236}">
                      <a16:creationId xmlns:a16="http://schemas.microsoft.com/office/drawing/2014/main" id="{D997851C-B90E-4B31-E332-D42896BCB389}"/>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b="-10526"/>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30</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grpSp>
        <p:nvGrpSpPr>
          <p:cNvPr id="2" name="Group 1">
            <a:extLst>
              <a:ext uri="{FF2B5EF4-FFF2-40B4-BE49-F238E27FC236}">
                <a16:creationId xmlns:a16="http://schemas.microsoft.com/office/drawing/2014/main" id="{A9893C1C-2AB5-D644-07F3-5055932AF8B9}"/>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444FB946-9B97-36F1-BFFF-5FC86DB7156B}"/>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9A608CDE-4F00-EC02-C2E8-538DD38D3225}"/>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091E9DFF-E08D-2A6E-AE99-BB0D90F937C6}"/>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B8953E05-7D9E-BB86-D430-19AA2F9B72BA}"/>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AAB81968-7C60-9272-3D3E-57D6CB4CAB6D}"/>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E7D452E6-6CDF-FED8-1C98-ACE969B90450}"/>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5371BD4C-A593-7F42-9CB0-0CD845A9904E}"/>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F2A51889-A491-4F15-6EC3-43151C43FED9}"/>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31A630A7-23C6-DA51-D991-8EEDBD0BCC3B}"/>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9DD4471F-52CA-70A6-DF02-F81CD97EC8F3}"/>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9DD4471F-52CA-70A6-DF02-F81CD97EC8F3}"/>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0D46CB2A-4777-820B-509D-92FF81836118}"/>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6B101200-132E-2E96-8554-A0B1692D625C}"/>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B14345D4-B976-6EF5-A009-6A4668FC6208}"/>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7A9A5BF7-394F-4109-82A1-6909118A43B5}"/>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2CA015C2-3C9B-0850-12E9-3ECEF7F01647}"/>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C498CB4C-0E9A-334A-1AFB-969D55DF1A1A}"/>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D86DE95E-3E60-6BCC-1D63-19CE58C83764}"/>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995496B1-37B4-9C42-C3BA-65E029BAE0CF}"/>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FBA2CF8C-BF51-9992-C2FC-648654A4781B}"/>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2205EB91-1F66-8E98-A832-BBF33C9A9A0A}"/>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A217CE89-BB92-F6FD-EAE9-4235A866F7B7}"/>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5D5D421B-6494-A4CC-F24E-45BF3406BFF9}"/>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FACA5124-9486-FAB5-66B4-3543908B0F99}"/>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73634DF7-BBB9-15F1-3882-56FF41A989C0}"/>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32960422-C390-B673-3B92-A22C34D323E2}"/>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7287361E-4F12-2ACD-3045-AE6B81C49E38}"/>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C81919"/>
                            </a:solidFill>
                            <a:latin typeface="Cambria Math" panose="02040503050406030204" pitchFamily="18" charset="0"/>
                          </a:rPr>
                          <m:t>P</m:t>
                        </m:r>
                      </m:oMath>
                    </m:oMathPara>
                  </a14:m>
                  <a:endParaRPr lang="en-GB" sz="2177" dirty="0">
                    <a:solidFill>
                      <a:srgbClr val="C81919"/>
                    </a:solidFill>
                  </a:endParaRPr>
                </a:p>
              </p:txBody>
            </p:sp>
          </mc:Choice>
          <mc:Fallback xmlns="">
            <p:sp>
              <p:nvSpPr>
                <p:cNvPr id="18" name="Editable label: H">
                  <a:extLst>
                    <a:ext uri="{FF2B5EF4-FFF2-40B4-BE49-F238E27FC236}">
                      <a16:creationId xmlns:a16="http://schemas.microsoft.com/office/drawing/2014/main" id="{7287361E-4F12-2ACD-3045-AE6B81C49E38}"/>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F8D75F69-A307-AB53-97DF-699F2949CBE1}"/>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rgbClr val="C81919"/>
                            </a:solidFill>
                            <a:latin typeface="Cambria Math"/>
                          </a:rPr>
                          <m:t>Δ</m:t>
                        </m:r>
                      </m:oMath>
                    </m:oMathPara>
                  </a14:m>
                  <a:endParaRPr lang="en-GB" sz="2177" dirty="0">
                    <a:solidFill>
                      <a:srgbClr val="C81919"/>
                    </a:solidFill>
                  </a:endParaRPr>
                </a:p>
              </p:txBody>
            </p:sp>
          </mc:Choice>
          <mc:Fallback xmlns="">
            <p:sp>
              <p:nvSpPr>
                <p:cNvPr id="19" name="Editable label: Δ">
                  <a:extLst>
                    <a:ext uri="{FF2B5EF4-FFF2-40B4-BE49-F238E27FC236}">
                      <a16:creationId xmlns:a16="http://schemas.microsoft.com/office/drawing/2014/main" id="{F8D75F69-A307-AB53-97DF-699F2949CBE1}"/>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C7E67AF7-956A-831E-A7D1-A2E252031BF0}"/>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a:rPr sz="2177">
                                <a:solidFill>
                                  <a:srgbClr val="252529"/>
                                </a:solidFill>
                                <a:latin typeface="Cambria Math"/>
                              </a:rPr>
                              <m:t>𝑝</m:t>
                            </m:r>
                          </m:sub>
                        </m:sSub>
                      </m:oMath>
                    </m:oMathPara>
                  </a14:m>
                  <a:endParaRPr lang="en-GB" sz="2177"/>
                </a:p>
              </p:txBody>
            </p:sp>
          </mc:Choice>
          <mc:Fallback xmlns="">
            <p:sp>
              <p:nvSpPr>
                <p:cNvPr id="10017" name="Editable label: wp"/>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043"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0715838E-57F3-AC6A-9B5C-BE0CC9271342}"/>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a:rPr sz="2177">
                                <a:solidFill>
                                  <a:srgbClr val="252529"/>
                                </a:solidFill>
                                <a:latin typeface="Cambria Math"/>
                              </a:rPr>
                              <m:t>𝑝</m:t>
                            </m:r>
                          </m:sub>
                        </m:sSub>
                      </m:oMath>
                    </m:oMathPara>
                  </a14:m>
                  <a:endParaRPr lang="en-GB" sz="2177"/>
                </a:p>
              </p:txBody>
            </p:sp>
          </mc:Choice>
          <mc:Fallback xmlns="">
            <p:sp>
              <p:nvSpPr>
                <p:cNvPr id="10018" name="Editable label: zp"/>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5CBC8D6E-0E3B-1789-6D28-8479225D696C}"/>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0669756-55F5-3D88-0CC2-7BD39B84C22D}"/>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grpSp>
        <p:nvGrpSpPr>
          <p:cNvPr id="2" name="Group 1">
            <a:extLst>
              <a:ext uri="{FF2B5EF4-FFF2-40B4-BE49-F238E27FC236}">
                <a16:creationId xmlns:a16="http://schemas.microsoft.com/office/drawing/2014/main" id="{2845E9ED-6978-3571-93B0-DDA4929F0130}"/>
              </a:ext>
            </a:extLst>
          </p:cNvPr>
          <p:cNvGrpSpPr/>
          <p:nvPr/>
        </p:nvGrpSpPr>
        <p:grpSpPr>
          <a:xfrm>
            <a:off x="1114262" y="1093948"/>
            <a:ext cx="4315296" cy="1222667"/>
            <a:chOff x="1485900" y="1117600"/>
            <a:chExt cx="6172200" cy="1748790"/>
          </a:xfrm>
        </p:grpSpPr>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876BF8B5-0822-981F-F661-74F4ABA2EAB4}"/>
              </a:ext>
            </a:extLst>
          </p:cNvPr>
          <p:cNvGrpSpPr/>
          <p:nvPr/>
        </p:nvGrpSpPr>
        <p:grpSpPr>
          <a:xfrm>
            <a:off x="1380962" y="2826886"/>
            <a:ext cx="2152823" cy="1431627"/>
            <a:chOff x="3475177" y="2078187"/>
            <a:chExt cx="2152823" cy="1431627"/>
          </a:xfrm>
        </p:grpSpPr>
        <p:sp>
          <p:nvSpPr>
            <p:cNvPr id="4" name="Diagram block or connection 10001">
              <a:extLst>
                <a:ext uri="{FF2B5EF4-FFF2-40B4-BE49-F238E27FC236}">
                  <a16:creationId xmlns:a16="http://schemas.microsoft.com/office/drawing/2014/main" id="{EA5A0E8B-F052-A0D5-2004-5DA1A604D29C}"/>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31B57815-4BE9-260F-C6FF-A6A7ADF81278}"/>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1B19D99A-830A-071E-5FEE-8D17C37EE144}"/>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05F9DD7B-8FE0-C2CA-9F22-C072ED7C0819}"/>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47AE27DB-21A7-0ADD-C397-735E0DEE6FB8}"/>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434E7B7E-C525-C0F4-8A71-CEF239CFC90C}"/>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02D735CC-E33D-2085-7695-2A889395A231}"/>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F30FD736-68E1-95B6-B841-9CAC5CB7E474}"/>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D2F93B75-7F0A-DA19-A363-415C7D69C374}"/>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8A95808A-50ED-A93E-50A8-B3D0F715F806}"/>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8D0C2261-101F-968F-8249-7E8E7ABF377E}"/>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8D0C2261-101F-968F-8249-7E8E7ABF377E}"/>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5BEE3CDC-7E21-4E29-FF2A-0DF7864F964B}"/>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5BEE3CDC-7E21-4E29-FF2A-0DF7864F964B}"/>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DD7B7B91-3ACC-692C-9462-7FCA05C1900D}"/>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6"/>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3E5ACB63-F13D-B7A1-C2E0-E3299194CD4C}"/>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7"/>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grpSp>
        <p:nvGrpSpPr>
          <p:cNvPr id="2" name="Group 1">
            <a:extLst>
              <a:ext uri="{FF2B5EF4-FFF2-40B4-BE49-F238E27FC236}">
                <a16:creationId xmlns:a16="http://schemas.microsoft.com/office/drawing/2014/main" id="{61C8C340-5FFC-2341-F95C-31232E8CEA1D}"/>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2E421F84-38C6-CA25-1E54-8261C7968128}"/>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224466B8-4C74-F353-1076-A198CDAAD778}"/>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06A9F140-69E6-BCCE-D615-1C53B71F080A}"/>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979FDC6B-65B7-1A04-DE90-925890F3C6A9}"/>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F13B6358-E749-38D8-C34C-7256D9A0DF79}"/>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F7BE974B-C324-A499-D505-DA5E3CAC1A4F}"/>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31E7DAD3-5032-1C33-BA10-F4A24F7B2089}"/>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93BA8C27-C3EB-FB52-2867-5226230BB8B1}"/>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9A3D02D2-4140-AA23-110E-6E916795D62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892A58A8-F4DC-4883-4FCC-043F8A88BFD5}"/>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892A58A8-F4DC-4883-4FCC-043F8A88BFD5}"/>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519B300E-FFBA-14CC-32A8-1E83F85C3CAB}"/>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22319B26-DD4A-41F0-8B06-2E95BE10A40F}"/>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16A351A0-A53B-65D4-2973-A563E8C53BB0}"/>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8E0875FF-71BA-59B4-6ACB-F463D0791FE9}"/>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923B00E5-54C9-7408-A0ED-284A4DD75A7E}"/>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169AD81A-5F5D-C161-5105-14F22B64A4CC}"/>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596B9D95-B36A-E806-A0E8-88C08431E2A7}"/>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8D0FFBF1-B217-8EC8-4AE8-C2D7C45857CB}"/>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D9CDDEE7-4BE2-4D73-9265-34C7821E7563}"/>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485B0A4A-53B7-8E52-DE10-F3EF95DC5617}"/>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93F3B3CB-59D8-AC83-D1FD-B109D93A0FA7}"/>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8CA5DD6D-919D-F43E-46C4-AC8D781A5F64}"/>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5FED0657-0E4D-7003-30D8-43D6D7923064}"/>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09227E93-0075-5CE7-CF13-2A8736EFF8FF}"/>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96D9712C-FF77-C5AD-2DA4-3AF6638E40A4}"/>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E514CFFE-3765-C6E4-4FD1-83FA666BEB9E}"/>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E514CFFE-3765-C6E4-4FD1-83FA666BEB9E}"/>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0B1A33F3-B206-276F-7C50-E7204D495EA1}"/>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0B1A33F3-B206-276F-7C50-E7204D495EA1}"/>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D26E4E67-D013-38EC-A4AB-A9B4AA3A1A38}"/>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a:rPr sz="2177">
                                <a:solidFill>
                                  <a:srgbClr val="252529"/>
                                </a:solidFill>
                                <a:latin typeface="Cambria Math"/>
                              </a:rPr>
                              <m:t>𝑝</m:t>
                            </m:r>
                          </m:sub>
                        </m:sSub>
                      </m:oMath>
                    </m:oMathPara>
                  </a14:m>
                  <a:endParaRPr lang="en-GB" sz="2177"/>
                </a:p>
              </p:txBody>
            </p:sp>
          </mc:Choice>
          <mc:Fallback xmlns="">
            <p:sp>
              <p:nvSpPr>
                <p:cNvPr id="10017" name="Editable label: wp"/>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043"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C8437B6D-E4AD-4480-7D77-5FF2980CF48A}"/>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a:rPr sz="2177">
                                <a:solidFill>
                                  <a:srgbClr val="252529"/>
                                </a:solidFill>
                                <a:latin typeface="Cambria Math"/>
                              </a:rPr>
                              <m:t>𝑝</m:t>
                            </m:r>
                          </m:sub>
                        </m:sSub>
                      </m:oMath>
                    </m:oMathPara>
                  </a14:m>
                  <a:endParaRPr lang="en-GB" sz="2177"/>
                </a:p>
              </p:txBody>
            </p:sp>
          </mc:Choice>
          <mc:Fallback xmlns="">
            <p:sp>
              <p:nvSpPr>
                <p:cNvPr id="10018" name="Editable label: zp"/>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6E4FE9AF-DE46-C748-7235-80EE8AF09EE7}"/>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678DF57-FCF8-CC2E-D178-29D412DAB0DE}"/>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grpSp>
        <p:nvGrpSpPr>
          <p:cNvPr id="2" name="Group 1">
            <a:extLst>
              <a:ext uri="{FF2B5EF4-FFF2-40B4-BE49-F238E27FC236}">
                <a16:creationId xmlns:a16="http://schemas.microsoft.com/office/drawing/2014/main" id="{B4B7E76D-AA41-A853-EE52-DCF18FB70A43}"/>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EE0F706F-F033-D094-7423-FD4066F3F47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388891F-E541-06A7-78D6-72A4623E3B78}"/>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626E695A-EF6A-FDC3-28CD-948F3BAEBA7C}"/>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8A5FDCBD-1C05-8DAE-C61D-BC8C771E01E9}"/>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1833A21C-4777-A5B9-1507-D688FF2AC539}"/>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18354F6-D0FA-3E90-53FE-443790EE73A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184B2037-91FE-607D-8013-BAB3841DEE70}"/>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7CF62B47-AA84-08C8-FA44-1D9A36814E85}"/>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22056ECE-6368-07C7-39CE-E75173504F01}"/>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9143B76E-2938-32DB-5305-77E854CEAD27}"/>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9143B76E-2938-32DB-5305-77E854CEAD27}"/>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BBD15022-075E-AA38-C11A-AADD1324B6E2}"/>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D25E3C0A-59AF-A2CC-DF40-06CE71DB17A5}"/>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DA20E53B-7578-1F3B-15CF-F15B105E4C01}"/>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B772EC4B-53FC-6461-4437-2FC3C78B6502}"/>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046D1F90-FA06-5804-9536-E0520DF3C6D3}"/>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CDAABA49-4EE8-638B-D658-BF2278B3C23C}"/>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F8CEED6F-749C-F429-68AD-82907FD851E3}"/>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CA64DF25-82EC-C7C3-040A-3333DC8D5906}"/>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E047F6C8-D65F-823E-A686-0DF5807D1295}"/>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7A654CB1-F339-1700-F180-0336B0A8EBC8}"/>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F0B3EFC8-1592-CCDF-69A9-A3B47DB7A602}"/>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CA8480D6-B3B8-AFEE-3A0C-84790B8B4CFF}"/>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5DF3A205-D7D2-0D18-053F-F655A02D9DA6}"/>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A34E2F1F-0E4E-BCCE-6E28-0669802B7693}"/>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749CDE10-E355-003B-F0D1-D4A8EBDBFA40}"/>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280C8B26-EBAC-38DB-9AB9-EC2C3893BA6B}"/>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280C8B26-EBAC-38DB-9AB9-EC2C3893BA6B}"/>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2B412693-65FA-94A2-7E5D-9905E6063879}"/>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2B412693-65FA-94A2-7E5D-9905E6063879}"/>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4E8A5391-B898-0875-BC48-99E86FC71955}"/>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2177">
                                <a:solidFill>
                                  <a:srgbClr val="C00000"/>
                                </a:solidFill>
                                <a:latin typeface="Cambria Math"/>
                              </a:rPr>
                            </m:ctrlPr>
                          </m:sSubPr>
                          <m:e>
                            <m:r>
                              <a:rPr lang="ar-AE" sz="2177">
                                <a:solidFill>
                                  <a:srgbClr val="C00000"/>
                                </a:solidFill>
                                <a:latin typeface="Cambria Math"/>
                              </a:rPr>
                              <m:t>𝑤</m:t>
                            </m:r>
                          </m:e>
                          <m:sub>
                            <m:r>
                              <a:rPr lang="ar-AE" sz="2177">
                                <a:solidFill>
                                  <a:srgbClr val="C00000"/>
                                </a:solidFill>
                                <a:latin typeface="Cambria Math"/>
                              </a:rPr>
                              <m:t>𝑝</m:t>
                            </m:r>
                          </m:sub>
                        </m:sSub>
                      </m:oMath>
                    </m:oMathPara>
                  </a14:m>
                  <a:endParaRPr lang="en-GB" sz="2177" dirty="0"/>
                </a:p>
              </p:txBody>
            </p:sp>
          </mc:Choice>
          <mc:Fallback xmlns="">
            <p:sp>
              <p:nvSpPr>
                <p:cNvPr id="20" name="Editable label: wp">
                  <a:extLst>
                    <a:ext uri="{FF2B5EF4-FFF2-40B4-BE49-F238E27FC236}">
                      <a16:creationId xmlns:a16="http://schemas.microsoft.com/office/drawing/2014/main" id="{4E8A5391-B898-0875-BC48-99E86FC71955}"/>
                    </a:ext>
                  </a:extLst>
                </p:cNvPr>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235"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89854486-B6CC-F1BD-7D59-D652D1AD6E23}"/>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2177">
                                <a:solidFill>
                                  <a:srgbClr val="C00000"/>
                                </a:solidFill>
                                <a:latin typeface="Cambria Math"/>
                              </a:rPr>
                            </m:ctrlPr>
                          </m:sSubPr>
                          <m:e>
                            <m:r>
                              <a:rPr lang="ar-AE" sz="2177">
                                <a:solidFill>
                                  <a:srgbClr val="C00000"/>
                                </a:solidFill>
                                <a:latin typeface="Cambria Math"/>
                              </a:rPr>
                              <m:t>𝑧</m:t>
                            </m:r>
                          </m:e>
                          <m:sub>
                            <m:r>
                              <a:rPr lang="ar-AE" sz="2177">
                                <a:solidFill>
                                  <a:srgbClr val="C00000"/>
                                </a:solidFill>
                                <a:latin typeface="Cambria Math"/>
                              </a:rPr>
                              <m:t>𝑝</m:t>
                            </m:r>
                          </m:sub>
                        </m:sSub>
                      </m:oMath>
                    </m:oMathPara>
                  </a14:m>
                  <a:endParaRPr lang="en-GB" sz="2177" dirty="0"/>
                </a:p>
              </p:txBody>
            </p:sp>
          </mc:Choice>
          <mc:Fallback xmlns="">
            <p:sp>
              <p:nvSpPr>
                <p:cNvPr id="21" name="Editable label: zp">
                  <a:extLst>
                    <a:ext uri="{FF2B5EF4-FFF2-40B4-BE49-F238E27FC236}">
                      <a16:creationId xmlns:a16="http://schemas.microsoft.com/office/drawing/2014/main" id="{89854486-B6CC-F1BD-7D59-D652D1AD6E23}"/>
                    </a:ext>
                  </a:extLst>
                </p:cNvPr>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A9FFC6BD-84E5-5803-9C7F-CED7FAD4F44D}"/>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dirty="0"/>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17A898A-AF97-8573-A20D-492DBAF760B8}"/>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NL" i="1">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xmlns:p14="http://schemas.microsoft.com/office/powerpoint/2010/main" showMasterSp="0" mc:Ignorable="a14">
  <p:cSld>
    <p:bg>
      <p:bgPr>
        <a:solidFill>
          <a:srgbClr val="FFFFFF"/>
        </a:solidFill>
        <a:effectLst/>
      </p:bgPr>
    </p:bg>
    <p:spTree>
      <p:nvGrpSpPr>
        <p:cNvPr id="1" name=""/>
        <p:cNvGrpSpPr/>
        <p:nvPr/>
      </p:nvGrpSpPr>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Video"/>
            <p:extLst>
              <p:ext uri="{DAA4B4D4-6D71-4841-9C94-3DE7FCFB9230}">
                <p14:media xmlns:p14="http://schemas.microsoft.com/office/powerpoint/2010/main" r:embed="rIdMedia"/>
              </p:ext>
            </p:extLst>
          </p:nvPr>
        </p:nvPicPr>
        <p:blipFill>
          <a:blip r:embed="rIdPoster"/>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aseline="0" b="1" i="0" u="none">
                <a:solidFill>
                  <a:srgbClr val="333333"/>
                </a:solidFill>
                <a:latin typeface="Arial"/>
                <a:ea typeface="Arial"/>
                <a:cs typeface="Arial"/>
              </a:rPr>
              <a:t xml:space="preserve">STN nonlinearity</a:t>
            </a:r>
            <a:endParaRPr sz="1250"/>
          </a:p>
        </p:txBody>
      </p:sp>
      <p:sp>
        <p:nvSpPr>
          <p:cNvPr id="102" name="Editable label -1150"/>
          <p:cNvSpPr/>
          <p:nvPr/>
        </p:nvSpPr>
        <p:spPr>
          <a:xfrm>
            <a:off x="501650" y="2148840"/>
            <a:ext cx="26670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-1150</a:t>
            </a:r>
            <a:endParaRPr sz="700"/>
          </a:p>
        </p:txBody>
      </p:sp>
      <p:sp>
        <p:nvSpPr>
          <p:cNvPr id="103" name="Editable label 0"/>
          <p:cNvSpPr/>
          <p:nvPr/>
        </p:nvSpPr>
        <p:spPr>
          <a:xfrm>
            <a:off x="2336800" y="2148840"/>
            <a:ext cx="8890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a:t>
            </a:r>
            <a:endParaRPr sz="700"/>
          </a:p>
        </p:txBody>
      </p:sp>
      <p:sp>
        <p:nvSpPr>
          <p:cNvPr id="104" name="Editable label 1150"/>
          <p:cNvSpPr/>
          <p:nvPr/>
        </p:nvSpPr>
        <p:spPr>
          <a:xfrm>
            <a:off x="4020820" y="2148840"/>
            <a:ext cx="21336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1150</a:t>
            </a:r>
            <a:endParaRPr sz="700"/>
          </a:p>
        </p:txBody>
      </p:sp>
      <p:sp>
        <p:nvSpPr>
          <p:cNvPr id="105" name="Editable label -1150"/>
          <p:cNvSpPr/>
          <p:nvPr/>
        </p:nvSpPr>
        <p:spPr>
          <a:xfrm>
            <a:off x="304800" y="2015490"/>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-1150</a:t>
            </a:r>
            <a:endParaRPr sz="700"/>
          </a:p>
        </p:txBody>
      </p:sp>
      <p:sp>
        <p:nvSpPr>
          <p:cNvPr id="106" name="Editable label 0"/>
          <p:cNvSpPr/>
          <p:nvPr/>
        </p:nvSpPr>
        <p:spPr>
          <a:xfrm>
            <a:off x="304800" y="1237615"/>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0</a:t>
            </a:r>
            <a:endParaRPr sz="700"/>
          </a:p>
        </p:txBody>
      </p:sp>
      <p:sp>
        <p:nvSpPr>
          <p:cNvPr id="107" name="Editable label 1150"/>
          <p:cNvSpPr/>
          <p:nvPr/>
        </p:nvSpPr>
        <p:spPr>
          <a:xfrm>
            <a:off x="304800" y="459740"/>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1150</a:t>
            </a:r>
            <a:endParaRPr sz="700"/>
          </a:p>
        </p:txBody>
      </p:sp>
      <p:sp>
        <p:nvSpPr>
          <p:cNvPr id="108" name="Horizontal axis STN nonlinearity"/>
          <p:cNvSpPr/>
          <p:nvPr/>
        </p:nvSpPr>
        <p:spPr>
          <a:xfrm>
            <a:off x="1746250" y="2216150"/>
            <a:ext cx="1270000" cy="4572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333333"/>
                          </a:solidFill>
                          <a:latin typeface="Cambria Math"/>
                        </a:rPr>
                      </m:ctrlPr>
                    </m:sSubPr>
                    <m:e>
                      <m:r>
                        <m:rPr>
                          <m:sty m:val="i"/>
                        </m:rPr>
                        <a:rPr sz="1000">
                          <a:solidFill>
                            <a:srgbClr val="333333"/>
                          </a:solidFill>
                          <a:latin typeface="Cambria Math"/>
                        </a:rPr>
                        <m:t xml:space="preserve">z</m:t>
                      </m:r>
                    </m:e>
                    <m:sub>
                      <m:r>
                        <m:rPr>
                          <m:sty m:val="p"/>
                        </m:rPr>
                        <a:rPr sz="1000">
                          <a:solidFill>
                            <a:srgbClr val="333333"/>
                          </a:solidFill>
                          <a:latin typeface="Cambria Math"/>
                        </a:rPr>
                        <m:t xml:space="preserve">S</m:t>
                      </m:r>
                    </m:sub>
                  </m:sSub>
                  <m:d>
                    <m:dPr>
                      <m:begChr m:val="("/>
                      <m:endChr m:val=")"/>
                      <m:ctrlPr>
                        <a:rPr sz="1000">
                          <a:solidFill>
                            <a:srgbClr val="333333"/>
                          </a:solidFill>
                          <a:latin typeface="Cambria Math"/>
                        </a:rPr>
                      </m:ctrlPr>
                    </m:dPr>
                    <m:e>
                      <m:r>
                        <m:rPr>
                          <m:sty m:val="i"/>
                        </m:rPr>
                        <a:rPr sz="1000">
                          <a:solidFill>
                            <a:srgbClr val="333333"/>
                          </a:solidFill>
                          <a:latin typeface="Cambria Math"/>
                        </a:rPr>
                        <m:t xml:space="preserve">t</m:t>
                      </m:r>
                    </m:e>
                  </m:d>
                </m:oMath>
              </m:oMathPara>
            </a14:m>
            <a:endParaRPr sz="1000"/>
          </a:p>
        </p:txBody>
      </p:sp>
      <p:sp>
        <p:nvSpPr>
          <p:cNvPr id="109" name="Vertical axis STN nonlinearity"/>
          <p:cNvSpPr/>
          <p:nvPr/>
        </p:nvSpPr>
        <p:spPr>
          <a:xfrm rot="16200000">
            <a:off x="-412750" y="1089025"/>
            <a:ext cx="1270000" cy="4572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333333"/>
                          </a:solidFill>
                          <a:latin typeface="Cambria Math"/>
                        </a:rPr>
                      </m:ctrlPr>
                    </m:sSubPr>
                    <m:e>
                      <m:r>
                        <m:rPr>
                          <m:sty m:val="i"/>
                        </m:rPr>
                        <a:rPr sz="1000">
                          <a:solidFill>
                            <a:srgbClr val="333333"/>
                          </a:solidFill>
                          <a:latin typeface="Cambria Math"/>
                        </a:rPr>
                        <m:t xml:space="preserve">w</m:t>
                      </m:r>
                    </m:e>
                    <m:sub>
                      <m:r>
                        <m:rPr>
                          <m:sty m:val="p"/>
                        </m:rPr>
                        <a:rPr sz="1000">
                          <a:solidFill>
                            <a:srgbClr val="333333"/>
                          </a:solidFill>
                          <a:latin typeface="Cambria Math"/>
                        </a:rPr>
                        <m:t xml:space="preserve">S</m:t>
                      </m:r>
                    </m:sub>
                  </m:sSub>
                  <m:d>
                    <m:dPr>
                      <m:begChr m:val="("/>
                      <m:endChr m:val=")"/>
                      <m:ctrlPr>
                        <a:rPr sz="1000">
                          <a:solidFill>
                            <a:srgbClr val="333333"/>
                          </a:solidFill>
                          <a:latin typeface="Cambria Math"/>
                        </a:rPr>
                      </m:ctrlPr>
                    </m:dPr>
                    <m:e>
                      <m:r>
                        <m:rPr>
                          <m:sty m:val="i"/>
                        </m:rPr>
                        <a:rPr sz="1000">
                          <a:solidFill>
                            <a:srgbClr val="333333"/>
                          </a:solidFill>
                          <a:latin typeface="Cambria Math"/>
                        </a:rPr>
                        <m:t xml:space="preserve">t</m:t>
                      </m:r>
                    </m:e>
                  </m:d>
                </m:oMath>
              </m:oMathPara>
            </a14:m>
            <a:endParaRPr sz="1000"/>
          </a:p>
        </p:txBody>
      </p:sp>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aseline="0" b="1" i="0" u="none">
                <a:solidFill>
                  <a:srgbClr val="333333"/>
                </a:solidFill>
                <a:latin typeface="Arial"/>
                <a:ea typeface="Arial"/>
                <a:cs typeface="Arial"/>
              </a:rPr>
              <a:t xml:space="preserve">GPe nonlinearity</a:t>
            </a:r>
            <a:endParaRPr sz="1250"/>
          </a:p>
        </p:txBody>
      </p:sp>
      <p:sp>
        <p:nvSpPr>
          <p:cNvPr id="111" name="Editable label -700"/>
          <p:cNvSpPr/>
          <p:nvPr/>
        </p:nvSpPr>
        <p:spPr>
          <a:xfrm>
            <a:off x="4973320" y="2148840"/>
            <a:ext cx="21336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-700</a:t>
            </a:r>
            <a:endParaRPr sz="700"/>
          </a:p>
        </p:txBody>
      </p:sp>
      <p:sp>
        <p:nvSpPr>
          <p:cNvPr id="112" name="Editable label 0"/>
          <p:cNvSpPr/>
          <p:nvPr/>
        </p:nvSpPr>
        <p:spPr>
          <a:xfrm>
            <a:off x="6781800" y="2148840"/>
            <a:ext cx="8890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a:t>
            </a:r>
            <a:endParaRPr sz="700"/>
          </a:p>
        </p:txBody>
      </p:sp>
      <p:sp>
        <p:nvSpPr>
          <p:cNvPr id="113" name="Editable label 700"/>
          <p:cNvSpPr/>
          <p:nvPr/>
        </p:nvSpPr>
        <p:spPr>
          <a:xfrm>
            <a:off x="8492490" y="2148840"/>
            <a:ext cx="16002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700</a:t>
            </a:r>
            <a:endParaRPr sz="700"/>
          </a:p>
        </p:txBody>
      </p:sp>
      <p:sp>
        <p:nvSpPr>
          <p:cNvPr id="114" name="Editable label -700"/>
          <p:cNvSpPr/>
          <p:nvPr/>
        </p:nvSpPr>
        <p:spPr>
          <a:xfrm>
            <a:off x="4749800" y="2015490"/>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-700</a:t>
            </a:r>
            <a:endParaRPr sz="700"/>
          </a:p>
        </p:txBody>
      </p:sp>
      <p:sp>
        <p:nvSpPr>
          <p:cNvPr id="115" name="Editable label 0"/>
          <p:cNvSpPr/>
          <p:nvPr/>
        </p:nvSpPr>
        <p:spPr>
          <a:xfrm>
            <a:off x="4749800" y="1237615"/>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0</a:t>
            </a:r>
            <a:endParaRPr sz="700"/>
          </a:p>
        </p:txBody>
      </p:sp>
      <p:sp>
        <p:nvSpPr>
          <p:cNvPr id="116" name="Editable label 700"/>
          <p:cNvSpPr/>
          <p:nvPr/>
        </p:nvSpPr>
        <p:spPr>
          <a:xfrm>
            <a:off x="4749800" y="459740"/>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700</a:t>
            </a:r>
            <a:endParaRPr sz="700"/>
          </a:p>
        </p:txBody>
      </p:sp>
      <p:sp>
        <p:nvSpPr>
          <p:cNvPr id="117" name="Horizontal axis GPe nonlinearity"/>
          <p:cNvSpPr/>
          <p:nvPr/>
        </p:nvSpPr>
        <p:spPr>
          <a:xfrm>
            <a:off x="6191250" y="2216150"/>
            <a:ext cx="1270000" cy="4572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333333"/>
                          </a:solidFill>
                          <a:latin typeface="Cambria Math"/>
                        </a:rPr>
                      </m:ctrlPr>
                    </m:sSubPr>
                    <m:e>
                      <m:r>
                        <m:rPr>
                          <m:sty m:val="i"/>
                        </m:rPr>
                        <a:rPr sz="1000">
                          <a:solidFill>
                            <a:srgbClr val="333333"/>
                          </a:solidFill>
                          <a:latin typeface="Cambria Math"/>
                        </a:rPr>
                        <m:t xml:space="preserve">z</m:t>
                      </m:r>
                    </m:e>
                    <m:sub>
                      <m:r>
                        <m:rPr>
                          <m:sty m:val="p"/>
                        </m:rPr>
                        <a:rPr sz="1000">
                          <a:solidFill>
                            <a:srgbClr val="333333"/>
                          </a:solidFill>
                          <a:latin typeface="Cambria Math"/>
                        </a:rPr>
                        <m:t xml:space="preserve">G</m:t>
                      </m:r>
                    </m:sub>
                  </m:sSub>
                  <m:d>
                    <m:dPr>
                      <m:begChr m:val="("/>
                      <m:endChr m:val=")"/>
                      <m:ctrlPr>
                        <a:rPr sz="1000">
                          <a:solidFill>
                            <a:srgbClr val="333333"/>
                          </a:solidFill>
                          <a:latin typeface="Cambria Math"/>
                        </a:rPr>
                      </m:ctrlPr>
                    </m:dPr>
                    <m:e>
                      <m:r>
                        <m:rPr>
                          <m:sty m:val="i"/>
                        </m:rPr>
                        <a:rPr sz="1000">
                          <a:solidFill>
                            <a:srgbClr val="333333"/>
                          </a:solidFill>
                          <a:latin typeface="Cambria Math"/>
                        </a:rPr>
                        <m:t xml:space="preserve">t</m:t>
                      </m:r>
                    </m:e>
                  </m:d>
                </m:oMath>
              </m:oMathPara>
            </a14:m>
            <a:endParaRPr sz="1000"/>
          </a:p>
        </p:txBody>
      </p:sp>
      <p:sp>
        <p:nvSpPr>
          <p:cNvPr id="118" name="Vertical axis GPe nonlinearity"/>
          <p:cNvSpPr/>
          <p:nvPr/>
        </p:nvSpPr>
        <p:spPr>
          <a:xfrm rot="16200000">
            <a:off x="4032250" y="1089025"/>
            <a:ext cx="1270000" cy="4572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333333"/>
                          </a:solidFill>
                          <a:latin typeface="Cambria Math"/>
                        </a:rPr>
                      </m:ctrlPr>
                    </m:sSubPr>
                    <m:e>
                      <m:r>
                        <m:rPr>
                          <m:sty m:val="i"/>
                        </m:rPr>
                        <a:rPr sz="1000">
                          <a:solidFill>
                            <a:srgbClr val="333333"/>
                          </a:solidFill>
                          <a:latin typeface="Cambria Math"/>
                        </a:rPr>
                        <m:t xml:space="preserve">w</m:t>
                      </m:r>
                    </m:e>
                    <m:sub>
                      <m:r>
                        <m:rPr>
                          <m:sty m:val="p"/>
                        </m:rPr>
                        <a:rPr sz="1000">
                          <a:solidFill>
                            <a:srgbClr val="333333"/>
                          </a:solidFill>
                          <a:latin typeface="Cambria Math"/>
                        </a:rPr>
                        <m:t xml:space="preserve">G</m:t>
                      </m:r>
                    </m:sub>
                  </m:sSub>
                  <m:d>
                    <m:dPr>
                      <m:begChr m:val="("/>
                      <m:endChr m:val=")"/>
                      <m:ctrlPr>
                        <a:rPr sz="1000">
                          <a:solidFill>
                            <a:srgbClr val="333333"/>
                          </a:solidFill>
                          <a:latin typeface="Cambria Math"/>
                        </a:rPr>
                      </m:ctrlPr>
                    </m:dPr>
                    <m:e>
                      <m:r>
                        <m:rPr>
                          <m:sty m:val="i"/>
                        </m:rPr>
                        <a:rPr sz="1000">
                          <a:solidFill>
                            <a:srgbClr val="333333"/>
                          </a:solidFill>
                          <a:latin typeface="Cambria Math"/>
                        </a:rPr>
                        <m:t xml:space="preserve">t</m:t>
                      </m:r>
                    </m:e>
                  </m:d>
                </m:oMath>
              </m:oMathPara>
            </a14:m>
            <a:endParaRPr sz="1000"/>
          </a:p>
        </p:txBody>
      </p:sp>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aseline="0" b="1" i="0" u="none">
                <a:solidFill>
                  <a:srgbClr val="333333"/>
                </a:solidFill>
                <a:latin typeface="Arial"/>
                <a:ea typeface="Arial"/>
                <a:cs typeface="Arial"/>
              </a:rPr>
              <a:t xml:space="preserve">Response</a:t>
            </a:r>
            <a:endParaRPr sz="1250"/>
          </a:p>
        </p:txBody>
      </p:sp>
      <p:sp>
        <p:nvSpPr>
          <p:cNvPr id="120" name="Editable label 0"/>
          <p:cNvSpPr/>
          <p:nvPr/>
        </p:nvSpPr>
        <p:spPr>
          <a:xfrm>
            <a:off x="590550" y="4657090"/>
            <a:ext cx="8890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a:t>
            </a:r>
            <a:endParaRPr sz="700"/>
          </a:p>
        </p:txBody>
      </p:sp>
      <p:sp>
        <p:nvSpPr>
          <p:cNvPr id="121" name="Editable label 0.05"/>
          <p:cNvSpPr/>
          <p:nvPr/>
        </p:nvSpPr>
        <p:spPr>
          <a:xfrm>
            <a:off x="964882" y="4657090"/>
            <a:ext cx="21336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0.05</a:t>
            </a:r>
            <a:endParaRPr sz="700"/>
          </a:p>
        </p:txBody>
      </p:sp>
      <p:sp>
        <p:nvSpPr>
          <p:cNvPr id="122" name="Editable label 0.1"/>
          <p:cNvSpPr/>
          <p:nvPr/>
        </p:nvSpPr>
        <p:spPr>
          <a:xfrm>
            <a:off x="1428115" y="4657090"/>
            <a:ext cx="16002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0.1</a:t>
            </a:r>
            <a:endParaRPr sz="700"/>
          </a:p>
        </p:txBody>
      </p:sp>
      <p:sp>
        <p:nvSpPr>
          <p:cNvPr id="123" name="Editable label 0.15"/>
          <p:cNvSpPr/>
          <p:nvPr/>
        </p:nvSpPr>
        <p:spPr>
          <a:xfrm>
            <a:off x="1838008" y="4657090"/>
            <a:ext cx="21336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0.15</a:t>
            </a:r>
            <a:endParaRPr sz="700"/>
          </a:p>
        </p:txBody>
      </p:sp>
      <p:sp>
        <p:nvSpPr>
          <p:cNvPr id="124" name="Editable label 0.2"/>
          <p:cNvSpPr/>
          <p:nvPr/>
        </p:nvSpPr>
        <p:spPr>
          <a:xfrm>
            <a:off x="2301240" y="4657090"/>
            <a:ext cx="16002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0.2</a:t>
            </a:r>
            <a:endParaRPr sz="700"/>
          </a:p>
        </p:txBody>
      </p:sp>
      <p:sp>
        <p:nvSpPr>
          <p:cNvPr id="125" name="Editable label 0.25"/>
          <p:cNvSpPr/>
          <p:nvPr/>
        </p:nvSpPr>
        <p:spPr>
          <a:xfrm>
            <a:off x="2711132" y="4657090"/>
            <a:ext cx="21336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0.25</a:t>
            </a:r>
            <a:endParaRPr sz="700"/>
          </a:p>
        </p:txBody>
      </p:sp>
      <p:sp>
        <p:nvSpPr>
          <p:cNvPr id="126" name="Editable label 0.3"/>
          <p:cNvSpPr/>
          <p:nvPr/>
        </p:nvSpPr>
        <p:spPr>
          <a:xfrm>
            <a:off x="3174365" y="4657090"/>
            <a:ext cx="16002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0.3</a:t>
            </a:r>
            <a:endParaRPr sz="700"/>
          </a:p>
        </p:txBody>
      </p:sp>
      <p:sp>
        <p:nvSpPr>
          <p:cNvPr id="127" name="Editable label 0.35"/>
          <p:cNvSpPr/>
          <p:nvPr/>
        </p:nvSpPr>
        <p:spPr>
          <a:xfrm>
            <a:off x="3584258" y="4657090"/>
            <a:ext cx="21336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0.35</a:t>
            </a:r>
            <a:endParaRPr sz="700"/>
          </a:p>
        </p:txBody>
      </p:sp>
      <p:sp>
        <p:nvSpPr>
          <p:cNvPr id="128" name="Editable label 0.4"/>
          <p:cNvSpPr/>
          <p:nvPr/>
        </p:nvSpPr>
        <p:spPr>
          <a:xfrm>
            <a:off x="4047490" y="4657090"/>
            <a:ext cx="16002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0.4</a:t>
            </a:r>
            <a:endParaRPr sz="700"/>
          </a:p>
        </p:txBody>
      </p:sp>
      <p:sp>
        <p:nvSpPr>
          <p:cNvPr id="129" name="Editable label -20"/>
          <p:cNvSpPr/>
          <p:nvPr/>
        </p:nvSpPr>
        <p:spPr>
          <a:xfrm>
            <a:off x="304800" y="4523740"/>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-20</a:t>
            </a:r>
            <a:endParaRPr sz="700"/>
          </a:p>
        </p:txBody>
      </p:sp>
      <p:sp>
        <p:nvSpPr>
          <p:cNvPr id="130" name="Editable label 0"/>
          <p:cNvSpPr/>
          <p:nvPr/>
        </p:nvSpPr>
        <p:spPr>
          <a:xfrm>
            <a:off x="304800" y="4264448"/>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0</a:t>
            </a:r>
            <a:endParaRPr sz="700"/>
          </a:p>
        </p:txBody>
      </p:sp>
      <p:sp>
        <p:nvSpPr>
          <p:cNvPr id="131" name="Editable label 20"/>
          <p:cNvSpPr/>
          <p:nvPr/>
        </p:nvSpPr>
        <p:spPr>
          <a:xfrm>
            <a:off x="304800" y="4005157"/>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20</a:t>
            </a:r>
            <a:endParaRPr sz="700"/>
          </a:p>
        </p:txBody>
      </p:sp>
      <p:sp>
        <p:nvSpPr>
          <p:cNvPr id="132" name="Editable label 40"/>
          <p:cNvSpPr/>
          <p:nvPr/>
        </p:nvSpPr>
        <p:spPr>
          <a:xfrm>
            <a:off x="304800" y="3745865"/>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40</a:t>
            </a:r>
            <a:endParaRPr sz="700"/>
          </a:p>
        </p:txBody>
      </p:sp>
      <p:sp>
        <p:nvSpPr>
          <p:cNvPr id="133" name="Editable label 60"/>
          <p:cNvSpPr/>
          <p:nvPr/>
        </p:nvSpPr>
        <p:spPr>
          <a:xfrm>
            <a:off x="304800" y="3486573"/>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60</a:t>
            </a:r>
            <a:endParaRPr sz="700"/>
          </a:p>
        </p:txBody>
      </p:sp>
      <p:sp>
        <p:nvSpPr>
          <p:cNvPr id="134" name="Editable label 80"/>
          <p:cNvSpPr/>
          <p:nvPr/>
        </p:nvSpPr>
        <p:spPr>
          <a:xfrm>
            <a:off x="304800" y="3227282"/>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80</a:t>
            </a:r>
            <a:endParaRPr sz="700"/>
          </a:p>
        </p:txBody>
      </p:sp>
      <p:sp>
        <p:nvSpPr>
          <p:cNvPr id="135" name="Editable label 100"/>
          <p:cNvSpPr/>
          <p:nvPr/>
        </p:nvSpPr>
        <p:spPr>
          <a:xfrm>
            <a:off x="304800" y="2967990"/>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100</a:t>
            </a:r>
            <a:endParaRPr sz="700"/>
          </a:p>
        </p:txBody>
      </p:sp>
      <p:sp>
        <p:nvSpPr>
          <p:cNvPr id="136" name="Horizontal axis Response"/>
          <p:cNvSpPr/>
          <p:nvPr/>
        </p:nvSpPr>
        <p:spPr>
          <a:xfrm>
            <a:off x="1746250" y="4724400"/>
            <a:ext cx="1270000" cy="4572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000">
                      <a:solidFill>
                        <a:srgbClr val="333333"/>
                      </a:solidFill>
                      <a:latin typeface="Cambria Math"/>
                    </a:rPr>
                    <m:t xml:space="preserve">t</m:t>
                  </m:r>
                  <m:r>
                    <m:rPr>
                      <m:sty m:val="p"/>
                    </m:rPr>
                    <a:rPr sz="1000">
                      <a:solidFill>
                        <a:srgbClr val="333333"/>
                      </a:solidFill>
                      <a:latin typeface="Cambria Math"/>
                    </a:rPr>
                    <m:t xml:space="preserve"> (s)</m:t>
                  </m:r>
                </m:oMath>
              </m:oMathPara>
            </a14:m>
            <a:endParaRPr sz="1000"/>
          </a:p>
        </p:txBody>
      </p:sp>
      <p:sp>
        <p:nvSpPr>
          <p:cNvPr id="137" name="Vertical axis Response"/>
          <p:cNvSpPr/>
          <p:nvPr/>
        </p:nvSpPr>
        <p:spPr>
          <a:xfrm rot="16200000">
            <a:off x="-412750" y="3597275"/>
            <a:ext cx="1270000" cy="4572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00">
                      <a:solidFill>
                        <a:srgbClr val="333333"/>
                      </a:solidFill>
                      <a:latin typeface="Cambria Math"/>
                    </a:rPr>
                    <m:t xml:space="preserve">spikes/s</m:t>
                  </m:r>
                </m:oMath>
              </m:oMathPara>
            </a14:m>
            <a:endParaRPr sz="1000"/>
          </a:p>
        </p:txBody>
      </p:sp>
      <p:sp>
        <p:nvSpPr>
          <p:cNvPr id="138" name="Response legend S"/>
          <p:cNvSpPr/>
          <p:nvPr/>
        </p:nvSpPr>
        <p:spPr>
          <a:xfrm>
            <a:off x="882650" y="3006090"/>
            <a:ext cx="1079500" cy="274320"/>
          </a:xfrm>
          <a:prstGeom prst="rect">
            <a:avLst/>
          </a:prstGeom>
          <a:noFill/>
          <a:ln>
            <a:noFill/>
          </a:ln>
        </p:spPr>
        <p:txBody>
          <a:bodyPr wrap="none" lIns="0" tIns="0" rIns="0" bIns="0" anchor="ctr">
            <a:noAutofit/>
          </a:bodyPr>
          <a:lstStyle/>
          <a:p>
            <a:pPr algn="l">
              <a:buNone/>
            </a:pPr>
            <a14:m>
              <m:oMathPara>
                <m:oMathParaPr>
                  <m:jc m:val="left"/>
                </m:oMathParaPr>
                <m:oMath>
                  <m:sSub>
                    <m:sSubPr>
                      <m:ctrlPr>
                        <a:rPr sz="600">
                          <a:solidFill>
                            <a:srgbClr val="333333"/>
                          </a:solidFill>
                          <a:latin typeface="Cambria Math"/>
                        </a:rPr>
                      </m:ctrlPr>
                    </m:sSubPr>
                    <m:e>
                      <m:r>
                        <m:rPr>
                          <m:sty m:val="i"/>
                        </m:rPr>
                        <a:rPr sz="600">
                          <a:solidFill>
                            <a:srgbClr val="333333"/>
                          </a:solidFill>
                          <a:latin typeface="Cambria Math"/>
                        </a:rPr>
                        <m:t xml:space="preserve">x</m:t>
                      </m:r>
                    </m:e>
                    <m:sub>
                      <m:r>
                        <m:rPr>
                          <m:sty m:val="p"/>
                        </m:rPr>
                        <a:rPr sz="600">
                          <a:solidFill>
                            <a:srgbClr val="333333"/>
                          </a:solidFill>
                          <a:latin typeface="Cambria Math"/>
                        </a:rPr>
                        <m:t xml:space="preserve">S</m:t>
                      </m:r>
                    </m:sub>
                  </m:sSub>
                  <m:r>
                    <m:rPr>
                      <m:sty m:val="p"/>
                    </m:rPr>
                    <a:rPr sz="600">
                      <a:solidFill>
                        <a:srgbClr val="333333"/>
                      </a:solidFill>
                      <a:latin typeface="Cambria Math"/>
                    </a:rPr>
                    <m:t xml:space="preserve"> (STN)</m:t>
                  </m:r>
                </m:oMath>
              </m:oMathPara>
            </a14:m>
            <a:endParaRPr sz="600"/>
          </a:p>
        </p:txBody>
      </p:sp>
      <p:sp>
        <p:nvSpPr>
          <p:cNvPr id="139" name="Response legend G"/>
          <p:cNvSpPr/>
          <p:nvPr/>
        </p:nvSpPr>
        <p:spPr>
          <a:xfrm>
            <a:off x="882650" y="3094990"/>
            <a:ext cx="1079500" cy="274320"/>
          </a:xfrm>
          <a:prstGeom prst="rect">
            <a:avLst/>
          </a:prstGeom>
          <a:noFill/>
          <a:ln>
            <a:noFill/>
          </a:ln>
        </p:spPr>
        <p:txBody>
          <a:bodyPr wrap="none" lIns="0" tIns="0" rIns="0" bIns="0" anchor="ctr">
            <a:noAutofit/>
          </a:bodyPr>
          <a:lstStyle/>
          <a:p>
            <a:pPr algn="l">
              <a:buNone/>
            </a:pPr>
            <a14:m>
              <m:oMathPara>
                <m:oMathParaPr>
                  <m:jc m:val="left"/>
                </m:oMathParaPr>
                <m:oMath>
                  <m:sSub>
                    <m:sSubPr>
                      <m:ctrlPr>
                        <a:rPr sz="600">
                          <a:solidFill>
                            <a:srgbClr val="333333"/>
                          </a:solidFill>
                          <a:latin typeface="Cambria Math"/>
                        </a:rPr>
                      </m:ctrlPr>
                    </m:sSubPr>
                    <m:e>
                      <m:r>
                        <m:rPr>
                          <m:sty m:val="i"/>
                        </m:rPr>
                        <a:rPr sz="600">
                          <a:solidFill>
                            <a:srgbClr val="333333"/>
                          </a:solidFill>
                          <a:latin typeface="Cambria Math"/>
                        </a:rPr>
                        <m:t xml:space="preserve">x</m:t>
                      </m:r>
                    </m:e>
                    <m:sub>
                      <m:r>
                        <m:rPr>
                          <m:sty m:val="p"/>
                        </m:rPr>
                        <a:rPr sz="600">
                          <a:solidFill>
                            <a:srgbClr val="333333"/>
                          </a:solidFill>
                          <a:latin typeface="Cambria Math"/>
                        </a:rPr>
                        <m:t xml:space="preserve">G</m:t>
                      </m:r>
                    </m:sub>
                  </m:sSub>
                  <m:r>
                    <m:rPr>
                      <m:sty m:val="p"/>
                    </m:rPr>
                    <a:rPr sz="600">
                      <a:solidFill>
                        <a:srgbClr val="333333"/>
                      </a:solidFill>
                      <a:latin typeface="Cambria Math"/>
                    </a:rPr>
                    <m:t xml:space="preserve"> (GPe / Proto)</m:t>
                  </m:r>
                </m:oMath>
              </m:oMathPara>
            </a14:m>
            <a:endParaRPr sz="600"/>
          </a:p>
        </p:txBody>
      </p:sp>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aseline="0" b="1" i="0" u="none">
                <a:solidFill>
                  <a:srgbClr val="333333"/>
                </a:solidFill>
                <a:latin typeface="Arial"/>
                <a:ea typeface="Arial"/>
                <a:cs typeface="Arial"/>
              </a:rPr>
              <a:t xml:space="preserve">Supply function</a:t>
            </a:r>
            <a:endParaRPr sz="1250"/>
          </a:p>
        </p:txBody>
      </p:sp>
      <p:sp>
        <p:nvSpPr>
          <p:cNvPr id="141" name="Editable label 0"/>
          <p:cNvSpPr/>
          <p:nvPr/>
        </p:nvSpPr>
        <p:spPr>
          <a:xfrm>
            <a:off x="5035550" y="4657090"/>
            <a:ext cx="8890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a:t>
            </a:r>
            <a:endParaRPr sz="700"/>
          </a:p>
        </p:txBody>
      </p:sp>
      <p:sp>
        <p:nvSpPr>
          <p:cNvPr id="142" name="Editable label 0.1"/>
          <p:cNvSpPr/>
          <p:nvPr/>
        </p:nvSpPr>
        <p:spPr>
          <a:xfrm>
            <a:off x="5873115" y="4657090"/>
            <a:ext cx="16002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0.1</a:t>
            </a:r>
            <a:endParaRPr sz="700"/>
          </a:p>
        </p:txBody>
      </p:sp>
      <p:sp>
        <p:nvSpPr>
          <p:cNvPr id="143" name="Editable label 0.2"/>
          <p:cNvSpPr/>
          <p:nvPr/>
        </p:nvSpPr>
        <p:spPr>
          <a:xfrm>
            <a:off x="6746240" y="4657090"/>
            <a:ext cx="16002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0.2</a:t>
            </a:r>
            <a:endParaRPr sz="700"/>
          </a:p>
        </p:txBody>
      </p:sp>
      <p:sp>
        <p:nvSpPr>
          <p:cNvPr id="144" name="Editable label 0.3"/>
          <p:cNvSpPr/>
          <p:nvPr/>
        </p:nvSpPr>
        <p:spPr>
          <a:xfrm>
            <a:off x="7619365" y="4657090"/>
            <a:ext cx="16002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0.3</a:t>
            </a:r>
            <a:endParaRPr sz="700"/>
          </a:p>
        </p:txBody>
      </p:sp>
      <p:sp>
        <p:nvSpPr>
          <p:cNvPr id="145" name="Editable label 0.4"/>
          <p:cNvSpPr/>
          <p:nvPr/>
        </p:nvSpPr>
        <p:spPr>
          <a:xfrm>
            <a:off x="8492490" y="4657090"/>
            <a:ext cx="160020" cy="160020"/>
          </a:xfrm>
          <a:prstGeom prst="rect">
            <a:avLst/>
          </a:prstGeom>
          <a:noFill/>
          <a:ln>
            <a:noFill/>
          </a:ln>
        </p:spPr>
        <p:txBody>
          <a:bodyPr wrap="none" lIns="0" tIns="0" rIns="0" bIns="0" anchor="ctr">
            <a:noAutofit/>
          </a:bodyPr>
          <a:lstStyle/>
          <a:p>
            <a:pPr algn="ctr">
              <a:buNone/>
            </a:pPr>
            <a:r>
              <a:rPr lang="en-GB" sz="700" baseline="0" b="0" i="0" u="none">
                <a:solidFill>
                  <a:srgbClr val="333333"/>
                </a:solidFill>
                <a:latin typeface="Arial"/>
                <a:ea typeface="Arial"/>
                <a:cs typeface="Arial"/>
              </a:rPr>
              <a:t xml:space="preserve">0.4</a:t>
            </a:r>
            <a:endParaRPr sz="700"/>
          </a:p>
        </p:txBody>
      </p:sp>
      <p:sp>
        <p:nvSpPr>
          <p:cNvPr id="146" name="Editable label 0"/>
          <p:cNvSpPr/>
          <p:nvPr/>
        </p:nvSpPr>
        <p:spPr>
          <a:xfrm>
            <a:off x="4749800" y="4523740"/>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0</a:t>
            </a:r>
            <a:endParaRPr sz="700"/>
          </a:p>
        </p:txBody>
      </p:sp>
      <p:sp>
        <p:nvSpPr>
          <p:cNvPr id="147" name="Editable label 1000"/>
          <p:cNvSpPr/>
          <p:nvPr/>
        </p:nvSpPr>
        <p:spPr>
          <a:xfrm>
            <a:off x="4749800" y="4037568"/>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1000</a:t>
            </a:r>
            <a:endParaRPr sz="700"/>
          </a:p>
        </p:txBody>
      </p:sp>
      <p:sp>
        <p:nvSpPr>
          <p:cNvPr id="148" name="Editable label 2000"/>
          <p:cNvSpPr/>
          <p:nvPr/>
        </p:nvSpPr>
        <p:spPr>
          <a:xfrm>
            <a:off x="4749800" y="3551396"/>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2000</a:t>
            </a:r>
            <a:endParaRPr sz="700"/>
          </a:p>
        </p:txBody>
      </p:sp>
      <p:sp>
        <p:nvSpPr>
          <p:cNvPr id="149" name="Editable label 3000"/>
          <p:cNvSpPr/>
          <p:nvPr/>
        </p:nvSpPr>
        <p:spPr>
          <a:xfrm>
            <a:off x="4749800" y="3065224"/>
            <a:ext cx="254000" cy="160020"/>
          </a:xfrm>
          <a:prstGeom prst="rect">
            <a:avLst/>
          </a:prstGeom>
          <a:noFill/>
          <a:ln>
            <a:noFill/>
          </a:ln>
        </p:spPr>
        <p:txBody>
          <a:bodyPr wrap="none" lIns="0" tIns="0" rIns="0" bIns="0" anchor="ctr">
            <a:noAutofit/>
          </a:bodyPr>
          <a:lstStyle/>
          <a:p>
            <a:pPr algn="r">
              <a:buNone/>
            </a:pPr>
            <a:r>
              <a:rPr lang="en-GB" sz="700" baseline="0" b="0" i="0" u="none">
                <a:solidFill>
                  <a:srgbClr val="333333"/>
                </a:solidFill>
                <a:latin typeface="Arial"/>
                <a:ea typeface="Arial"/>
                <a:cs typeface="Arial"/>
              </a:rPr>
              <a:t xml:space="preserve">3000</a:t>
            </a:r>
            <a:endParaRPr sz="700"/>
          </a:p>
        </p:txBody>
      </p:sp>
      <p:sp>
        <p:nvSpPr>
          <p:cNvPr id="150" name="Horizontal axis Supply function"/>
          <p:cNvSpPr/>
          <p:nvPr/>
        </p:nvSpPr>
        <p:spPr>
          <a:xfrm>
            <a:off x="6191250" y="4724400"/>
            <a:ext cx="1270000" cy="4572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000">
                      <a:solidFill>
                        <a:srgbClr val="333333"/>
                      </a:solidFill>
                      <a:latin typeface="Cambria Math"/>
                    </a:rPr>
                    <m:t xml:space="preserve">T</m:t>
                  </m:r>
                  <m:r>
                    <m:rPr>
                      <m:sty m:val="p"/>
                    </m:rPr>
                    <a:rPr sz="1000">
                      <a:solidFill>
                        <a:srgbClr val="333333"/>
                      </a:solidFill>
                      <a:latin typeface="Cambria Math"/>
                    </a:rPr>
                    <m:t xml:space="preserve"> (s)</m:t>
                  </m:r>
                </m:oMath>
              </m:oMathPara>
            </a14:m>
            <a:endParaRPr sz="1000"/>
          </a:p>
        </p:txBody>
      </p:sp>
      <p:sp>
        <p:nvSpPr>
          <p:cNvPr id="151" name="Vertical axis Supply function"/>
          <p:cNvSpPr/>
          <p:nvPr/>
        </p:nvSpPr>
        <p:spPr>
          <a:xfrm rot="16200000">
            <a:off x="4032250" y="3597275"/>
            <a:ext cx="1270000" cy="45720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1000">
                          <a:solidFill>
                            <a:srgbClr val="333333"/>
                          </a:solidFill>
                          <a:latin typeface="Cambria Math"/>
                        </a:rPr>
                      </m:ctrlPr>
                    </m:naryPr>
                    <m:sub>
                      <m:r>
                        <m:rPr>
                          <m:sty m:val="p"/>
                        </m:rPr>
                        <a:rPr sz="1000">
                          <a:solidFill>
                            <a:srgbClr val="333333"/>
                          </a:solidFill>
                          <a:latin typeface="Cambria Math"/>
                        </a:rPr>
                        <m:t xml:space="preserve">0</m:t>
                      </m:r>
                    </m:sub>
                    <m:sup>
                      <m:r>
                        <m:rPr>
                          <m:sty m:val="i"/>
                        </m:rPr>
                        <a:rPr sz="1000">
                          <a:solidFill>
                            <a:srgbClr val="333333"/>
                          </a:solidFill>
                          <a:latin typeface="Cambria Math"/>
                        </a:rPr>
                        <m:t xml:space="preserve">T</m:t>
                      </m:r>
                    </m:sup>
                    <m:e>
                      <m:r>
                        <m:rPr>
                          <m:sty m:val="p"/>
                        </m:rPr>
                        <a:rPr sz="1000">
                          <a:solidFill>
                            <a:srgbClr val="333333"/>
                          </a:solidFill>
                          <a:latin typeface="Cambria Math"/>
                        </a:rPr>
                        <m:t xml:space="preserve">σ</m:t>
                      </m:r>
                      <m:d>
                        <m:dPr>
                          <m:begChr m:val="("/>
                          <m:endChr m:val=")"/>
                          <m:ctrlPr>
                            <a:rPr sz="1000">
                              <a:solidFill>
                                <a:srgbClr val="333333"/>
                              </a:solidFill>
                              <a:latin typeface="Cambria Math"/>
                            </a:rPr>
                          </m:ctrlPr>
                        </m:dPr>
                        <m:e>
                          <m:r>
                            <m:rPr>
                              <m:sty m:val="i"/>
                            </m:rPr>
                            <a:rPr sz="1000">
                              <a:solidFill>
                                <a:srgbClr val="333333"/>
                              </a:solidFill>
                              <a:latin typeface="Cambria Math"/>
                            </a:rPr>
                            <m:t xml:space="preserve">t</m:t>
                          </m:r>
                        </m:e>
                      </m:d>
                      <m:r>
                        <m:rPr>
                          <m:sty m:val="i"/>
                        </m:rPr>
                        <a:rPr sz="1000">
                          <a:solidFill>
                            <a:srgbClr val="333333"/>
                          </a:solidFill>
                          <a:latin typeface="Cambria Math"/>
                        </a:rPr>
                        <m:t xml:space="preserve"> dt</m:t>
                      </m:r>
                    </m:e>
                  </m:nary>
                </m:oMath>
              </m:oMathPara>
            </a14:m>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2484</TotalTime>
  <Words>3659</Words>
  <Application>Microsoft Office PowerPoint</Application>
  <PresentationFormat>On-screen Show (16:9)</PresentationFormat>
  <Paragraphs>490</Paragraphs>
  <Slides>38</Slides>
  <Notes>33</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17</cp:revision>
  <dcterms:created xsi:type="dcterms:W3CDTF">2019-11-27T15:26:32Z</dcterms:created>
  <dcterms:modified xsi:type="dcterms:W3CDTF">2026-09-24T18:27:20Z</dcterms:modified>
</cp:coreProperties>
</file>