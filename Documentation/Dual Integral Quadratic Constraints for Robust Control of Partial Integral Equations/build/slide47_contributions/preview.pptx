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81" r:id="rId47"/>
    <p:sldId id="482" r:id="rId4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