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53" r:id="rId49"/>
    <p:sldId id="441" r:id="rId50"/>
    <p:sldId id="471" r:id="rId51"/>
    <p:sldId id="442" r:id="rId52"/>
    <p:sldId id="443" r:id="rId53"/>
    <p:sldId id="439" r:id="rId54"/>
    <p:sldId id="458" r:id="rId55"/>
    <p:sldId id="421" r:id="rId56"/>
    <p:sldId id="427" r:id="rId57"/>
    <p:sldId id="431" r:id="rId58"/>
    <p:sldId id="428" r:id="rId59"/>
    <p:sldId id="429" r:id="rId60"/>
    <p:sldId id="432" r:id="rId61"/>
    <p:sldId id="430" r:id="rId62"/>
    <p:sldId id="433" r:id="rId63"/>
    <p:sldId id="434" r:id="rId6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 Id="rIdSlideFlow118" Type="http://schemas.openxmlformats.org/officeDocument/2006/relationships/image" Target="../media/image91.png"/><Relationship Id="rIdSlideFlow119" Type="http://schemas.openxmlformats.org/officeDocument/2006/relationships/image" Target="../media/image92.png"/><Relationship Id="rIdSlideFlow120" Type="http://schemas.openxmlformats.org/officeDocument/2006/relationships/image" Target="../media/image94.png"/><Relationship Id="rIdSlideFlow121" Type="http://schemas.openxmlformats.org/officeDocument/2006/relationships/image" Target="../media/image93.png"/></Relationships>
</file>

<file path=ppt/slides/_rels/slide45.xml.rels><?xml version="1.0" encoding="utf-8"?><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 Id="rIdSlideFlow114" Type="http://schemas.openxmlformats.org/officeDocument/2006/relationships/image" Target="../media/revised_lfr19_image96.png"/><Relationship Id="rIdSlideFlow115" Type="http://schemas.openxmlformats.org/officeDocument/2006/relationships/image" Target="../media/image722.png"/><Relationship Id="rIdSlideFlow116" Type="http://schemas.openxmlformats.org/officeDocument/2006/relationships/image" Target="../media/image81.png"/><Relationship Id="rIdSlideFlow117" Type="http://schemas.openxmlformats.org/officeDocument/2006/relationships/image" Target="../media/image740.png"/><Relationship Id="rIdSlideFlow118" Type="http://schemas.openxmlformats.org/officeDocument/2006/relationships/image" Target="../media/image751.png"/><Relationship Id="rIdSlideFlow119" Type="http://schemas.openxmlformats.org/officeDocument/2006/relationships/image" Target="../media/revised_lfr19_image102.png"/><Relationship Id="rIdSlideFlow120" Type="http://schemas.openxmlformats.org/officeDocument/2006/relationships/image" Target="../media/extraction20_image70.png"/><Relationship Id="rIdSlideFlow121" Type="http://schemas.openxmlformats.org/officeDocument/2006/relationships/image" Target="../media/image67.png"/><Relationship Id="rIdSlideFlow122" Type="http://schemas.openxmlformats.org/officeDocument/2006/relationships/image" Target="../media/image68.jpeg"/><Relationship Id="rIdSlideFlow123" Type="http://schemas.openxmlformats.org/officeDocument/2006/relationships/image" Target="../media/image7.jpg"/><Relationship Id="rIdSlideFlow124" Type="http://schemas.openxmlformats.org/officeDocument/2006/relationships/image" Target="../media/image114.png"/><Relationship Id="rIdSlideFlow125" Type="http://schemas.openxmlformats.org/officeDocument/2006/relationships/image" Target="../media/image115.png"/><Relationship Id="rIdSlideFlow126" Type="http://schemas.openxmlformats.org/officeDocument/2006/relationships/image" Target="../media/image97.png"/></Relationships>
</file>

<file path=ppt/slides/_rels/slide46.xml.rels><?xml version="1.0" encoding="utf-8"?><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 Id="rIdSlideFlow108" Type="http://schemas.openxmlformats.org/officeDocument/2006/relationships/image" Target="../media/image90.png"/><Relationship Id="rIdSlideFlow109" Type="http://schemas.openxmlformats.org/officeDocument/2006/relationships/image" Target="../media/revised_lfr19_image96.png"/><Relationship Id="rIdSlideFlow110" Type="http://schemas.openxmlformats.org/officeDocument/2006/relationships/image" Target="../media/image770.png"/><Relationship Id="rIdSlideFlow111" Type="http://schemas.openxmlformats.org/officeDocument/2006/relationships/image" Target="../media/image82.png"/><Relationship Id="rIdSlideFlow112" Type="http://schemas.openxmlformats.org/officeDocument/2006/relationships/image" Target="../media/image790.png"/><Relationship Id="rIdSlideFlow113" Type="http://schemas.openxmlformats.org/officeDocument/2006/relationships/image" Target="../media/image800.png"/><Relationship Id="rIdSlideFlow114" Type="http://schemas.openxmlformats.org/officeDocument/2006/relationships/image" Target="../media/revised_lfr19_image102.png"/><Relationship Id="rIdSlideFlow115" Type="http://schemas.openxmlformats.org/officeDocument/2006/relationships/image" Target="../media/image731.png"/><Relationship Id="rIdSlideFlow116" Type="http://schemas.openxmlformats.org/officeDocument/2006/relationships/image" Target="../media/image93.png"/></Relationships>
</file>

<file path=ppt/slides/_rels/slide47.xml.rels><?xml version="1.0" encoding="utf-8"?><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 Id="rIdSlideFlow104" Type="http://schemas.openxmlformats.org/officeDocument/2006/relationships/image" Target="../media/image95.png"/><Relationship Id="rIdSlideFlow105" Type="http://schemas.openxmlformats.org/officeDocument/2006/relationships/image" Target="../media/image96.png"/><Relationship Id="rIdSlideFlow106" Type="http://schemas.openxmlformats.org/officeDocument/2006/relationships/image" Target="../media/image110.png"/><Relationship Id="rIdSlideFlow107" Type="http://schemas.openxmlformats.org/officeDocument/2006/relationships/image" Target="../media/image97.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SlideFlow120"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SlideFlow12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SlideFlow122"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SlideFlow123"/>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SlideFlow125"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SlideFlow106" cstate="print">
            <a:extLst>
              <a:ext uri="{28A0092B-C50C-407E-A947-70E740481C1C}">
                <a14:useLocalDpi xmlns:a14="http://schemas.microsoft.com/office/drawing/2010/main" val="0"/>
              </a:ext>
            </a:extLst>
          </a:blip>
          <a:stretch>
            <a:fillRect/>
          </a:stretch>
        </p:blipFill>
        <p:spPr>
          <a:xfrm>
            <a:off x="-5150502" y="1777808"/>
            <a:ext cx="2919600"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