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heta_image145.png"/><Relationship Id="rId3" Type="http://schemas.openxmlformats.org/officeDocument/2006/relationships/image" Target="../media/slide43theta_image140.png"/><Relationship Id="rId7" Type="http://schemas.openxmlformats.org/officeDocument/2006/relationships/image" Target="../media/slide43theta_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slide43theta_image143.png"/><Relationship Id="rId5" Type="http://schemas.openxmlformats.org/officeDocument/2006/relationships/image" Target="../media/slide43theta_image142.png"/><Relationship Id="rId4" Type="http://schemas.openxmlformats.org/officeDocument/2006/relationships/image" Target="../media/slide43theta_image141.png"/><Relationship Id="rId9" Type="http://schemas.openxmlformats.org/officeDocument/2006/relationships/image" Target="../media/slide43theta_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Original filter"/>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p:sp>
            <p:nvSpPr>
              <p:cNvPr id="11003" name="Original filter"/>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Required dual filter"/>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p:sp>
            <p:nvSpPr>
              <p:cNvPr id="11004" name="Required dual filter"/>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