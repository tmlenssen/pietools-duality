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notesMasters/notesMaster1.xml" ContentType="application/vnd.openxmlformats-officedocument.presentationml.notesMaster+xml"/>
  <Override PartName="/ppt/theme/sectorNotesTheme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1"/>
  </p:sldMasterIdLst>
  <p:notesMasterIdLst>
    <p:notesMasterId r:id="rIdSectorNotes"/>
  </p:notesMasterIdLst>
  <p:sldIdLst>
    <p:sldId id="256" r:id="rIdSector1"/>
    <p:sldId id="257" r:id="rIdSector2"/>
    <p:sldId id="258" r:id="rIdSector3"/>
    <p:sldId id="259" r:id="rIdSector4"/>
  </p:sldIdLst>
  <p:sldSz cx="9144000" cy="5143500" type="screen16x9"/>
  <p:notesSz cx="6858000" cy="9144000"/>
  <p:defaultTextStyle>
    <a:defPPr>
      <a:defRPr lang="nl-NL"/>
    </a:defPPr>
    <a:lvl1pPr marL="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Theme" Type="http://schemas.openxmlformats.org/officeDocument/2006/relationships/theme" Target="theme/theme1.xml"/><Relationship Id="rIdSectorNotes" Type="http://schemas.openxmlformats.org/officeDocument/2006/relationships/notesMaster" Target="notesMasters/notesMaster1.xml"/><Relationship Id="rIdSector1" Type="http://schemas.openxmlformats.org/officeDocument/2006/relationships/slide" Target="slides/slide1.xml"/><Relationship Id="rIdSector2" Type="http://schemas.openxmlformats.org/officeDocument/2006/relationships/slide" Target="slides/slide2.xml"/><Relationship Id="rIdSector3" Type="http://schemas.openxmlformats.org/officeDocument/2006/relationships/slide" Target="slides/slide3.xml"/><Relationship Id="rIdSector4" Type="http://schemas.openxmlformats.org/officeDocument/2006/relationships/slide" Target="slides/slide4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sectorNotesTheme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koptekst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Tijdelijke aanduiding voor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5F25DE2-B715-4EA4-8CF0-DA425EA806A7}" type="datetimeFigureOut">
              <a:rPr lang="en-GB" smtClean="0"/>
              <a:t>24/09/2026</a:t>
            </a:fld>
            <a:endParaRPr lang="en-GB"/>
          </a:p>
        </p:txBody>
      </p:sp>
      <p:sp>
        <p:nvSpPr>
          <p:cNvPr id="4" name="Tijdelijke aanduiding voor dia-afbeelding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Tijdelijke aanduiding voor notiti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nl-NL"/>
              <a:t>Klik om de modelstijlen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GB"/>
          </a:p>
        </p:txBody>
      </p:sp>
      <p:sp>
        <p:nvSpPr>
          <p:cNvPr id="6" name="Tijdelijke aanduiding voor voettekst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A799BBE-B871-48D7-983C-C0B1D7156DC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37193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p="http://schemas.openxmlformats.org/presentationml/2006/main" xmlns:a="http://schemas.openxmlformats.org/drawingml/2006/main" xmlns:r="http://schemas.openxmlformats.org/officeDocument/2006/relationships" xmlns:m="http://schemas.openxmlformats.org/officeDocument/2006/math" xmlns:a14="http://schemas.microsoft.com/office/drawing/2010/main" xmlns:mc="http://schemas.openxmlformats.org/markup-compatibility/2006">
  <p:cSld>
    <p:spTree>
      <p:nvGrpSpPr>
        <p:cNvPr id="1" name=""/>
        <p:cNvGrpSpPr/>
        <p:nvPr/>
      </p:nvGrpSpPr>
      <p:grpSpPr/>
      <p:sp>
        <p:nvSpPr>
          <p:cNvPr id="2" name="Speaker notes"/>
          <p:cNvSpPr/>
          <p:nvPr>
            <p:ph type="body" idx="1"/>
          </p:nvPr>
        </p:nvSpPr>
        <p:spPr>
          <a:xfrm>
            <a:off x="457200" y="1016000"/>
            <a:ext cx="7620000" cy="508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</a:pPr>
            <a:r>
              <a:rPr lang="en-GB" sz="1200" baseline="0" b="0" i="0" u="none">
                <a:solidFill>
                  <a:srgbClr val="252529"/>
                </a:solidFill>
                <a:latin typeface="Aptos"/>
                <a:ea typeface="Aptos"/>
                <a:cs typeface="Aptos"/>
              </a:rPr>
              <a:t xml:space="preserve">A concrete static instance of Definition 5. Assume a real scalar memoryless pointwise operator w_Delta(t,s)=phi(z_Delta(t,s)), with phi(0)=0 and alpha&lt;beta finite. The sector condition holds for every scalar input, time and spatial location. The graph is schematic: alpha=0.2, beta=1.2 and phi(z)=0.7*z+0.3*tanh(z). It illustrates the sector, not measured data. Both first and third quadrant wedges are shown. Sector membership is not the same as a bound on the derivative of phi.</a:t>
            </a:r>
            <a:endParaRPr sz="1200"/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 xmlns:r="http://schemas.openxmlformats.org/officeDocument/2006/relationships" xmlns:m="http://schemas.openxmlformats.org/officeDocument/2006/math" xmlns:a14="http://schemas.microsoft.com/office/drawing/2010/main" xmlns:mc="http://schemas.openxmlformats.org/markup-compatibility/2006">
  <p:cSld>
    <p:spTree>
      <p:nvGrpSpPr>
        <p:cNvPr id="1" name=""/>
        <p:cNvGrpSpPr/>
        <p:nvPr/>
      </p:nvGrpSpPr>
      <p:grpSpPr/>
      <p:sp>
        <p:nvSpPr>
          <p:cNvPr id="2" name="Speaker notes"/>
          <p:cNvSpPr/>
          <p:nvPr>
            <p:ph type="body" idx="1"/>
          </p:nvPr>
        </p:nvSpPr>
        <p:spPr>
          <a:xfrm>
            <a:off x="457200" y="1016000"/>
            <a:ext cx="7620000" cy="508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</a:pPr>
            <a:r>
              <a:rPr lang="en-GB" sz="1200" baseline="0" b="0" i="0" u="none">
                <a:solidFill>
                  <a:srgbClr val="252529"/>
                </a:solidFill>
                <a:latin typeface="Aptos"/>
                <a:ea typeface="Aptos"/>
                <a:cs typeface="Aptos"/>
              </a:rPr>
              <a:t xml:space="preserve">The upper gap beta*z-w and the lower gap w-alpha*z have the same sign for a sector-bounded graph. At the positive input marked here both are nonnegative; for a negative input both are nonpositive. Their product q is nonnegative in both cases. q is a mathematical supply density, not necessarily physical heat or energy. The colours on the two factors match the two short gap segments in the diagram.</a:t>
            </a:r>
            <a:endParaRPr sz="1200"/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 xmlns:r="http://schemas.openxmlformats.org/officeDocument/2006/relationships" xmlns:m="http://schemas.openxmlformats.org/officeDocument/2006/math" xmlns:a14="http://schemas.microsoft.com/office/drawing/2010/main" xmlns:mc="http://schemas.openxmlformats.org/markup-compatibility/2006">
  <p:cSld>
    <p:spTree>
      <p:nvGrpSpPr>
        <p:cNvPr id="1" name=""/>
        <p:cNvGrpSpPr/>
        <p:nvPr/>
      </p:nvGrpSpPr>
      <p:grpSpPr/>
      <p:sp>
        <p:nvSpPr>
          <p:cNvPr id="2" name="Speaker notes"/>
          <p:cNvSpPr/>
          <p:nvPr>
            <p:ph type="body" idx="1"/>
          </p:nvPr>
        </p:nvSpPr>
        <p:spPr>
          <a:xfrm>
            <a:off x="457200" y="1016000"/>
            <a:ext cx="7620000" cy="508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</a:pPr>
            <a:r>
              <a:rPr lang="en-GB" sz="1200" baseline="0" b="0" i="0" u="none">
                <a:solidFill>
                  <a:srgbClr val="252529"/>
                </a:solidFill>
                <a:latin typeface="Aptos"/>
                <a:ea typeface="Aptos"/>
                <a:cs typeface="Aptos"/>
              </a:rPr>
              <a:t xml:space="preserve">Expanding q gives -alpha*beta*z^2+(alpha+beta)*z*w-w^2. Thus the off-diagonal multiplier entries are (alpha+beta)/2. The matrix acts pointwise on the spatial channels; its entries represent scalar multiples of the identity operator on L2([a,b]). This multiplier is indefinite in general. x is defined here only to shorten the stacked input/output pair; all time and space arguments remain visible.</a:t>
            </a:r>
            <a:endParaRPr sz="1200"/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 xmlns:r="http://schemas.openxmlformats.org/officeDocument/2006/relationships" xmlns:m="http://schemas.openxmlformats.org/officeDocument/2006/math" xmlns:a14="http://schemas.microsoft.com/office/drawing/2010/main" xmlns:mc="http://schemas.openxmlformats.org/markup-compatibility/2006">
  <p:cSld>
    <p:spTree>
      <p:nvGrpSpPr>
        <p:cNvPr id="1" name=""/>
        <p:cNvGrpSpPr/>
        <p:nvPr/>
      </p:nvGrpSpPr>
      <p:grpSpPr/>
      <p:sp>
        <p:nvSpPr>
          <p:cNvPr id="2" name="Speaker notes"/>
          <p:cNvSpPr/>
          <p:nvPr>
            <p:ph type="body" idx="1"/>
          </p:nvPr>
        </p:nvSpPr>
        <p:spPr>
          <a:xfrm>
            <a:off x="457200" y="1016000"/>
            <a:ext cx="7620000" cy="508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</a:pPr>
            <a:r>
              <a:rPr lang="en-GB" sz="1200" baseline="0" b="0" i="0" u="none">
                <a:solidFill>
                  <a:srgbClr val="252529"/>
                </a:solidFill>
                <a:latin typeface="Aptos"/>
                <a:ea typeface="Aptos"/>
                <a:cs typeface="Aptos"/>
              </a:rPr>
              <a:t xml:space="preserve">Because q(t,s)&gt;=0 pointwise, integrating over the spatial domain and any finite time horizon gives a hard IQC. Choose Psi_Delta=I and the sector multiplier from the previous slide in Definition 5. Then the paper's truncated inner product is exactly this double integral. For this memoryless example choose nonnegative storage S identically zero, so S(T)-S(0)=0 &lt;= integral q; hence Delta is dissipative with supply sigma(t)=integral_a^b q(t,s) ds. This does not assert that every dynamic IQC has zero storage or pointwise nonnegative supply. An IQC describing Delta alone is not a stability certificate for its feedback interconnection; a complementary plant condition is still needed. Reference: Megretski and Rantzer, System Analysis via Integral Quadratic Constraints, IEEE TAC 42(6), 1997, Section VI.I. https://services.montefiore.uliege.be/systems/grad04/megretski97.pdf</a:t>
            </a:r>
            <a:endParaRPr sz="1200"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CleanLogo" Type="http://schemas.openxmlformats.org/officeDocument/2006/relationships/image" Target="../media/image2.png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CleanLogo" Type="http://schemas.openxmlformats.org/officeDocument/2006/relationships/image" Target="../media/image2.png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CleanLogo" Type="http://schemas.openxmlformats.org/officeDocument/2006/relationships/image" Target="../media/image2.png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xmlns:a="http://schemas.openxmlformats.org/drawingml/2006/main" xmlns:r="http://schemas.openxmlformats.org/officeDocument/2006/relationships" type="title" preserve="1" showMasterSp="0">
  <p:cSld name="Clean White - Titl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lean ctrTitle 0"/>
          <p:cNvSpPr>
            <a:spLocks noGrp="1"/>
          </p:cNvSpPr>
          <p:nvPr>
            <p:ph type="ctrTitle" idx="0"/>
          </p:nvPr>
        </p:nvSpPr>
        <p:spPr>
          <a:xfrm>
            <a:off x="457200" y="444500"/>
            <a:ext cx="8229600" cy="1092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>
            <a:lvl1pPr marL="0" indent="0" algn="l">
              <a:lnSpc>
                <a:spcPct val="112000"/>
              </a:lnSpc>
              <a:spcAft>
                <a:spcPts val="0"/>
              </a:spcAft>
              <a:buNone/>
              <a:defRPr sz="2800" b="1">
                <a:solidFill>
                  <a:srgbClr val="252529"/>
                </a:solidFill>
                <a:latin typeface="Aptos"/>
                <a:ea typeface="Aptos"/>
                <a:cs typeface="Aptos"/>
              </a:defRPr>
            </a:lvl1pPr>
            <a:lvl2pPr marL="203200" indent="0" algn="l">
              <a:lnSpc>
                <a:spcPct val="112000"/>
              </a:lnSpc>
              <a:spcAft>
                <a:spcPts val="0"/>
              </a:spcAft>
              <a:buNone/>
              <a:defRPr sz="2700" b="1">
                <a:solidFill>
                  <a:srgbClr val="252529"/>
                </a:solidFill>
                <a:latin typeface="Aptos"/>
                <a:ea typeface="Aptos"/>
                <a:cs typeface="Aptos"/>
              </a:defRPr>
            </a:lvl2pPr>
            <a:lvl3pPr marL="406400" indent="0" algn="l">
              <a:lnSpc>
                <a:spcPct val="112000"/>
              </a:lnSpc>
              <a:spcAft>
                <a:spcPts val="0"/>
              </a:spcAft>
              <a:buNone/>
              <a:defRPr sz="2600" b="1">
                <a:solidFill>
                  <a:srgbClr val="252529"/>
                </a:solidFill>
                <a:latin typeface="Aptos"/>
                <a:ea typeface="Aptos"/>
                <a:cs typeface="Aptos"/>
              </a:defRPr>
            </a:lvl3pPr>
            <a:lvl4pPr marL="609600" indent="0" algn="l">
              <a:lnSpc>
                <a:spcPct val="112000"/>
              </a:lnSpc>
              <a:spcAft>
                <a:spcPts val="0"/>
              </a:spcAft>
              <a:buNone/>
              <a:defRPr sz="2500" b="1">
                <a:solidFill>
                  <a:srgbClr val="252529"/>
                </a:solidFill>
                <a:latin typeface="Aptos"/>
                <a:ea typeface="Aptos"/>
                <a:cs typeface="Aptos"/>
              </a:defRPr>
            </a:lvl4pPr>
            <a:lvl5pPr marL="812800" indent="0" algn="l">
              <a:lnSpc>
                <a:spcPct val="112000"/>
              </a:lnSpc>
              <a:spcAft>
                <a:spcPts val="0"/>
              </a:spcAft>
              <a:buNone/>
              <a:defRPr sz="2400" b="1">
                <a:solidFill>
                  <a:srgbClr val="252529"/>
                </a:solidFill>
                <a:latin typeface="Aptos"/>
                <a:ea typeface="Aptos"/>
                <a:cs typeface="Aptos"/>
              </a:defRPr>
            </a:lvl5pPr>
            <a:lvl6pPr marL="1016000" indent="0" algn="l">
              <a:lnSpc>
                <a:spcPct val="112000"/>
              </a:lnSpc>
              <a:spcAft>
                <a:spcPts val="0"/>
              </a:spcAft>
              <a:buNone/>
              <a:defRPr sz="2300" b="1">
                <a:solidFill>
                  <a:srgbClr val="252529"/>
                </a:solidFill>
                <a:latin typeface="Aptos"/>
                <a:ea typeface="Aptos"/>
                <a:cs typeface="Aptos"/>
              </a:defRPr>
            </a:lvl6pPr>
            <a:lvl7pPr marL="1219200" indent="0" algn="l">
              <a:lnSpc>
                <a:spcPct val="112000"/>
              </a:lnSpc>
              <a:spcAft>
                <a:spcPts val="0"/>
              </a:spcAft>
              <a:buNone/>
              <a:defRPr sz="2200" b="1">
                <a:solidFill>
                  <a:srgbClr val="252529"/>
                </a:solidFill>
                <a:latin typeface="Aptos"/>
                <a:ea typeface="Aptos"/>
                <a:cs typeface="Aptos"/>
              </a:defRPr>
            </a:lvl7pPr>
            <a:lvl8pPr marL="1422400" indent="0" algn="l">
              <a:lnSpc>
                <a:spcPct val="112000"/>
              </a:lnSpc>
              <a:spcAft>
                <a:spcPts val="0"/>
              </a:spcAft>
              <a:buNone/>
              <a:defRPr sz="2100" b="1">
                <a:solidFill>
                  <a:srgbClr val="252529"/>
                </a:solidFill>
                <a:latin typeface="Aptos"/>
                <a:ea typeface="Aptos"/>
                <a:cs typeface="Aptos"/>
              </a:defRPr>
            </a:lvl8pPr>
            <a:lvl9pPr marL="1625600" indent="0" algn="l">
              <a:lnSpc>
                <a:spcPct val="112000"/>
              </a:lnSpc>
              <a:spcAft>
                <a:spcPts val="0"/>
              </a:spcAft>
              <a:buNone/>
              <a:defRPr sz="2000" b="1">
                <a:solidFill>
                  <a:srgbClr val="252529"/>
                </a:solidFill>
                <a:latin typeface="Aptos"/>
                <a:ea typeface="Aptos"/>
                <a:cs typeface="Aptos"/>
              </a:defRPr>
            </a:lvl9pPr>
          </a:lstStyle>
          <a:p>
            <a:pPr marL="0" indent="0" algn="l">
              <a:lnSpc>
                <a:spcPct val="112000"/>
              </a:lnSpc>
              <a:spcAft>
                <a:spcPts val="0"/>
              </a:spcAft>
              <a:buNone/>
              <a:defRPr sz="2800" b="1">
                <a:solidFill>
                  <a:srgbClr val="252529"/>
                </a:solidFill>
                <a:latin typeface="Aptos"/>
                <a:ea typeface="Aptos"/>
                <a:cs typeface="Aptos"/>
              </a:defRPr>
            </a:pPr>
            <a:r>
              <a:t>Click to add title</a:t>
            </a:r>
          </a:p>
        </p:txBody>
      </p:sp>
      <p:sp>
        <p:nvSpPr>
          <p:cNvPr id="3" name="Clean subTitle 1"/>
          <p:cNvSpPr>
            <a:spLocks noGrp="1"/>
          </p:cNvSpPr>
          <p:nvPr>
            <p:ph type="subTitle" idx="1"/>
          </p:nvPr>
        </p:nvSpPr>
        <p:spPr>
          <a:xfrm>
            <a:off x="457200" y="1663700"/>
            <a:ext cx="8229600" cy="406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>
            <a:lvl1pPr marL="0" indent="0" algn="l">
              <a:lnSpc>
                <a:spcPct val="112000"/>
              </a:lnSpc>
              <a:spcAft>
                <a:spcPts val="0"/>
              </a:spcAft>
              <a:buNone/>
              <a:defRPr sz="1600" b="0">
                <a:solidFill>
                  <a:srgbClr val="C81919"/>
                </a:solidFill>
                <a:latin typeface="Aptos"/>
                <a:ea typeface="Aptos"/>
                <a:cs typeface="Aptos"/>
              </a:defRPr>
            </a:lvl1pPr>
            <a:lvl2pPr marL="203200" indent="0" algn="l">
              <a:lnSpc>
                <a:spcPct val="112000"/>
              </a:lnSpc>
              <a:spcAft>
                <a:spcPts val="0"/>
              </a:spcAft>
              <a:buNone/>
              <a:defRPr sz="1500" b="0">
                <a:solidFill>
                  <a:srgbClr val="C81919"/>
                </a:solidFill>
                <a:latin typeface="Aptos"/>
                <a:ea typeface="Aptos"/>
                <a:cs typeface="Aptos"/>
              </a:defRPr>
            </a:lvl2pPr>
            <a:lvl3pPr marL="406400" indent="0" algn="l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C81919"/>
                </a:solidFill>
                <a:latin typeface="Aptos"/>
                <a:ea typeface="Aptos"/>
                <a:cs typeface="Aptos"/>
              </a:defRPr>
            </a:lvl3pPr>
            <a:lvl4pPr marL="609600" indent="0" algn="l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C81919"/>
                </a:solidFill>
                <a:latin typeface="Aptos"/>
                <a:ea typeface="Aptos"/>
                <a:cs typeface="Aptos"/>
              </a:defRPr>
            </a:lvl4pPr>
            <a:lvl5pPr marL="812800" indent="0" algn="l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C81919"/>
                </a:solidFill>
                <a:latin typeface="Aptos"/>
                <a:ea typeface="Aptos"/>
                <a:cs typeface="Aptos"/>
              </a:defRPr>
            </a:lvl5pPr>
            <a:lvl6pPr marL="1016000" indent="0" algn="l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C81919"/>
                </a:solidFill>
                <a:latin typeface="Aptos"/>
                <a:ea typeface="Aptos"/>
                <a:cs typeface="Aptos"/>
              </a:defRPr>
            </a:lvl6pPr>
            <a:lvl7pPr marL="1219200" indent="0" algn="l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C81919"/>
                </a:solidFill>
                <a:latin typeface="Aptos"/>
                <a:ea typeface="Aptos"/>
                <a:cs typeface="Aptos"/>
              </a:defRPr>
            </a:lvl7pPr>
            <a:lvl8pPr marL="1422400" indent="0" algn="l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C81919"/>
                </a:solidFill>
                <a:latin typeface="Aptos"/>
                <a:ea typeface="Aptos"/>
                <a:cs typeface="Aptos"/>
              </a:defRPr>
            </a:lvl8pPr>
            <a:lvl9pPr marL="1625600" indent="0" algn="l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C81919"/>
                </a:solidFill>
                <a:latin typeface="Aptos"/>
                <a:ea typeface="Aptos"/>
                <a:cs typeface="Aptos"/>
              </a:defRPr>
            </a:lvl9pPr>
          </a:lstStyle>
          <a:p>
            <a:pPr marL="0" indent="0" algn="l">
              <a:lnSpc>
                <a:spcPct val="112000"/>
              </a:lnSpc>
              <a:spcAft>
                <a:spcPts val="0"/>
              </a:spcAft>
              <a:buNone/>
              <a:defRPr sz="1600" b="0">
                <a:solidFill>
                  <a:srgbClr val="C81919"/>
                </a:solidFill>
                <a:latin typeface="Aptos"/>
                <a:ea typeface="Aptos"/>
                <a:cs typeface="Aptos"/>
              </a:defRPr>
            </a:pPr>
            <a:r>
              <a:t>Click to add subtitle</a:t>
            </a:r>
          </a:p>
        </p:txBody>
      </p:sp>
      <p:sp>
        <p:nvSpPr>
          <p:cNvPr id="4" name="Clean body 13"/>
          <p:cNvSpPr>
            <a:spLocks noGrp="1"/>
          </p:cNvSpPr>
          <p:nvPr>
            <p:ph type="body" idx="13"/>
          </p:nvPr>
        </p:nvSpPr>
        <p:spPr>
          <a:xfrm>
            <a:off x="457200" y="2971800"/>
            <a:ext cx="3276600" cy="749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>
            <a:lvl1pPr marL="0" indent="0" algn="l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252529"/>
                </a:solidFill>
                <a:latin typeface="Aptos"/>
                <a:ea typeface="Aptos"/>
                <a:cs typeface="Aptos"/>
              </a:defRPr>
            </a:lvl1pPr>
            <a:lvl2pPr marL="203200" indent="0" algn="l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252529"/>
                </a:solidFill>
                <a:latin typeface="Aptos"/>
                <a:ea typeface="Aptos"/>
                <a:cs typeface="Aptos"/>
              </a:defRPr>
            </a:lvl2pPr>
            <a:lvl3pPr marL="406400" indent="0" algn="l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252529"/>
                </a:solidFill>
                <a:latin typeface="Aptos"/>
                <a:ea typeface="Aptos"/>
                <a:cs typeface="Aptos"/>
              </a:defRPr>
            </a:lvl3pPr>
            <a:lvl4pPr marL="609600" indent="0" algn="l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252529"/>
                </a:solidFill>
                <a:latin typeface="Aptos"/>
                <a:ea typeface="Aptos"/>
                <a:cs typeface="Aptos"/>
              </a:defRPr>
            </a:lvl4pPr>
            <a:lvl5pPr marL="812800" indent="0" algn="l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252529"/>
                </a:solidFill>
                <a:latin typeface="Aptos"/>
                <a:ea typeface="Aptos"/>
                <a:cs typeface="Aptos"/>
              </a:defRPr>
            </a:lvl5pPr>
            <a:lvl6pPr marL="1016000" indent="0" algn="l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252529"/>
                </a:solidFill>
                <a:latin typeface="Aptos"/>
                <a:ea typeface="Aptos"/>
                <a:cs typeface="Aptos"/>
              </a:defRPr>
            </a:lvl6pPr>
            <a:lvl7pPr marL="1219200" indent="0" algn="l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252529"/>
                </a:solidFill>
                <a:latin typeface="Aptos"/>
                <a:ea typeface="Aptos"/>
                <a:cs typeface="Aptos"/>
              </a:defRPr>
            </a:lvl7pPr>
            <a:lvl8pPr marL="1422400" indent="0" algn="l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252529"/>
                </a:solidFill>
                <a:latin typeface="Aptos"/>
                <a:ea typeface="Aptos"/>
                <a:cs typeface="Aptos"/>
              </a:defRPr>
            </a:lvl8pPr>
            <a:lvl9pPr marL="1625600" indent="0" algn="l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252529"/>
                </a:solidFill>
                <a:latin typeface="Aptos"/>
                <a:ea typeface="Aptos"/>
                <a:cs typeface="Aptos"/>
              </a:defRPr>
            </a:lvl9pPr>
          </a:lstStyle>
          <a:p>
            <a:pPr marL="0" indent="0" algn="l">
              <a:lnSpc>
                <a:spcPct val="112000"/>
              </a:lnSpc>
              <a:spcAft>
                <a:spcPts val="0"/>
              </a:spcAft>
              <a:buNone/>
              <a:defRPr sz="1300" b="0">
                <a:solidFill>
                  <a:srgbClr val="252529"/>
                </a:solidFill>
                <a:latin typeface="Aptos"/>
                <a:ea typeface="Aptos"/>
                <a:cs typeface="Aptos"/>
              </a:defRPr>
            </a:pPr>
            <a:r>
              <a:t>Name and supervisor</a:t>
            </a:r>
          </a:p>
        </p:txBody>
      </p:sp>
      <p:sp>
        <p:nvSpPr>
          <p:cNvPr id="5" name="Clean body 14"/>
          <p:cNvSpPr>
            <a:spLocks noGrp="1"/>
          </p:cNvSpPr>
          <p:nvPr>
            <p:ph type="body" idx="14"/>
          </p:nvPr>
        </p:nvSpPr>
        <p:spPr>
          <a:xfrm>
            <a:off x="457200" y="3835400"/>
            <a:ext cx="3276600" cy="368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>
            <a:lvl1pPr marL="0" indent="0" algn="l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747B82"/>
                </a:solidFill>
                <a:latin typeface="Aptos"/>
                <a:ea typeface="Aptos"/>
                <a:cs typeface="Aptos"/>
              </a:defRPr>
            </a:lvl1pPr>
            <a:lvl2pPr marL="203200" indent="0" algn="l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747B82"/>
                </a:solidFill>
                <a:latin typeface="Aptos"/>
                <a:ea typeface="Aptos"/>
                <a:cs typeface="Aptos"/>
              </a:defRPr>
            </a:lvl2pPr>
            <a:lvl3pPr marL="406400" indent="0" algn="l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747B82"/>
                </a:solidFill>
                <a:latin typeface="Aptos"/>
                <a:ea typeface="Aptos"/>
                <a:cs typeface="Aptos"/>
              </a:defRPr>
            </a:lvl3pPr>
            <a:lvl4pPr marL="609600" indent="0" algn="l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747B82"/>
                </a:solidFill>
                <a:latin typeface="Aptos"/>
                <a:ea typeface="Aptos"/>
                <a:cs typeface="Aptos"/>
              </a:defRPr>
            </a:lvl4pPr>
            <a:lvl5pPr marL="812800" indent="0" algn="l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747B82"/>
                </a:solidFill>
                <a:latin typeface="Aptos"/>
                <a:ea typeface="Aptos"/>
                <a:cs typeface="Aptos"/>
              </a:defRPr>
            </a:lvl5pPr>
            <a:lvl6pPr marL="1016000" indent="0" algn="l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747B82"/>
                </a:solidFill>
                <a:latin typeface="Aptos"/>
                <a:ea typeface="Aptos"/>
                <a:cs typeface="Aptos"/>
              </a:defRPr>
            </a:lvl6pPr>
            <a:lvl7pPr marL="1219200" indent="0" algn="l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747B82"/>
                </a:solidFill>
                <a:latin typeface="Aptos"/>
                <a:ea typeface="Aptos"/>
                <a:cs typeface="Aptos"/>
              </a:defRPr>
            </a:lvl7pPr>
            <a:lvl8pPr marL="1422400" indent="0" algn="l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747B82"/>
                </a:solidFill>
                <a:latin typeface="Aptos"/>
                <a:ea typeface="Aptos"/>
                <a:cs typeface="Aptos"/>
              </a:defRPr>
            </a:lvl8pPr>
            <a:lvl9pPr marL="1625600" indent="0" algn="l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747B82"/>
                </a:solidFill>
                <a:latin typeface="Aptos"/>
                <a:ea typeface="Aptos"/>
                <a:cs typeface="Aptos"/>
              </a:defRPr>
            </a:lvl9pPr>
          </a:lstStyle>
          <a:p>
            <a:pPr marL="0" indent="0" algn="l">
              <a:lnSpc>
                <a:spcPct val="112000"/>
              </a:lnSpc>
              <a:spcAft>
                <a:spcPts val="0"/>
              </a:spcAft>
              <a:buNone/>
              <a:defRPr sz="1100" b="0">
                <a:solidFill>
                  <a:srgbClr val="747B82"/>
                </a:solidFill>
                <a:latin typeface="Aptos"/>
                <a:ea typeface="Aptos"/>
                <a:cs typeface="Aptos"/>
              </a:defRPr>
            </a:pPr>
            <a:r>
              <a:t>Department / date</a:t>
            </a:r>
          </a:p>
        </p:txBody>
      </p:sp>
      <p:pic>
        <p:nvPicPr>
          <p:cNvPr id="100" name="TUe university logo"/>
          <p:cNvPicPr>
            <a:picLocks noChangeAspect="1"/>
          </p:cNvPicPr>
          <p:nvPr/>
        </p:nvPicPr>
        <p:blipFill>
          <a:blip r:embed="rIdCleanLogo"/>
          <a:stretch>
            <a:fillRect/>
          </a:stretch>
        </p:blipFill>
        <p:spPr>
          <a:xfrm>
            <a:off x="457200" y="4523742"/>
            <a:ext cx="1587500" cy="507490"/>
          </a:xfrm>
          <a:prstGeom prst="rect">
            <a:avLst/>
          </a:prstGeom>
        </p:spPr>
      </p:pic>
    </p:spTree>
  </p:cSld>
  <p:clrMapOvr>
    <a:masterClrMapping/>
  </p:clrMapOvr>
  <p:hf hdr="0" dt="0" ftr="0" sldNum="0"/>
</p:sldLayout>
</file>

<file path=ppt/slideLayouts/slideLayout2.xml><?xml version="1.0" encoding="utf-8"?>
<p:sldLayout xmlns:p="http://schemas.openxmlformats.org/presentationml/2006/main" xmlns:a="http://schemas.openxmlformats.org/drawingml/2006/main" xmlns:r="http://schemas.openxmlformats.org/officeDocument/2006/relationships" type="secHead" preserve="1" showMasterSp="0">
  <p:cSld name="Clean White - Sectio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lean ctrTitle 0"/>
          <p:cNvSpPr>
            <a:spLocks noGrp="1"/>
          </p:cNvSpPr>
          <p:nvPr>
            <p:ph type="ctrTitle" idx="0"/>
          </p:nvPr>
        </p:nvSpPr>
        <p:spPr>
          <a:xfrm>
            <a:off x="457200" y="1714500"/>
            <a:ext cx="8229600" cy="1092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>
            <a:lvl1pPr marL="0" indent="0" algn="l">
              <a:lnSpc>
                <a:spcPct val="112000"/>
              </a:lnSpc>
              <a:spcAft>
                <a:spcPts val="0"/>
              </a:spcAft>
              <a:buNone/>
              <a:defRPr sz="2800" b="1">
                <a:solidFill>
                  <a:srgbClr val="252529"/>
                </a:solidFill>
                <a:latin typeface="Aptos"/>
                <a:ea typeface="Aptos"/>
                <a:cs typeface="Aptos"/>
              </a:defRPr>
            </a:lvl1pPr>
            <a:lvl2pPr marL="203200" indent="0" algn="l">
              <a:lnSpc>
                <a:spcPct val="112000"/>
              </a:lnSpc>
              <a:spcAft>
                <a:spcPts val="0"/>
              </a:spcAft>
              <a:buNone/>
              <a:defRPr sz="2700" b="1">
                <a:solidFill>
                  <a:srgbClr val="252529"/>
                </a:solidFill>
                <a:latin typeface="Aptos"/>
                <a:ea typeface="Aptos"/>
                <a:cs typeface="Aptos"/>
              </a:defRPr>
            </a:lvl2pPr>
            <a:lvl3pPr marL="406400" indent="0" algn="l">
              <a:lnSpc>
                <a:spcPct val="112000"/>
              </a:lnSpc>
              <a:spcAft>
                <a:spcPts val="0"/>
              </a:spcAft>
              <a:buNone/>
              <a:defRPr sz="2600" b="1">
                <a:solidFill>
                  <a:srgbClr val="252529"/>
                </a:solidFill>
                <a:latin typeface="Aptos"/>
                <a:ea typeface="Aptos"/>
                <a:cs typeface="Aptos"/>
              </a:defRPr>
            </a:lvl3pPr>
            <a:lvl4pPr marL="609600" indent="0" algn="l">
              <a:lnSpc>
                <a:spcPct val="112000"/>
              </a:lnSpc>
              <a:spcAft>
                <a:spcPts val="0"/>
              </a:spcAft>
              <a:buNone/>
              <a:defRPr sz="2500" b="1">
                <a:solidFill>
                  <a:srgbClr val="252529"/>
                </a:solidFill>
                <a:latin typeface="Aptos"/>
                <a:ea typeface="Aptos"/>
                <a:cs typeface="Aptos"/>
              </a:defRPr>
            </a:lvl4pPr>
            <a:lvl5pPr marL="812800" indent="0" algn="l">
              <a:lnSpc>
                <a:spcPct val="112000"/>
              </a:lnSpc>
              <a:spcAft>
                <a:spcPts val="0"/>
              </a:spcAft>
              <a:buNone/>
              <a:defRPr sz="2400" b="1">
                <a:solidFill>
                  <a:srgbClr val="252529"/>
                </a:solidFill>
                <a:latin typeface="Aptos"/>
                <a:ea typeface="Aptos"/>
                <a:cs typeface="Aptos"/>
              </a:defRPr>
            </a:lvl5pPr>
            <a:lvl6pPr marL="1016000" indent="0" algn="l">
              <a:lnSpc>
                <a:spcPct val="112000"/>
              </a:lnSpc>
              <a:spcAft>
                <a:spcPts val="0"/>
              </a:spcAft>
              <a:buNone/>
              <a:defRPr sz="2300" b="1">
                <a:solidFill>
                  <a:srgbClr val="252529"/>
                </a:solidFill>
                <a:latin typeface="Aptos"/>
                <a:ea typeface="Aptos"/>
                <a:cs typeface="Aptos"/>
              </a:defRPr>
            </a:lvl6pPr>
            <a:lvl7pPr marL="1219200" indent="0" algn="l">
              <a:lnSpc>
                <a:spcPct val="112000"/>
              </a:lnSpc>
              <a:spcAft>
                <a:spcPts val="0"/>
              </a:spcAft>
              <a:buNone/>
              <a:defRPr sz="2200" b="1">
                <a:solidFill>
                  <a:srgbClr val="252529"/>
                </a:solidFill>
                <a:latin typeface="Aptos"/>
                <a:ea typeface="Aptos"/>
                <a:cs typeface="Aptos"/>
              </a:defRPr>
            </a:lvl7pPr>
            <a:lvl8pPr marL="1422400" indent="0" algn="l">
              <a:lnSpc>
                <a:spcPct val="112000"/>
              </a:lnSpc>
              <a:spcAft>
                <a:spcPts val="0"/>
              </a:spcAft>
              <a:buNone/>
              <a:defRPr sz="2100" b="1">
                <a:solidFill>
                  <a:srgbClr val="252529"/>
                </a:solidFill>
                <a:latin typeface="Aptos"/>
                <a:ea typeface="Aptos"/>
                <a:cs typeface="Aptos"/>
              </a:defRPr>
            </a:lvl8pPr>
            <a:lvl9pPr marL="1625600" indent="0" algn="l">
              <a:lnSpc>
                <a:spcPct val="112000"/>
              </a:lnSpc>
              <a:spcAft>
                <a:spcPts val="0"/>
              </a:spcAft>
              <a:buNone/>
              <a:defRPr sz="2000" b="1">
                <a:solidFill>
                  <a:srgbClr val="252529"/>
                </a:solidFill>
                <a:latin typeface="Aptos"/>
                <a:ea typeface="Aptos"/>
                <a:cs typeface="Aptos"/>
              </a:defRPr>
            </a:lvl9pPr>
          </a:lstStyle>
          <a:p>
            <a:pPr marL="0" indent="0" algn="l">
              <a:lnSpc>
                <a:spcPct val="112000"/>
              </a:lnSpc>
              <a:spcAft>
                <a:spcPts val="0"/>
              </a:spcAft>
              <a:buNone/>
              <a:defRPr sz="2800" b="1">
                <a:solidFill>
                  <a:srgbClr val="252529"/>
                </a:solidFill>
                <a:latin typeface="Aptos"/>
                <a:ea typeface="Aptos"/>
                <a:cs typeface="Aptos"/>
              </a:defRPr>
            </a:pPr>
            <a:r>
              <a:t>Click to add section title</a:t>
            </a:r>
          </a:p>
        </p:txBody>
      </p:sp>
      <p:sp>
        <p:nvSpPr>
          <p:cNvPr id="3" name="Clean subTitle 1"/>
          <p:cNvSpPr>
            <a:spLocks noGrp="1"/>
          </p:cNvSpPr>
          <p:nvPr>
            <p:ph type="subTitle" idx="1"/>
          </p:nvPr>
        </p:nvSpPr>
        <p:spPr>
          <a:xfrm>
            <a:off x="457200" y="3048000"/>
            <a:ext cx="822960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>
            <a:lvl1pPr marL="0" indent="0" algn="l">
              <a:lnSpc>
                <a:spcPct val="112000"/>
              </a:lnSpc>
              <a:spcAft>
                <a:spcPts val="0"/>
              </a:spcAft>
              <a:buNone/>
              <a:defRPr sz="1600" b="0">
                <a:solidFill>
                  <a:srgbClr val="C81919"/>
                </a:solidFill>
                <a:latin typeface="Aptos"/>
                <a:ea typeface="Aptos"/>
                <a:cs typeface="Aptos"/>
              </a:defRPr>
            </a:lvl1pPr>
            <a:lvl2pPr marL="203200" indent="0" algn="l">
              <a:lnSpc>
                <a:spcPct val="112000"/>
              </a:lnSpc>
              <a:spcAft>
                <a:spcPts val="0"/>
              </a:spcAft>
              <a:buNone/>
              <a:defRPr sz="1500" b="0">
                <a:solidFill>
                  <a:srgbClr val="C81919"/>
                </a:solidFill>
                <a:latin typeface="Aptos"/>
                <a:ea typeface="Aptos"/>
                <a:cs typeface="Aptos"/>
              </a:defRPr>
            </a:lvl2pPr>
            <a:lvl3pPr marL="406400" indent="0" algn="l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C81919"/>
                </a:solidFill>
                <a:latin typeface="Aptos"/>
                <a:ea typeface="Aptos"/>
                <a:cs typeface="Aptos"/>
              </a:defRPr>
            </a:lvl3pPr>
            <a:lvl4pPr marL="609600" indent="0" algn="l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C81919"/>
                </a:solidFill>
                <a:latin typeface="Aptos"/>
                <a:ea typeface="Aptos"/>
                <a:cs typeface="Aptos"/>
              </a:defRPr>
            </a:lvl4pPr>
            <a:lvl5pPr marL="812800" indent="0" algn="l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C81919"/>
                </a:solidFill>
                <a:latin typeface="Aptos"/>
                <a:ea typeface="Aptos"/>
                <a:cs typeface="Aptos"/>
              </a:defRPr>
            </a:lvl5pPr>
            <a:lvl6pPr marL="1016000" indent="0" algn="l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C81919"/>
                </a:solidFill>
                <a:latin typeface="Aptos"/>
                <a:ea typeface="Aptos"/>
                <a:cs typeface="Aptos"/>
              </a:defRPr>
            </a:lvl6pPr>
            <a:lvl7pPr marL="1219200" indent="0" algn="l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C81919"/>
                </a:solidFill>
                <a:latin typeface="Aptos"/>
                <a:ea typeface="Aptos"/>
                <a:cs typeface="Aptos"/>
              </a:defRPr>
            </a:lvl7pPr>
            <a:lvl8pPr marL="1422400" indent="0" algn="l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C81919"/>
                </a:solidFill>
                <a:latin typeface="Aptos"/>
                <a:ea typeface="Aptos"/>
                <a:cs typeface="Aptos"/>
              </a:defRPr>
            </a:lvl8pPr>
            <a:lvl9pPr marL="1625600" indent="0" algn="l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C81919"/>
                </a:solidFill>
                <a:latin typeface="Aptos"/>
                <a:ea typeface="Aptos"/>
                <a:cs typeface="Aptos"/>
              </a:defRPr>
            </a:lvl9pPr>
          </a:lstStyle>
          <a:p>
            <a:pPr marL="0" indent="0" algn="l">
              <a:lnSpc>
                <a:spcPct val="112000"/>
              </a:lnSpc>
              <a:spcAft>
                <a:spcPts val="0"/>
              </a:spcAft>
              <a:buNone/>
              <a:defRPr sz="1600" b="0">
                <a:solidFill>
                  <a:srgbClr val="C81919"/>
                </a:solidFill>
                <a:latin typeface="Aptos"/>
                <a:ea typeface="Aptos"/>
                <a:cs typeface="Aptos"/>
              </a:defRPr>
            </a:pPr>
            <a:r>
              <a:t>Click to add subtitle</a:t>
            </a:r>
          </a:p>
        </p:txBody>
      </p:sp>
      <p:pic>
        <p:nvPicPr>
          <p:cNvPr id="100" name="TUe university logo"/>
          <p:cNvPicPr>
            <a:picLocks noChangeAspect="1"/>
          </p:cNvPicPr>
          <p:nvPr/>
        </p:nvPicPr>
        <p:blipFill>
          <a:blip r:embed="rIdCleanLogo"/>
          <a:stretch>
            <a:fillRect/>
          </a:stretch>
        </p:blipFill>
        <p:spPr>
          <a:xfrm>
            <a:off x="457200" y="4523742"/>
            <a:ext cx="1587500" cy="507490"/>
          </a:xfrm>
          <a:prstGeom prst="rect">
            <a:avLst/>
          </a:prstGeom>
        </p:spPr>
      </p:pic>
    </p:spTree>
  </p:cSld>
  <p:clrMapOvr>
    <a:masterClrMapping/>
  </p:clrMapOvr>
  <p:hf hdr="0" dt="0" ftr="0" sldNum="0"/>
</p:sldLayout>
</file>

<file path=ppt/slideLayouts/slideLayout3.xml><?xml version="1.0" encoding="utf-8"?>
<p:sldLayout xmlns:p="http://schemas.openxmlformats.org/presentationml/2006/main" xmlns:a="http://schemas.openxmlformats.org/drawingml/2006/main" xmlns:r="http://schemas.openxmlformats.org/officeDocument/2006/relationships" type="title" preserve="1" showMasterSp="0">
  <p:cSld name="Clean White - Title with figur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lean ctrTitle 0"/>
          <p:cNvSpPr>
            <a:spLocks noGrp="1"/>
          </p:cNvSpPr>
          <p:nvPr>
            <p:ph type="ctrTitle" idx="0"/>
          </p:nvPr>
        </p:nvSpPr>
        <p:spPr>
          <a:xfrm>
            <a:off x="457200" y="444500"/>
            <a:ext cx="8229600" cy="1092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>
            <a:lvl1pPr marL="0" indent="0" algn="l">
              <a:lnSpc>
                <a:spcPct val="112000"/>
              </a:lnSpc>
              <a:spcAft>
                <a:spcPts val="0"/>
              </a:spcAft>
              <a:buNone/>
              <a:defRPr sz="2800" b="1">
                <a:solidFill>
                  <a:srgbClr val="252529"/>
                </a:solidFill>
                <a:latin typeface="Aptos"/>
                <a:ea typeface="Aptos"/>
                <a:cs typeface="Aptos"/>
              </a:defRPr>
            </a:lvl1pPr>
            <a:lvl2pPr marL="203200" indent="0" algn="l">
              <a:lnSpc>
                <a:spcPct val="112000"/>
              </a:lnSpc>
              <a:spcAft>
                <a:spcPts val="0"/>
              </a:spcAft>
              <a:buNone/>
              <a:defRPr sz="2700" b="1">
                <a:solidFill>
                  <a:srgbClr val="252529"/>
                </a:solidFill>
                <a:latin typeface="Aptos"/>
                <a:ea typeface="Aptos"/>
                <a:cs typeface="Aptos"/>
              </a:defRPr>
            </a:lvl2pPr>
            <a:lvl3pPr marL="406400" indent="0" algn="l">
              <a:lnSpc>
                <a:spcPct val="112000"/>
              </a:lnSpc>
              <a:spcAft>
                <a:spcPts val="0"/>
              </a:spcAft>
              <a:buNone/>
              <a:defRPr sz="2600" b="1">
                <a:solidFill>
                  <a:srgbClr val="252529"/>
                </a:solidFill>
                <a:latin typeface="Aptos"/>
                <a:ea typeface="Aptos"/>
                <a:cs typeface="Aptos"/>
              </a:defRPr>
            </a:lvl3pPr>
            <a:lvl4pPr marL="609600" indent="0" algn="l">
              <a:lnSpc>
                <a:spcPct val="112000"/>
              </a:lnSpc>
              <a:spcAft>
                <a:spcPts val="0"/>
              </a:spcAft>
              <a:buNone/>
              <a:defRPr sz="2500" b="1">
                <a:solidFill>
                  <a:srgbClr val="252529"/>
                </a:solidFill>
                <a:latin typeface="Aptos"/>
                <a:ea typeface="Aptos"/>
                <a:cs typeface="Aptos"/>
              </a:defRPr>
            </a:lvl4pPr>
            <a:lvl5pPr marL="812800" indent="0" algn="l">
              <a:lnSpc>
                <a:spcPct val="112000"/>
              </a:lnSpc>
              <a:spcAft>
                <a:spcPts val="0"/>
              </a:spcAft>
              <a:buNone/>
              <a:defRPr sz="2400" b="1">
                <a:solidFill>
                  <a:srgbClr val="252529"/>
                </a:solidFill>
                <a:latin typeface="Aptos"/>
                <a:ea typeface="Aptos"/>
                <a:cs typeface="Aptos"/>
              </a:defRPr>
            </a:lvl5pPr>
            <a:lvl6pPr marL="1016000" indent="0" algn="l">
              <a:lnSpc>
                <a:spcPct val="112000"/>
              </a:lnSpc>
              <a:spcAft>
                <a:spcPts val="0"/>
              </a:spcAft>
              <a:buNone/>
              <a:defRPr sz="2300" b="1">
                <a:solidFill>
                  <a:srgbClr val="252529"/>
                </a:solidFill>
                <a:latin typeface="Aptos"/>
                <a:ea typeface="Aptos"/>
                <a:cs typeface="Aptos"/>
              </a:defRPr>
            </a:lvl6pPr>
            <a:lvl7pPr marL="1219200" indent="0" algn="l">
              <a:lnSpc>
                <a:spcPct val="112000"/>
              </a:lnSpc>
              <a:spcAft>
                <a:spcPts val="0"/>
              </a:spcAft>
              <a:buNone/>
              <a:defRPr sz="2200" b="1">
                <a:solidFill>
                  <a:srgbClr val="252529"/>
                </a:solidFill>
                <a:latin typeface="Aptos"/>
                <a:ea typeface="Aptos"/>
                <a:cs typeface="Aptos"/>
              </a:defRPr>
            </a:lvl7pPr>
            <a:lvl8pPr marL="1422400" indent="0" algn="l">
              <a:lnSpc>
                <a:spcPct val="112000"/>
              </a:lnSpc>
              <a:spcAft>
                <a:spcPts val="0"/>
              </a:spcAft>
              <a:buNone/>
              <a:defRPr sz="2100" b="1">
                <a:solidFill>
                  <a:srgbClr val="252529"/>
                </a:solidFill>
                <a:latin typeface="Aptos"/>
                <a:ea typeface="Aptos"/>
                <a:cs typeface="Aptos"/>
              </a:defRPr>
            </a:lvl8pPr>
            <a:lvl9pPr marL="1625600" indent="0" algn="l">
              <a:lnSpc>
                <a:spcPct val="112000"/>
              </a:lnSpc>
              <a:spcAft>
                <a:spcPts val="0"/>
              </a:spcAft>
              <a:buNone/>
              <a:defRPr sz="2000" b="1">
                <a:solidFill>
                  <a:srgbClr val="252529"/>
                </a:solidFill>
                <a:latin typeface="Aptos"/>
                <a:ea typeface="Aptos"/>
                <a:cs typeface="Aptos"/>
              </a:defRPr>
            </a:lvl9pPr>
          </a:lstStyle>
          <a:p>
            <a:pPr marL="0" indent="0" algn="l">
              <a:lnSpc>
                <a:spcPct val="112000"/>
              </a:lnSpc>
              <a:spcAft>
                <a:spcPts val="0"/>
              </a:spcAft>
              <a:buNone/>
              <a:defRPr sz="2800" b="1">
                <a:solidFill>
                  <a:srgbClr val="252529"/>
                </a:solidFill>
                <a:latin typeface="Aptos"/>
                <a:ea typeface="Aptos"/>
                <a:cs typeface="Aptos"/>
              </a:defRPr>
            </a:pPr>
            <a:r>
              <a:t>Click to add title</a:t>
            </a:r>
          </a:p>
        </p:txBody>
      </p:sp>
      <p:sp>
        <p:nvSpPr>
          <p:cNvPr id="3" name="Clean subTitle 1"/>
          <p:cNvSpPr>
            <a:spLocks noGrp="1"/>
          </p:cNvSpPr>
          <p:nvPr>
            <p:ph type="subTitle" idx="1"/>
          </p:nvPr>
        </p:nvSpPr>
        <p:spPr>
          <a:xfrm>
            <a:off x="457200" y="1663700"/>
            <a:ext cx="8229600" cy="406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>
            <a:lvl1pPr marL="0" indent="0" algn="l">
              <a:lnSpc>
                <a:spcPct val="112000"/>
              </a:lnSpc>
              <a:spcAft>
                <a:spcPts val="0"/>
              </a:spcAft>
              <a:buNone/>
              <a:defRPr sz="1600" b="0">
                <a:solidFill>
                  <a:srgbClr val="C81919"/>
                </a:solidFill>
                <a:latin typeface="Aptos"/>
                <a:ea typeface="Aptos"/>
                <a:cs typeface="Aptos"/>
              </a:defRPr>
            </a:lvl1pPr>
            <a:lvl2pPr marL="203200" indent="0" algn="l">
              <a:lnSpc>
                <a:spcPct val="112000"/>
              </a:lnSpc>
              <a:spcAft>
                <a:spcPts val="0"/>
              </a:spcAft>
              <a:buNone/>
              <a:defRPr sz="1500" b="0">
                <a:solidFill>
                  <a:srgbClr val="C81919"/>
                </a:solidFill>
                <a:latin typeface="Aptos"/>
                <a:ea typeface="Aptos"/>
                <a:cs typeface="Aptos"/>
              </a:defRPr>
            </a:lvl2pPr>
            <a:lvl3pPr marL="406400" indent="0" algn="l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C81919"/>
                </a:solidFill>
                <a:latin typeface="Aptos"/>
                <a:ea typeface="Aptos"/>
                <a:cs typeface="Aptos"/>
              </a:defRPr>
            </a:lvl3pPr>
            <a:lvl4pPr marL="609600" indent="0" algn="l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C81919"/>
                </a:solidFill>
                <a:latin typeface="Aptos"/>
                <a:ea typeface="Aptos"/>
                <a:cs typeface="Aptos"/>
              </a:defRPr>
            </a:lvl4pPr>
            <a:lvl5pPr marL="812800" indent="0" algn="l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C81919"/>
                </a:solidFill>
                <a:latin typeface="Aptos"/>
                <a:ea typeface="Aptos"/>
                <a:cs typeface="Aptos"/>
              </a:defRPr>
            </a:lvl5pPr>
            <a:lvl6pPr marL="1016000" indent="0" algn="l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C81919"/>
                </a:solidFill>
                <a:latin typeface="Aptos"/>
                <a:ea typeface="Aptos"/>
                <a:cs typeface="Aptos"/>
              </a:defRPr>
            </a:lvl6pPr>
            <a:lvl7pPr marL="1219200" indent="0" algn="l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C81919"/>
                </a:solidFill>
                <a:latin typeface="Aptos"/>
                <a:ea typeface="Aptos"/>
                <a:cs typeface="Aptos"/>
              </a:defRPr>
            </a:lvl7pPr>
            <a:lvl8pPr marL="1422400" indent="0" algn="l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C81919"/>
                </a:solidFill>
                <a:latin typeface="Aptos"/>
                <a:ea typeface="Aptos"/>
                <a:cs typeface="Aptos"/>
              </a:defRPr>
            </a:lvl8pPr>
            <a:lvl9pPr marL="1625600" indent="0" algn="l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C81919"/>
                </a:solidFill>
                <a:latin typeface="Aptos"/>
                <a:ea typeface="Aptos"/>
                <a:cs typeface="Aptos"/>
              </a:defRPr>
            </a:lvl9pPr>
          </a:lstStyle>
          <a:p>
            <a:pPr marL="0" indent="0" algn="l">
              <a:lnSpc>
                <a:spcPct val="112000"/>
              </a:lnSpc>
              <a:spcAft>
                <a:spcPts val="0"/>
              </a:spcAft>
              <a:buNone/>
              <a:defRPr sz="1600" b="0">
                <a:solidFill>
                  <a:srgbClr val="C81919"/>
                </a:solidFill>
                <a:latin typeface="Aptos"/>
                <a:ea typeface="Aptos"/>
                <a:cs typeface="Aptos"/>
              </a:defRPr>
            </a:pPr>
            <a:r>
              <a:t>Click to add subtitle</a:t>
            </a:r>
          </a:p>
        </p:txBody>
      </p:sp>
      <p:sp>
        <p:nvSpPr>
          <p:cNvPr id="4" name="Clean body 13"/>
          <p:cNvSpPr>
            <a:spLocks noGrp="1"/>
          </p:cNvSpPr>
          <p:nvPr>
            <p:ph type="body" idx="13"/>
          </p:nvPr>
        </p:nvSpPr>
        <p:spPr>
          <a:xfrm>
            <a:off x="457200" y="2971800"/>
            <a:ext cx="3276600" cy="749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>
            <a:lvl1pPr marL="0" indent="0" algn="l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252529"/>
                </a:solidFill>
                <a:latin typeface="Aptos"/>
                <a:ea typeface="Aptos"/>
                <a:cs typeface="Aptos"/>
              </a:defRPr>
            </a:lvl1pPr>
            <a:lvl2pPr marL="203200" indent="0" algn="l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252529"/>
                </a:solidFill>
                <a:latin typeface="Aptos"/>
                <a:ea typeface="Aptos"/>
                <a:cs typeface="Aptos"/>
              </a:defRPr>
            </a:lvl2pPr>
            <a:lvl3pPr marL="406400" indent="0" algn="l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252529"/>
                </a:solidFill>
                <a:latin typeface="Aptos"/>
                <a:ea typeface="Aptos"/>
                <a:cs typeface="Aptos"/>
              </a:defRPr>
            </a:lvl3pPr>
            <a:lvl4pPr marL="609600" indent="0" algn="l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252529"/>
                </a:solidFill>
                <a:latin typeface="Aptos"/>
                <a:ea typeface="Aptos"/>
                <a:cs typeface="Aptos"/>
              </a:defRPr>
            </a:lvl4pPr>
            <a:lvl5pPr marL="812800" indent="0" algn="l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252529"/>
                </a:solidFill>
                <a:latin typeface="Aptos"/>
                <a:ea typeface="Aptos"/>
                <a:cs typeface="Aptos"/>
              </a:defRPr>
            </a:lvl5pPr>
            <a:lvl6pPr marL="1016000" indent="0" algn="l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252529"/>
                </a:solidFill>
                <a:latin typeface="Aptos"/>
                <a:ea typeface="Aptos"/>
                <a:cs typeface="Aptos"/>
              </a:defRPr>
            </a:lvl6pPr>
            <a:lvl7pPr marL="1219200" indent="0" algn="l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252529"/>
                </a:solidFill>
                <a:latin typeface="Aptos"/>
                <a:ea typeface="Aptos"/>
                <a:cs typeface="Aptos"/>
              </a:defRPr>
            </a:lvl7pPr>
            <a:lvl8pPr marL="1422400" indent="0" algn="l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252529"/>
                </a:solidFill>
                <a:latin typeface="Aptos"/>
                <a:ea typeface="Aptos"/>
                <a:cs typeface="Aptos"/>
              </a:defRPr>
            </a:lvl8pPr>
            <a:lvl9pPr marL="1625600" indent="0" algn="l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252529"/>
                </a:solidFill>
                <a:latin typeface="Aptos"/>
                <a:ea typeface="Aptos"/>
                <a:cs typeface="Aptos"/>
              </a:defRPr>
            </a:lvl9pPr>
          </a:lstStyle>
          <a:p>
            <a:pPr marL="0" indent="0" algn="l">
              <a:lnSpc>
                <a:spcPct val="112000"/>
              </a:lnSpc>
              <a:spcAft>
                <a:spcPts val="0"/>
              </a:spcAft>
              <a:buNone/>
              <a:defRPr sz="1300" b="0">
                <a:solidFill>
                  <a:srgbClr val="252529"/>
                </a:solidFill>
                <a:latin typeface="Aptos"/>
                <a:ea typeface="Aptos"/>
                <a:cs typeface="Aptos"/>
              </a:defRPr>
            </a:pPr>
            <a:r>
              <a:t>Name and supervisor</a:t>
            </a:r>
          </a:p>
        </p:txBody>
      </p:sp>
      <p:sp>
        <p:nvSpPr>
          <p:cNvPr id="5" name="Clean body 14"/>
          <p:cNvSpPr>
            <a:spLocks noGrp="1"/>
          </p:cNvSpPr>
          <p:nvPr>
            <p:ph type="body" idx="14"/>
          </p:nvPr>
        </p:nvSpPr>
        <p:spPr>
          <a:xfrm>
            <a:off x="457200" y="3835400"/>
            <a:ext cx="3276600" cy="368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>
            <a:lvl1pPr marL="0" indent="0" algn="l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747B82"/>
                </a:solidFill>
                <a:latin typeface="Aptos"/>
                <a:ea typeface="Aptos"/>
                <a:cs typeface="Aptos"/>
              </a:defRPr>
            </a:lvl1pPr>
            <a:lvl2pPr marL="203200" indent="0" algn="l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747B82"/>
                </a:solidFill>
                <a:latin typeface="Aptos"/>
                <a:ea typeface="Aptos"/>
                <a:cs typeface="Aptos"/>
              </a:defRPr>
            </a:lvl2pPr>
            <a:lvl3pPr marL="406400" indent="0" algn="l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747B82"/>
                </a:solidFill>
                <a:latin typeface="Aptos"/>
                <a:ea typeface="Aptos"/>
                <a:cs typeface="Aptos"/>
              </a:defRPr>
            </a:lvl3pPr>
            <a:lvl4pPr marL="609600" indent="0" algn="l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747B82"/>
                </a:solidFill>
                <a:latin typeface="Aptos"/>
                <a:ea typeface="Aptos"/>
                <a:cs typeface="Aptos"/>
              </a:defRPr>
            </a:lvl4pPr>
            <a:lvl5pPr marL="812800" indent="0" algn="l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747B82"/>
                </a:solidFill>
                <a:latin typeface="Aptos"/>
                <a:ea typeface="Aptos"/>
                <a:cs typeface="Aptos"/>
              </a:defRPr>
            </a:lvl5pPr>
            <a:lvl6pPr marL="1016000" indent="0" algn="l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747B82"/>
                </a:solidFill>
                <a:latin typeface="Aptos"/>
                <a:ea typeface="Aptos"/>
                <a:cs typeface="Aptos"/>
              </a:defRPr>
            </a:lvl6pPr>
            <a:lvl7pPr marL="1219200" indent="0" algn="l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747B82"/>
                </a:solidFill>
                <a:latin typeface="Aptos"/>
                <a:ea typeface="Aptos"/>
                <a:cs typeface="Aptos"/>
              </a:defRPr>
            </a:lvl7pPr>
            <a:lvl8pPr marL="1422400" indent="0" algn="l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747B82"/>
                </a:solidFill>
                <a:latin typeface="Aptos"/>
                <a:ea typeface="Aptos"/>
                <a:cs typeface="Aptos"/>
              </a:defRPr>
            </a:lvl8pPr>
            <a:lvl9pPr marL="1625600" indent="0" algn="l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747B82"/>
                </a:solidFill>
                <a:latin typeface="Aptos"/>
                <a:ea typeface="Aptos"/>
                <a:cs typeface="Aptos"/>
              </a:defRPr>
            </a:lvl9pPr>
          </a:lstStyle>
          <a:p>
            <a:pPr marL="0" indent="0" algn="l">
              <a:lnSpc>
                <a:spcPct val="112000"/>
              </a:lnSpc>
              <a:spcAft>
                <a:spcPts val="0"/>
              </a:spcAft>
              <a:buNone/>
              <a:defRPr sz="1100" b="0">
                <a:solidFill>
                  <a:srgbClr val="747B82"/>
                </a:solidFill>
                <a:latin typeface="Aptos"/>
                <a:ea typeface="Aptos"/>
                <a:cs typeface="Aptos"/>
              </a:defRPr>
            </a:pPr>
            <a:r>
              <a:t>Department / date</a:t>
            </a:r>
          </a:p>
        </p:txBody>
      </p:sp>
      <p:sp>
        <p:nvSpPr>
          <p:cNvPr id="25" name="Clean pic 15"/>
          <p:cNvSpPr>
            <a:spLocks noGrp="1"/>
          </p:cNvSpPr>
          <p:nvPr>
            <p:ph type="pic" idx="15"/>
          </p:nvPr>
        </p:nvSpPr>
        <p:spPr>
          <a:xfrm>
            <a:off x="4381500" y="2349500"/>
            <a:ext cx="4064000" cy="2070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>
            <a:lvl1pPr marL="0" indent="0" algn="l">
              <a:lnSpc>
                <a:spcPct val="112000"/>
              </a:lnSpc>
              <a:spcAft>
                <a:spcPts val="1000"/>
              </a:spcAft>
              <a:buNone/>
              <a:defRPr sz="1800" b="0">
                <a:solidFill>
                  <a:srgbClr val="252529"/>
                </a:solidFill>
                <a:latin typeface="Aptos"/>
                <a:ea typeface="Aptos"/>
                <a:cs typeface="Aptos"/>
              </a:defRPr>
            </a:lvl1pPr>
            <a:lvl2pPr marL="203200" indent="0" algn="l">
              <a:lnSpc>
                <a:spcPct val="112000"/>
              </a:lnSpc>
              <a:spcAft>
                <a:spcPts val="1000"/>
              </a:spcAft>
              <a:buNone/>
              <a:defRPr sz="1700" b="0">
                <a:solidFill>
                  <a:srgbClr val="252529"/>
                </a:solidFill>
                <a:latin typeface="Aptos"/>
                <a:ea typeface="Aptos"/>
                <a:cs typeface="Aptos"/>
              </a:defRPr>
            </a:lvl2pPr>
            <a:lvl3pPr marL="406400" indent="0" algn="l">
              <a:lnSpc>
                <a:spcPct val="112000"/>
              </a:lnSpc>
              <a:spcAft>
                <a:spcPts val="0"/>
              </a:spcAft>
              <a:buNone/>
              <a:defRPr sz="1600" b="0">
                <a:solidFill>
                  <a:srgbClr val="252529"/>
                </a:solidFill>
                <a:latin typeface="Aptos"/>
                <a:ea typeface="Aptos"/>
                <a:cs typeface="Aptos"/>
              </a:defRPr>
            </a:lvl3pPr>
            <a:lvl4pPr marL="609600" indent="0" algn="l">
              <a:lnSpc>
                <a:spcPct val="112000"/>
              </a:lnSpc>
              <a:spcAft>
                <a:spcPts val="0"/>
              </a:spcAft>
              <a:buNone/>
              <a:defRPr sz="1500" b="0">
                <a:solidFill>
                  <a:srgbClr val="252529"/>
                </a:solidFill>
                <a:latin typeface="Aptos"/>
                <a:ea typeface="Aptos"/>
                <a:cs typeface="Aptos"/>
              </a:defRPr>
            </a:lvl4pPr>
            <a:lvl5pPr marL="812800" indent="0" algn="l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252529"/>
                </a:solidFill>
                <a:latin typeface="Aptos"/>
                <a:ea typeface="Aptos"/>
                <a:cs typeface="Aptos"/>
              </a:defRPr>
            </a:lvl5pPr>
            <a:lvl6pPr marL="1016000" indent="0" algn="l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252529"/>
                </a:solidFill>
                <a:latin typeface="Aptos"/>
                <a:ea typeface="Aptos"/>
                <a:cs typeface="Aptos"/>
              </a:defRPr>
            </a:lvl6pPr>
            <a:lvl7pPr marL="1219200" indent="0" algn="l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252529"/>
                </a:solidFill>
                <a:latin typeface="Aptos"/>
                <a:ea typeface="Aptos"/>
                <a:cs typeface="Aptos"/>
              </a:defRPr>
            </a:lvl7pPr>
            <a:lvl8pPr marL="1422400" indent="0" algn="l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252529"/>
                </a:solidFill>
                <a:latin typeface="Aptos"/>
                <a:ea typeface="Aptos"/>
                <a:cs typeface="Aptos"/>
              </a:defRPr>
            </a:lvl8pPr>
            <a:lvl9pPr marL="1625600" indent="0" algn="l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252529"/>
                </a:solidFill>
                <a:latin typeface="Aptos"/>
                <a:ea typeface="Aptos"/>
                <a:cs typeface="Aptos"/>
              </a:defRPr>
            </a:lvl9pPr>
          </a:lstStyle>
          <a:p>
            <a:pPr marL="0" indent="0" algn="l">
              <a:lnSpc>
                <a:spcPct val="112000"/>
              </a:lnSpc>
              <a:spcAft>
                <a:spcPts val="1000"/>
              </a:spcAft>
              <a:buNone/>
              <a:defRPr sz="1800" b="0">
                <a:solidFill>
                  <a:srgbClr val="252529"/>
                </a:solidFill>
                <a:latin typeface="Aptos"/>
                <a:ea typeface="Aptos"/>
                <a:cs typeface="Aptos"/>
              </a:defRPr>
            </a:pPr>
            <a:r>
              <a:t>Click to add picture</a:t>
            </a:r>
          </a:p>
        </p:txBody>
      </p:sp>
      <p:pic>
        <p:nvPicPr>
          <p:cNvPr id="100" name="TUe university logo"/>
          <p:cNvPicPr>
            <a:picLocks noChangeAspect="1"/>
          </p:cNvPicPr>
          <p:nvPr/>
        </p:nvPicPr>
        <p:blipFill>
          <a:blip r:embed="rIdCleanLogo"/>
          <a:stretch>
            <a:fillRect/>
          </a:stretch>
        </p:blipFill>
        <p:spPr>
          <a:xfrm>
            <a:off x="457200" y="4523742"/>
            <a:ext cx="1587500" cy="507490"/>
          </a:xfrm>
          <a:prstGeom prst="rect">
            <a:avLst/>
          </a:prstGeom>
        </p:spPr>
      </p:pic>
    </p:spTree>
  </p:cSld>
  <p:clrMapOvr>
    <a:masterClrMapping/>
  </p:clrMapOvr>
  <p:hf hdr="0" dt="0" ftr="0" sldNum="0"/>
</p:sldLayout>
</file>

<file path=ppt/slideLayouts/slideLayout4.xml><?xml version="1.0" encoding="utf-8"?>
<p:sldLayout xmlns:p="http://schemas.openxmlformats.org/presentationml/2006/main" xmlns:a="http://schemas.openxmlformats.org/drawingml/2006/main" xmlns:r="http://schemas.openxmlformats.org/officeDocument/2006/relationships" type="obj" preserve="1" showMasterSp="1">
  <p:cSld name="Clean White - Title and 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lean title 0"/>
          <p:cNvSpPr>
            <a:spLocks noGrp="1"/>
          </p:cNvSpPr>
          <p:nvPr>
            <p:ph type="title" idx="0"/>
          </p:nvPr>
        </p:nvSpPr>
        <p:spPr>
          <a:xfrm>
            <a:off x="457200" y="381000"/>
            <a:ext cx="822960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>
            <a:lvl1pPr marL="0" indent="0" algn="l">
              <a:lnSpc>
                <a:spcPct val="112000"/>
              </a:lnSpc>
              <a:spcAft>
                <a:spcPts val="0"/>
              </a:spcAft>
              <a:buNone/>
              <a:defRPr sz="2500" b="1">
                <a:solidFill>
                  <a:srgbClr val="252529"/>
                </a:solidFill>
                <a:latin typeface="Aptos"/>
                <a:ea typeface="Aptos"/>
                <a:cs typeface="Aptos"/>
              </a:defRPr>
            </a:lvl1pPr>
            <a:lvl2pPr marL="203200" indent="0" algn="l">
              <a:lnSpc>
                <a:spcPct val="112000"/>
              </a:lnSpc>
              <a:spcAft>
                <a:spcPts val="0"/>
              </a:spcAft>
              <a:buNone/>
              <a:defRPr sz="2400" b="1">
                <a:solidFill>
                  <a:srgbClr val="252529"/>
                </a:solidFill>
                <a:latin typeface="Aptos"/>
                <a:ea typeface="Aptos"/>
                <a:cs typeface="Aptos"/>
              </a:defRPr>
            </a:lvl2pPr>
            <a:lvl3pPr marL="406400" indent="0" algn="l">
              <a:lnSpc>
                <a:spcPct val="112000"/>
              </a:lnSpc>
              <a:spcAft>
                <a:spcPts val="0"/>
              </a:spcAft>
              <a:buNone/>
              <a:defRPr sz="2300" b="1">
                <a:solidFill>
                  <a:srgbClr val="252529"/>
                </a:solidFill>
                <a:latin typeface="Aptos"/>
                <a:ea typeface="Aptos"/>
                <a:cs typeface="Aptos"/>
              </a:defRPr>
            </a:lvl3pPr>
            <a:lvl4pPr marL="609600" indent="0" algn="l">
              <a:lnSpc>
                <a:spcPct val="112000"/>
              </a:lnSpc>
              <a:spcAft>
                <a:spcPts val="0"/>
              </a:spcAft>
              <a:buNone/>
              <a:defRPr sz="2200" b="1">
                <a:solidFill>
                  <a:srgbClr val="252529"/>
                </a:solidFill>
                <a:latin typeface="Aptos"/>
                <a:ea typeface="Aptos"/>
                <a:cs typeface="Aptos"/>
              </a:defRPr>
            </a:lvl4pPr>
            <a:lvl5pPr marL="812800" indent="0" algn="l">
              <a:lnSpc>
                <a:spcPct val="112000"/>
              </a:lnSpc>
              <a:spcAft>
                <a:spcPts val="0"/>
              </a:spcAft>
              <a:buNone/>
              <a:defRPr sz="2100" b="1">
                <a:solidFill>
                  <a:srgbClr val="252529"/>
                </a:solidFill>
                <a:latin typeface="Aptos"/>
                <a:ea typeface="Aptos"/>
                <a:cs typeface="Aptos"/>
              </a:defRPr>
            </a:lvl5pPr>
            <a:lvl6pPr marL="1016000" indent="0" algn="l">
              <a:lnSpc>
                <a:spcPct val="112000"/>
              </a:lnSpc>
              <a:spcAft>
                <a:spcPts val="0"/>
              </a:spcAft>
              <a:buNone/>
              <a:defRPr sz="2000" b="1">
                <a:solidFill>
                  <a:srgbClr val="252529"/>
                </a:solidFill>
                <a:latin typeface="Aptos"/>
                <a:ea typeface="Aptos"/>
                <a:cs typeface="Aptos"/>
              </a:defRPr>
            </a:lvl6pPr>
            <a:lvl7pPr marL="1219200" indent="0" algn="l">
              <a:lnSpc>
                <a:spcPct val="112000"/>
              </a:lnSpc>
              <a:spcAft>
                <a:spcPts val="0"/>
              </a:spcAft>
              <a:buNone/>
              <a:defRPr sz="1900" b="1">
                <a:solidFill>
                  <a:srgbClr val="252529"/>
                </a:solidFill>
                <a:latin typeface="Aptos"/>
                <a:ea typeface="Aptos"/>
                <a:cs typeface="Aptos"/>
              </a:defRPr>
            </a:lvl7pPr>
            <a:lvl8pPr marL="1422400" indent="0" algn="l">
              <a:lnSpc>
                <a:spcPct val="112000"/>
              </a:lnSpc>
              <a:spcAft>
                <a:spcPts val="0"/>
              </a:spcAft>
              <a:buNone/>
              <a:defRPr sz="1800" b="1">
                <a:solidFill>
                  <a:srgbClr val="252529"/>
                </a:solidFill>
                <a:latin typeface="Aptos"/>
                <a:ea typeface="Aptos"/>
                <a:cs typeface="Aptos"/>
              </a:defRPr>
            </a:lvl8pPr>
            <a:lvl9pPr marL="1625600" indent="0" algn="l">
              <a:lnSpc>
                <a:spcPct val="112000"/>
              </a:lnSpc>
              <a:spcAft>
                <a:spcPts val="0"/>
              </a:spcAft>
              <a:buNone/>
              <a:defRPr sz="1700" b="1">
                <a:solidFill>
                  <a:srgbClr val="252529"/>
                </a:solidFill>
                <a:latin typeface="Aptos"/>
                <a:ea typeface="Aptos"/>
                <a:cs typeface="Aptos"/>
              </a:defRPr>
            </a:lvl9pPr>
          </a:lstStyle>
          <a:p>
            <a:pPr marL="0" indent="0" algn="l">
              <a:lnSpc>
                <a:spcPct val="112000"/>
              </a:lnSpc>
              <a:spcAft>
                <a:spcPts val="0"/>
              </a:spcAft>
              <a:buNone/>
              <a:defRPr sz="2500" b="1">
                <a:solidFill>
                  <a:srgbClr val="252529"/>
                </a:solidFill>
                <a:latin typeface="Aptos"/>
                <a:ea typeface="Aptos"/>
                <a:cs typeface="Aptos"/>
              </a:defRPr>
            </a:pPr>
            <a:r>
              <a:t>Click to add title</a:t>
            </a:r>
          </a:p>
        </p:txBody>
      </p:sp>
      <p:sp>
        <p:nvSpPr>
          <p:cNvPr id="11" name="Clean obj 1"/>
          <p:cNvSpPr>
            <a:spLocks noGrp="1"/>
          </p:cNvSpPr>
          <p:nvPr>
            <p:ph type="obj" idx="1"/>
          </p:nvPr>
        </p:nvSpPr>
        <p:spPr>
          <a:xfrm>
            <a:off x="457200" y="1219200"/>
            <a:ext cx="8229600" cy="330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>
            <a:lvl1pPr marL="0" indent="0" algn="l">
              <a:lnSpc>
                <a:spcPct val="112000"/>
              </a:lnSpc>
              <a:spcAft>
                <a:spcPts val="1000"/>
              </a:spcAft>
              <a:buNone/>
              <a:defRPr sz="1800" b="0">
                <a:solidFill>
                  <a:srgbClr val="252529"/>
                </a:solidFill>
                <a:latin typeface="Aptos"/>
                <a:ea typeface="Aptos"/>
                <a:cs typeface="Aptos"/>
              </a:defRPr>
            </a:lvl1pPr>
            <a:lvl2pPr marL="203200" indent="0" algn="l">
              <a:lnSpc>
                <a:spcPct val="112000"/>
              </a:lnSpc>
              <a:spcAft>
                <a:spcPts val="1000"/>
              </a:spcAft>
              <a:buNone/>
              <a:defRPr sz="1700" b="0">
                <a:solidFill>
                  <a:srgbClr val="252529"/>
                </a:solidFill>
                <a:latin typeface="Aptos"/>
                <a:ea typeface="Aptos"/>
                <a:cs typeface="Aptos"/>
              </a:defRPr>
            </a:lvl2pPr>
            <a:lvl3pPr marL="406400" indent="0" algn="l">
              <a:lnSpc>
                <a:spcPct val="112000"/>
              </a:lnSpc>
              <a:spcAft>
                <a:spcPts val="0"/>
              </a:spcAft>
              <a:buNone/>
              <a:defRPr sz="1600" b="0">
                <a:solidFill>
                  <a:srgbClr val="252529"/>
                </a:solidFill>
                <a:latin typeface="Aptos"/>
                <a:ea typeface="Aptos"/>
                <a:cs typeface="Aptos"/>
              </a:defRPr>
            </a:lvl3pPr>
            <a:lvl4pPr marL="609600" indent="0" algn="l">
              <a:lnSpc>
                <a:spcPct val="112000"/>
              </a:lnSpc>
              <a:spcAft>
                <a:spcPts val="0"/>
              </a:spcAft>
              <a:buNone/>
              <a:defRPr sz="1500" b="0">
                <a:solidFill>
                  <a:srgbClr val="252529"/>
                </a:solidFill>
                <a:latin typeface="Aptos"/>
                <a:ea typeface="Aptos"/>
                <a:cs typeface="Aptos"/>
              </a:defRPr>
            </a:lvl4pPr>
            <a:lvl5pPr marL="812800" indent="0" algn="l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252529"/>
                </a:solidFill>
                <a:latin typeface="Aptos"/>
                <a:ea typeface="Aptos"/>
                <a:cs typeface="Aptos"/>
              </a:defRPr>
            </a:lvl5pPr>
            <a:lvl6pPr marL="1016000" indent="0" algn="l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252529"/>
                </a:solidFill>
                <a:latin typeface="Aptos"/>
                <a:ea typeface="Aptos"/>
                <a:cs typeface="Aptos"/>
              </a:defRPr>
            </a:lvl6pPr>
            <a:lvl7pPr marL="1219200" indent="0" algn="l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252529"/>
                </a:solidFill>
                <a:latin typeface="Aptos"/>
                <a:ea typeface="Aptos"/>
                <a:cs typeface="Aptos"/>
              </a:defRPr>
            </a:lvl7pPr>
            <a:lvl8pPr marL="1422400" indent="0" algn="l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252529"/>
                </a:solidFill>
                <a:latin typeface="Aptos"/>
                <a:ea typeface="Aptos"/>
                <a:cs typeface="Aptos"/>
              </a:defRPr>
            </a:lvl8pPr>
            <a:lvl9pPr marL="1625600" indent="0" algn="l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252529"/>
                </a:solidFill>
                <a:latin typeface="Aptos"/>
                <a:ea typeface="Aptos"/>
                <a:cs typeface="Aptos"/>
              </a:defRPr>
            </a:lvl9pPr>
          </a:lstStyle>
          <a:p>
            <a:pPr marL="0" indent="0" algn="l">
              <a:lnSpc>
                <a:spcPct val="112000"/>
              </a:lnSpc>
              <a:spcAft>
                <a:spcPts val="1000"/>
              </a:spcAft>
              <a:buNone/>
              <a:defRPr sz="1800" b="0">
                <a:solidFill>
                  <a:srgbClr val="252529"/>
                </a:solidFill>
                <a:latin typeface="Aptos"/>
                <a:ea typeface="Aptos"/>
                <a:cs typeface="Aptos"/>
              </a:defRPr>
            </a:pPr>
            <a:r>
              <a:t>Click to add content</a:t>
            </a:r>
          </a:p>
        </p:txBody>
      </p:sp>
      <p:sp>
        <p:nvSpPr>
          <p:cNvPr id="90" name="Clean ftr 11"/>
          <p:cNvSpPr>
            <a:spLocks noGrp="1"/>
          </p:cNvSpPr>
          <p:nvPr>
            <p:ph type="ftr" idx="11"/>
          </p:nvPr>
        </p:nvSpPr>
        <p:spPr>
          <a:xfrm>
            <a:off x="457200" y="4876800"/>
            <a:ext cx="5080000" cy="152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>
            <a:lvl1pPr marL="0" indent="0" algn="l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747B82"/>
                </a:solidFill>
                <a:latin typeface="Aptos"/>
                <a:ea typeface="Aptos"/>
                <a:cs typeface="Aptos"/>
              </a:defRPr>
            </a:lvl1pPr>
            <a:lvl2pPr marL="203200" indent="0" algn="l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747B82"/>
                </a:solidFill>
                <a:latin typeface="Aptos"/>
                <a:ea typeface="Aptos"/>
                <a:cs typeface="Aptos"/>
              </a:defRPr>
            </a:lvl2pPr>
            <a:lvl3pPr marL="406400" indent="0" algn="l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747B82"/>
                </a:solidFill>
                <a:latin typeface="Aptos"/>
                <a:ea typeface="Aptos"/>
                <a:cs typeface="Aptos"/>
              </a:defRPr>
            </a:lvl3pPr>
            <a:lvl4pPr marL="609600" indent="0" algn="l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747B82"/>
                </a:solidFill>
                <a:latin typeface="Aptos"/>
                <a:ea typeface="Aptos"/>
                <a:cs typeface="Aptos"/>
              </a:defRPr>
            </a:lvl4pPr>
            <a:lvl5pPr marL="812800" indent="0" algn="l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747B82"/>
                </a:solidFill>
                <a:latin typeface="Aptos"/>
                <a:ea typeface="Aptos"/>
                <a:cs typeface="Aptos"/>
              </a:defRPr>
            </a:lvl5pPr>
            <a:lvl6pPr marL="1016000" indent="0" algn="l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747B82"/>
                </a:solidFill>
                <a:latin typeface="Aptos"/>
                <a:ea typeface="Aptos"/>
                <a:cs typeface="Aptos"/>
              </a:defRPr>
            </a:lvl6pPr>
            <a:lvl7pPr marL="1219200" indent="0" algn="l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747B82"/>
                </a:solidFill>
                <a:latin typeface="Aptos"/>
                <a:ea typeface="Aptos"/>
                <a:cs typeface="Aptos"/>
              </a:defRPr>
            </a:lvl7pPr>
            <a:lvl8pPr marL="1422400" indent="0" algn="l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747B82"/>
                </a:solidFill>
                <a:latin typeface="Aptos"/>
                <a:ea typeface="Aptos"/>
                <a:cs typeface="Aptos"/>
              </a:defRPr>
            </a:lvl8pPr>
            <a:lvl9pPr marL="1625600" indent="0" algn="l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747B82"/>
                </a:solidFill>
                <a:latin typeface="Aptos"/>
                <a:ea typeface="Aptos"/>
                <a:cs typeface="Aptos"/>
              </a:defRPr>
            </a:lvl9pPr>
          </a:lstStyle>
          <a:p>
            <a:pPr marL="0" indent="0" algn="l">
              <a:lnSpc>
                <a:spcPct val="112000"/>
              </a:lnSpc>
              <a:spcAft>
                <a:spcPts val="0"/>
              </a:spcAft>
              <a:buNone/>
              <a:defRPr sz="800" b="0">
                <a:solidFill>
                  <a:srgbClr val="747B82"/>
                </a:solidFill>
                <a:latin typeface="Aptos"/>
                <a:ea typeface="Aptos"/>
                <a:cs typeface="Aptos"/>
              </a:defRPr>
            </a:pPr>
            <a:r>
              <a:t>Msc Defence T.M. Lenssen</a:t>
            </a:r>
          </a:p>
        </p:txBody>
      </p:sp>
      <p:sp>
        <p:nvSpPr>
          <p:cNvPr id="91" name="Clean sldNum 12"/>
          <p:cNvSpPr>
            <a:spLocks noGrp="1"/>
          </p:cNvSpPr>
          <p:nvPr>
            <p:ph type="sldNum" idx="12"/>
          </p:nvPr>
        </p:nvSpPr>
        <p:spPr>
          <a:xfrm>
            <a:off x="7874000" y="4876800"/>
            <a:ext cx="355600" cy="152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>
            <a:lvl1pPr marL="0" indent="0" algn="r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747B82"/>
                </a:solidFill>
                <a:latin typeface="Aptos"/>
                <a:ea typeface="Aptos"/>
                <a:cs typeface="Aptos"/>
              </a:defRPr>
            </a:lvl1pPr>
            <a:lvl2pPr marL="203200" indent="0" algn="r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747B82"/>
                </a:solidFill>
                <a:latin typeface="Aptos"/>
                <a:ea typeface="Aptos"/>
                <a:cs typeface="Aptos"/>
              </a:defRPr>
            </a:lvl2pPr>
            <a:lvl3pPr marL="406400" indent="0" algn="r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747B82"/>
                </a:solidFill>
                <a:latin typeface="Aptos"/>
                <a:ea typeface="Aptos"/>
                <a:cs typeface="Aptos"/>
              </a:defRPr>
            </a:lvl3pPr>
            <a:lvl4pPr marL="609600" indent="0" algn="r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747B82"/>
                </a:solidFill>
                <a:latin typeface="Aptos"/>
                <a:ea typeface="Aptos"/>
                <a:cs typeface="Aptos"/>
              </a:defRPr>
            </a:lvl4pPr>
            <a:lvl5pPr marL="812800" indent="0" algn="r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747B82"/>
                </a:solidFill>
                <a:latin typeface="Aptos"/>
                <a:ea typeface="Aptos"/>
                <a:cs typeface="Aptos"/>
              </a:defRPr>
            </a:lvl5pPr>
            <a:lvl6pPr marL="1016000" indent="0" algn="r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747B82"/>
                </a:solidFill>
                <a:latin typeface="Aptos"/>
                <a:ea typeface="Aptos"/>
                <a:cs typeface="Aptos"/>
              </a:defRPr>
            </a:lvl6pPr>
            <a:lvl7pPr marL="1219200" indent="0" algn="r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747B82"/>
                </a:solidFill>
                <a:latin typeface="Aptos"/>
                <a:ea typeface="Aptos"/>
                <a:cs typeface="Aptos"/>
              </a:defRPr>
            </a:lvl7pPr>
            <a:lvl8pPr marL="1422400" indent="0" algn="r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747B82"/>
                </a:solidFill>
                <a:latin typeface="Aptos"/>
                <a:ea typeface="Aptos"/>
                <a:cs typeface="Aptos"/>
              </a:defRPr>
            </a:lvl8pPr>
            <a:lvl9pPr marL="1625600" indent="0" algn="r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747B82"/>
                </a:solidFill>
                <a:latin typeface="Aptos"/>
                <a:ea typeface="Aptos"/>
                <a:cs typeface="Aptos"/>
              </a:defRPr>
            </a:lvl9pPr>
          </a:lstStyle>
          <a:p>
            <a:pPr marL="0" indent="0" algn="r">
              <a:lnSpc>
                <a:spcPct val="112000"/>
              </a:lnSpc>
              <a:spcAft>
                <a:spcPts val="0"/>
              </a:spcAft>
              <a:buNone/>
              <a:defRPr sz="800" b="0">
                <a:solidFill>
                  <a:srgbClr val="747B82"/>
                </a:solidFill>
                <a:latin typeface="Aptos"/>
                <a:ea typeface="Aptos"/>
                <a:cs typeface="Aptos"/>
              </a:defRPr>
            </a:pPr>
            <a:fld id="{02D62CF7-B451-42A0-BFB3-67C7E3FB3001}" type="slidenum">
              <a:rPr lang="en-GB"/>
              <a:t>1</a:t>
            </a:fld>
          </a:p>
        </p:txBody>
      </p:sp>
    </p:spTree>
  </p:cSld>
  <p:clrMapOvr>
    <a:masterClrMapping/>
  </p:clrMapOvr>
  <p:hf hdr="0" dt="0" ftr="1" sldNum="1"/>
</p:sldLayout>
</file>

<file path=ppt/slideLayouts/slideLayout5.xml><?xml version="1.0" encoding="utf-8"?>
<p:sldLayout xmlns:p="http://schemas.openxmlformats.org/presentationml/2006/main" xmlns:a="http://schemas.openxmlformats.org/drawingml/2006/main" xmlns:r="http://schemas.openxmlformats.org/officeDocument/2006/relationships" type="twoObj" preserve="1" showMasterSp="1">
  <p:cSld name="Clean White - Compariso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lean title 0"/>
          <p:cNvSpPr>
            <a:spLocks noGrp="1"/>
          </p:cNvSpPr>
          <p:nvPr>
            <p:ph type="title" idx="0"/>
          </p:nvPr>
        </p:nvSpPr>
        <p:spPr>
          <a:xfrm>
            <a:off x="457200" y="444500"/>
            <a:ext cx="3911600" cy="863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>
            <a:lvl1pPr marL="0" indent="0" algn="l">
              <a:lnSpc>
                <a:spcPct val="112000"/>
              </a:lnSpc>
              <a:spcAft>
                <a:spcPts val="0"/>
              </a:spcAft>
              <a:buNone/>
              <a:defRPr sz="2000" b="1">
                <a:solidFill>
                  <a:srgbClr val="252529"/>
                </a:solidFill>
                <a:latin typeface="Aptos"/>
                <a:ea typeface="Aptos"/>
                <a:cs typeface="Aptos"/>
              </a:defRPr>
            </a:lvl1pPr>
            <a:lvl2pPr marL="203200" indent="0" algn="l">
              <a:lnSpc>
                <a:spcPct val="112000"/>
              </a:lnSpc>
              <a:spcAft>
                <a:spcPts val="0"/>
              </a:spcAft>
              <a:buNone/>
              <a:defRPr sz="1900" b="1">
                <a:solidFill>
                  <a:srgbClr val="252529"/>
                </a:solidFill>
                <a:latin typeface="Aptos"/>
                <a:ea typeface="Aptos"/>
                <a:cs typeface="Aptos"/>
              </a:defRPr>
            </a:lvl2pPr>
            <a:lvl3pPr marL="406400" indent="0" algn="l">
              <a:lnSpc>
                <a:spcPct val="112000"/>
              </a:lnSpc>
              <a:spcAft>
                <a:spcPts val="0"/>
              </a:spcAft>
              <a:buNone/>
              <a:defRPr sz="1800" b="1">
                <a:solidFill>
                  <a:srgbClr val="252529"/>
                </a:solidFill>
                <a:latin typeface="Aptos"/>
                <a:ea typeface="Aptos"/>
                <a:cs typeface="Aptos"/>
              </a:defRPr>
            </a:lvl3pPr>
            <a:lvl4pPr marL="609600" indent="0" algn="l">
              <a:lnSpc>
                <a:spcPct val="112000"/>
              </a:lnSpc>
              <a:spcAft>
                <a:spcPts val="0"/>
              </a:spcAft>
              <a:buNone/>
              <a:defRPr sz="1700" b="1">
                <a:solidFill>
                  <a:srgbClr val="252529"/>
                </a:solidFill>
                <a:latin typeface="Aptos"/>
                <a:ea typeface="Aptos"/>
                <a:cs typeface="Aptos"/>
              </a:defRPr>
            </a:lvl4pPr>
            <a:lvl5pPr marL="812800" indent="0" algn="l">
              <a:lnSpc>
                <a:spcPct val="112000"/>
              </a:lnSpc>
              <a:spcAft>
                <a:spcPts val="0"/>
              </a:spcAft>
              <a:buNone/>
              <a:defRPr sz="1600" b="1">
                <a:solidFill>
                  <a:srgbClr val="252529"/>
                </a:solidFill>
                <a:latin typeface="Aptos"/>
                <a:ea typeface="Aptos"/>
                <a:cs typeface="Aptos"/>
              </a:defRPr>
            </a:lvl5pPr>
            <a:lvl6pPr marL="1016000" indent="0" algn="l">
              <a:lnSpc>
                <a:spcPct val="112000"/>
              </a:lnSpc>
              <a:spcAft>
                <a:spcPts val="0"/>
              </a:spcAft>
              <a:buNone/>
              <a:defRPr sz="1500" b="1">
                <a:solidFill>
                  <a:srgbClr val="252529"/>
                </a:solidFill>
                <a:latin typeface="Aptos"/>
                <a:ea typeface="Aptos"/>
                <a:cs typeface="Aptos"/>
              </a:defRPr>
            </a:lvl6pPr>
            <a:lvl7pPr marL="1219200" indent="0" algn="l">
              <a:lnSpc>
                <a:spcPct val="112000"/>
              </a:lnSpc>
              <a:spcAft>
                <a:spcPts val="0"/>
              </a:spcAft>
              <a:buNone/>
              <a:defRPr sz="1400" b="1">
                <a:solidFill>
                  <a:srgbClr val="252529"/>
                </a:solidFill>
                <a:latin typeface="Aptos"/>
                <a:ea typeface="Aptos"/>
                <a:cs typeface="Aptos"/>
              </a:defRPr>
            </a:lvl7pPr>
            <a:lvl8pPr marL="1422400" indent="0" algn="l">
              <a:lnSpc>
                <a:spcPct val="112000"/>
              </a:lnSpc>
              <a:spcAft>
                <a:spcPts val="0"/>
              </a:spcAft>
              <a:buNone/>
              <a:defRPr sz="1400" b="1">
                <a:solidFill>
                  <a:srgbClr val="252529"/>
                </a:solidFill>
                <a:latin typeface="Aptos"/>
                <a:ea typeface="Aptos"/>
                <a:cs typeface="Aptos"/>
              </a:defRPr>
            </a:lvl8pPr>
            <a:lvl9pPr marL="1625600" indent="0" algn="l">
              <a:lnSpc>
                <a:spcPct val="112000"/>
              </a:lnSpc>
              <a:spcAft>
                <a:spcPts val="0"/>
              </a:spcAft>
              <a:buNone/>
              <a:defRPr sz="1400" b="1">
                <a:solidFill>
                  <a:srgbClr val="252529"/>
                </a:solidFill>
                <a:latin typeface="Aptos"/>
                <a:ea typeface="Aptos"/>
                <a:cs typeface="Aptos"/>
              </a:defRPr>
            </a:lvl9pPr>
          </a:lstStyle>
          <a:p>
            <a:pPr marL="0" indent="0" algn="l">
              <a:lnSpc>
                <a:spcPct val="112000"/>
              </a:lnSpc>
              <a:spcAft>
                <a:spcPts val="0"/>
              </a:spcAft>
              <a:buNone/>
              <a:defRPr sz="2000" b="1">
                <a:solidFill>
                  <a:srgbClr val="252529"/>
                </a:solidFill>
                <a:latin typeface="Aptos"/>
                <a:ea typeface="Aptos"/>
                <a:cs typeface="Aptos"/>
              </a:defRPr>
            </a:pPr>
            <a:r>
              <a:t>Left heading</a:t>
            </a:r>
          </a:p>
        </p:txBody>
      </p:sp>
      <p:sp>
        <p:nvSpPr>
          <p:cNvPr id="23" name="Clean body 13"/>
          <p:cNvSpPr>
            <a:spLocks noGrp="1"/>
          </p:cNvSpPr>
          <p:nvPr>
            <p:ph type="body" idx="13"/>
          </p:nvPr>
        </p:nvSpPr>
        <p:spPr>
          <a:xfrm>
            <a:off x="4775200" y="444500"/>
            <a:ext cx="3911600" cy="863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>
            <a:lvl1pPr marL="0" indent="0" algn="l">
              <a:lnSpc>
                <a:spcPct val="112000"/>
              </a:lnSpc>
              <a:spcAft>
                <a:spcPts val="0"/>
              </a:spcAft>
              <a:buNone/>
              <a:defRPr sz="2000" b="1">
                <a:solidFill>
                  <a:srgbClr val="252529"/>
                </a:solidFill>
                <a:latin typeface="Aptos"/>
                <a:ea typeface="Aptos"/>
                <a:cs typeface="Aptos"/>
              </a:defRPr>
            </a:lvl1pPr>
            <a:lvl2pPr marL="203200" indent="0" algn="l">
              <a:lnSpc>
                <a:spcPct val="112000"/>
              </a:lnSpc>
              <a:spcAft>
                <a:spcPts val="0"/>
              </a:spcAft>
              <a:buNone/>
              <a:defRPr sz="1900" b="1">
                <a:solidFill>
                  <a:srgbClr val="252529"/>
                </a:solidFill>
                <a:latin typeface="Aptos"/>
                <a:ea typeface="Aptos"/>
                <a:cs typeface="Aptos"/>
              </a:defRPr>
            </a:lvl2pPr>
            <a:lvl3pPr marL="406400" indent="0" algn="l">
              <a:lnSpc>
                <a:spcPct val="112000"/>
              </a:lnSpc>
              <a:spcAft>
                <a:spcPts val="0"/>
              </a:spcAft>
              <a:buNone/>
              <a:defRPr sz="1800" b="1">
                <a:solidFill>
                  <a:srgbClr val="252529"/>
                </a:solidFill>
                <a:latin typeface="Aptos"/>
                <a:ea typeface="Aptos"/>
                <a:cs typeface="Aptos"/>
              </a:defRPr>
            </a:lvl3pPr>
            <a:lvl4pPr marL="609600" indent="0" algn="l">
              <a:lnSpc>
                <a:spcPct val="112000"/>
              </a:lnSpc>
              <a:spcAft>
                <a:spcPts val="0"/>
              </a:spcAft>
              <a:buNone/>
              <a:defRPr sz="1700" b="1">
                <a:solidFill>
                  <a:srgbClr val="252529"/>
                </a:solidFill>
                <a:latin typeface="Aptos"/>
                <a:ea typeface="Aptos"/>
                <a:cs typeface="Aptos"/>
              </a:defRPr>
            </a:lvl4pPr>
            <a:lvl5pPr marL="812800" indent="0" algn="l">
              <a:lnSpc>
                <a:spcPct val="112000"/>
              </a:lnSpc>
              <a:spcAft>
                <a:spcPts val="0"/>
              </a:spcAft>
              <a:buNone/>
              <a:defRPr sz="1600" b="1">
                <a:solidFill>
                  <a:srgbClr val="252529"/>
                </a:solidFill>
                <a:latin typeface="Aptos"/>
                <a:ea typeface="Aptos"/>
                <a:cs typeface="Aptos"/>
              </a:defRPr>
            </a:lvl5pPr>
            <a:lvl6pPr marL="1016000" indent="0" algn="l">
              <a:lnSpc>
                <a:spcPct val="112000"/>
              </a:lnSpc>
              <a:spcAft>
                <a:spcPts val="0"/>
              </a:spcAft>
              <a:buNone/>
              <a:defRPr sz="1500" b="1">
                <a:solidFill>
                  <a:srgbClr val="252529"/>
                </a:solidFill>
                <a:latin typeface="Aptos"/>
                <a:ea typeface="Aptos"/>
                <a:cs typeface="Aptos"/>
              </a:defRPr>
            </a:lvl6pPr>
            <a:lvl7pPr marL="1219200" indent="0" algn="l">
              <a:lnSpc>
                <a:spcPct val="112000"/>
              </a:lnSpc>
              <a:spcAft>
                <a:spcPts val="0"/>
              </a:spcAft>
              <a:buNone/>
              <a:defRPr sz="1400" b="1">
                <a:solidFill>
                  <a:srgbClr val="252529"/>
                </a:solidFill>
                <a:latin typeface="Aptos"/>
                <a:ea typeface="Aptos"/>
                <a:cs typeface="Aptos"/>
              </a:defRPr>
            </a:lvl7pPr>
            <a:lvl8pPr marL="1422400" indent="0" algn="l">
              <a:lnSpc>
                <a:spcPct val="112000"/>
              </a:lnSpc>
              <a:spcAft>
                <a:spcPts val="0"/>
              </a:spcAft>
              <a:buNone/>
              <a:defRPr sz="1400" b="1">
                <a:solidFill>
                  <a:srgbClr val="252529"/>
                </a:solidFill>
                <a:latin typeface="Aptos"/>
                <a:ea typeface="Aptos"/>
                <a:cs typeface="Aptos"/>
              </a:defRPr>
            </a:lvl8pPr>
            <a:lvl9pPr marL="1625600" indent="0" algn="l">
              <a:lnSpc>
                <a:spcPct val="112000"/>
              </a:lnSpc>
              <a:spcAft>
                <a:spcPts val="0"/>
              </a:spcAft>
              <a:buNone/>
              <a:defRPr sz="1400" b="1">
                <a:solidFill>
                  <a:srgbClr val="252529"/>
                </a:solidFill>
                <a:latin typeface="Aptos"/>
                <a:ea typeface="Aptos"/>
                <a:cs typeface="Aptos"/>
              </a:defRPr>
            </a:lvl9pPr>
          </a:lstStyle>
          <a:p>
            <a:pPr marL="0" indent="0" algn="l">
              <a:lnSpc>
                <a:spcPct val="112000"/>
              </a:lnSpc>
              <a:spcAft>
                <a:spcPts val="0"/>
              </a:spcAft>
              <a:buNone/>
              <a:defRPr sz="2000" b="1">
                <a:solidFill>
                  <a:srgbClr val="252529"/>
                </a:solidFill>
                <a:latin typeface="Aptos"/>
                <a:ea typeface="Aptos"/>
                <a:cs typeface="Aptos"/>
              </a:defRPr>
            </a:pPr>
            <a:r>
              <a:t>Right heading</a:t>
            </a:r>
          </a:p>
        </p:txBody>
      </p:sp>
      <p:sp>
        <p:nvSpPr>
          <p:cNvPr id="11" name="Clean obj 1"/>
          <p:cNvSpPr>
            <a:spLocks noGrp="1"/>
          </p:cNvSpPr>
          <p:nvPr>
            <p:ph type="obj" idx="1"/>
          </p:nvPr>
        </p:nvSpPr>
        <p:spPr>
          <a:xfrm>
            <a:off x="457200" y="1536700"/>
            <a:ext cx="3911600" cy="292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>
            <a:lvl1pPr marL="0" indent="0" algn="l">
              <a:lnSpc>
                <a:spcPct val="112000"/>
              </a:lnSpc>
              <a:spcAft>
                <a:spcPts val="1000"/>
              </a:spcAft>
              <a:buNone/>
              <a:defRPr sz="1800" b="0">
                <a:solidFill>
                  <a:srgbClr val="252529"/>
                </a:solidFill>
                <a:latin typeface="Aptos"/>
                <a:ea typeface="Aptos"/>
                <a:cs typeface="Aptos"/>
              </a:defRPr>
            </a:lvl1pPr>
            <a:lvl2pPr marL="203200" indent="0" algn="l">
              <a:lnSpc>
                <a:spcPct val="112000"/>
              </a:lnSpc>
              <a:spcAft>
                <a:spcPts val="1000"/>
              </a:spcAft>
              <a:buNone/>
              <a:defRPr sz="1700" b="0">
                <a:solidFill>
                  <a:srgbClr val="252529"/>
                </a:solidFill>
                <a:latin typeface="Aptos"/>
                <a:ea typeface="Aptos"/>
                <a:cs typeface="Aptos"/>
              </a:defRPr>
            </a:lvl2pPr>
            <a:lvl3pPr marL="406400" indent="0" algn="l">
              <a:lnSpc>
                <a:spcPct val="112000"/>
              </a:lnSpc>
              <a:spcAft>
                <a:spcPts val="0"/>
              </a:spcAft>
              <a:buNone/>
              <a:defRPr sz="1600" b="0">
                <a:solidFill>
                  <a:srgbClr val="252529"/>
                </a:solidFill>
                <a:latin typeface="Aptos"/>
                <a:ea typeface="Aptos"/>
                <a:cs typeface="Aptos"/>
              </a:defRPr>
            </a:lvl3pPr>
            <a:lvl4pPr marL="609600" indent="0" algn="l">
              <a:lnSpc>
                <a:spcPct val="112000"/>
              </a:lnSpc>
              <a:spcAft>
                <a:spcPts val="0"/>
              </a:spcAft>
              <a:buNone/>
              <a:defRPr sz="1500" b="0">
                <a:solidFill>
                  <a:srgbClr val="252529"/>
                </a:solidFill>
                <a:latin typeface="Aptos"/>
                <a:ea typeface="Aptos"/>
                <a:cs typeface="Aptos"/>
              </a:defRPr>
            </a:lvl4pPr>
            <a:lvl5pPr marL="812800" indent="0" algn="l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252529"/>
                </a:solidFill>
                <a:latin typeface="Aptos"/>
                <a:ea typeface="Aptos"/>
                <a:cs typeface="Aptos"/>
              </a:defRPr>
            </a:lvl5pPr>
            <a:lvl6pPr marL="1016000" indent="0" algn="l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252529"/>
                </a:solidFill>
                <a:latin typeface="Aptos"/>
                <a:ea typeface="Aptos"/>
                <a:cs typeface="Aptos"/>
              </a:defRPr>
            </a:lvl6pPr>
            <a:lvl7pPr marL="1219200" indent="0" algn="l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252529"/>
                </a:solidFill>
                <a:latin typeface="Aptos"/>
                <a:ea typeface="Aptos"/>
                <a:cs typeface="Aptos"/>
              </a:defRPr>
            </a:lvl7pPr>
            <a:lvl8pPr marL="1422400" indent="0" algn="l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252529"/>
                </a:solidFill>
                <a:latin typeface="Aptos"/>
                <a:ea typeface="Aptos"/>
                <a:cs typeface="Aptos"/>
              </a:defRPr>
            </a:lvl8pPr>
            <a:lvl9pPr marL="1625600" indent="0" algn="l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252529"/>
                </a:solidFill>
                <a:latin typeface="Aptos"/>
                <a:ea typeface="Aptos"/>
                <a:cs typeface="Aptos"/>
              </a:defRPr>
            </a:lvl9pPr>
          </a:lstStyle>
          <a:p>
            <a:pPr marL="0" indent="0" algn="l">
              <a:lnSpc>
                <a:spcPct val="112000"/>
              </a:lnSpc>
              <a:spcAft>
                <a:spcPts val="1000"/>
              </a:spcAft>
              <a:buNone/>
              <a:defRPr sz="1800" b="0">
                <a:solidFill>
                  <a:srgbClr val="252529"/>
                </a:solidFill>
                <a:latin typeface="Aptos"/>
                <a:ea typeface="Aptos"/>
                <a:cs typeface="Aptos"/>
              </a:defRPr>
            </a:pPr>
            <a:r>
              <a:t>Click to add content</a:t>
            </a:r>
          </a:p>
        </p:txBody>
      </p:sp>
      <p:sp>
        <p:nvSpPr>
          <p:cNvPr id="12" name="Clean obj 2"/>
          <p:cNvSpPr>
            <a:spLocks noGrp="1"/>
          </p:cNvSpPr>
          <p:nvPr>
            <p:ph type="obj" idx="2"/>
          </p:nvPr>
        </p:nvSpPr>
        <p:spPr>
          <a:xfrm>
            <a:off x="4775200" y="1536700"/>
            <a:ext cx="3911600" cy="292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>
            <a:lvl1pPr marL="0" indent="0" algn="l">
              <a:lnSpc>
                <a:spcPct val="112000"/>
              </a:lnSpc>
              <a:spcAft>
                <a:spcPts val="1000"/>
              </a:spcAft>
              <a:buNone/>
              <a:defRPr sz="1800" b="0">
                <a:solidFill>
                  <a:srgbClr val="252529"/>
                </a:solidFill>
                <a:latin typeface="Aptos"/>
                <a:ea typeface="Aptos"/>
                <a:cs typeface="Aptos"/>
              </a:defRPr>
            </a:lvl1pPr>
            <a:lvl2pPr marL="203200" indent="0" algn="l">
              <a:lnSpc>
                <a:spcPct val="112000"/>
              </a:lnSpc>
              <a:spcAft>
                <a:spcPts val="1000"/>
              </a:spcAft>
              <a:buNone/>
              <a:defRPr sz="1700" b="0">
                <a:solidFill>
                  <a:srgbClr val="252529"/>
                </a:solidFill>
                <a:latin typeface="Aptos"/>
                <a:ea typeface="Aptos"/>
                <a:cs typeface="Aptos"/>
              </a:defRPr>
            </a:lvl2pPr>
            <a:lvl3pPr marL="406400" indent="0" algn="l">
              <a:lnSpc>
                <a:spcPct val="112000"/>
              </a:lnSpc>
              <a:spcAft>
                <a:spcPts val="0"/>
              </a:spcAft>
              <a:buNone/>
              <a:defRPr sz="1600" b="0">
                <a:solidFill>
                  <a:srgbClr val="252529"/>
                </a:solidFill>
                <a:latin typeface="Aptos"/>
                <a:ea typeface="Aptos"/>
                <a:cs typeface="Aptos"/>
              </a:defRPr>
            </a:lvl3pPr>
            <a:lvl4pPr marL="609600" indent="0" algn="l">
              <a:lnSpc>
                <a:spcPct val="112000"/>
              </a:lnSpc>
              <a:spcAft>
                <a:spcPts val="0"/>
              </a:spcAft>
              <a:buNone/>
              <a:defRPr sz="1500" b="0">
                <a:solidFill>
                  <a:srgbClr val="252529"/>
                </a:solidFill>
                <a:latin typeface="Aptos"/>
                <a:ea typeface="Aptos"/>
                <a:cs typeface="Aptos"/>
              </a:defRPr>
            </a:lvl4pPr>
            <a:lvl5pPr marL="812800" indent="0" algn="l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252529"/>
                </a:solidFill>
                <a:latin typeface="Aptos"/>
                <a:ea typeface="Aptos"/>
                <a:cs typeface="Aptos"/>
              </a:defRPr>
            </a:lvl5pPr>
            <a:lvl6pPr marL="1016000" indent="0" algn="l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252529"/>
                </a:solidFill>
                <a:latin typeface="Aptos"/>
                <a:ea typeface="Aptos"/>
                <a:cs typeface="Aptos"/>
              </a:defRPr>
            </a:lvl6pPr>
            <a:lvl7pPr marL="1219200" indent="0" algn="l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252529"/>
                </a:solidFill>
                <a:latin typeface="Aptos"/>
                <a:ea typeface="Aptos"/>
                <a:cs typeface="Aptos"/>
              </a:defRPr>
            </a:lvl7pPr>
            <a:lvl8pPr marL="1422400" indent="0" algn="l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252529"/>
                </a:solidFill>
                <a:latin typeface="Aptos"/>
                <a:ea typeface="Aptos"/>
                <a:cs typeface="Aptos"/>
              </a:defRPr>
            </a:lvl8pPr>
            <a:lvl9pPr marL="1625600" indent="0" algn="l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252529"/>
                </a:solidFill>
                <a:latin typeface="Aptos"/>
                <a:ea typeface="Aptos"/>
                <a:cs typeface="Aptos"/>
              </a:defRPr>
            </a:lvl9pPr>
          </a:lstStyle>
          <a:p>
            <a:pPr marL="0" indent="0" algn="l">
              <a:lnSpc>
                <a:spcPct val="112000"/>
              </a:lnSpc>
              <a:spcAft>
                <a:spcPts val="1000"/>
              </a:spcAft>
              <a:buNone/>
              <a:defRPr sz="1800" b="0">
                <a:solidFill>
                  <a:srgbClr val="252529"/>
                </a:solidFill>
                <a:latin typeface="Aptos"/>
                <a:ea typeface="Aptos"/>
                <a:cs typeface="Aptos"/>
              </a:defRPr>
            </a:pPr>
            <a:r>
              <a:t>Click to add content</a:t>
            </a:r>
          </a:p>
        </p:txBody>
      </p:sp>
      <p:sp>
        <p:nvSpPr>
          <p:cNvPr id="90" name="Clean ftr 11"/>
          <p:cNvSpPr>
            <a:spLocks noGrp="1"/>
          </p:cNvSpPr>
          <p:nvPr>
            <p:ph type="ftr" idx="11"/>
          </p:nvPr>
        </p:nvSpPr>
        <p:spPr>
          <a:xfrm>
            <a:off x="457200" y="4876800"/>
            <a:ext cx="5080000" cy="152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>
            <a:lvl1pPr marL="0" indent="0" algn="l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747B82"/>
                </a:solidFill>
                <a:latin typeface="Aptos"/>
                <a:ea typeface="Aptos"/>
                <a:cs typeface="Aptos"/>
              </a:defRPr>
            </a:lvl1pPr>
            <a:lvl2pPr marL="203200" indent="0" algn="l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747B82"/>
                </a:solidFill>
                <a:latin typeface="Aptos"/>
                <a:ea typeface="Aptos"/>
                <a:cs typeface="Aptos"/>
              </a:defRPr>
            </a:lvl2pPr>
            <a:lvl3pPr marL="406400" indent="0" algn="l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747B82"/>
                </a:solidFill>
                <a:latin typeface="Aptos"/>
                <a:ea typeface="Aptos"/>
                <a:cs typeface="Aptos"/>
              </a:defRPr>
            </a:lvl3pPr>
            <a:lvl4pPr marL="609600" indent="0" algn="l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747B82"/>
                </a:solidFill>
                <a:latin typeface="Aptos"/>
                <a:ea typeface="Aptos"/>
                <a:cs typeface="Aptos"/>
              </a:defRPr>
            </a:lvl4pPr>
            <a:lvl5pPr marL="812800" indent="0" algn="l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747B82"/>
                </a:solidFill>
                <a:latin typeface="Aptos"/>
                <a:ea typeface="Aptos"/>
                <a:cs typeface="Aptos"/>
              </a:defRPr>
            </a:lvl5pPr>
            <a:lvl6pPr marL="1016000" indent="0" algn="l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747B82"/>
                </a:solidFill>
                <a:latin typeface="Aptos"/>
                <a:ea typeface="Aptos"/>
                <a:cs typeface="Aptos"/>
              </a:defRPr>
            </a:lvl6pPr>
            <a:lvl7pPr marL="1219200" indent="0" algn="l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747B82"/>
                </a:solidFill>
                <a:latin typeface="Aptos"/>
                <a:ea typeface="Aptos"/>
                <a:cs typeface="Aptos"/>
              </a:defRPr>
            </a:lvl7pPr>
            <a:lvl8pPr marL="1422400" indent="0" algn="l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747B82"/>
                </a:solidFill>
                <a:latin typeface="Aptos"/>
                <a:ea typeface="Aptos"/>
                <a:cs typeface="Aptos"/>
              </a:defRPr>
            </a:lvl8pPr>
            <a:lvl9pPr marL="1625600" indent="0" algn="l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747B82"/>
                </a:solidFill>
                <a:latin typeface="Aptos"/>
                <a:ea typeface="Aptos"/>
                <a:cs typeface="Aptos"/>
              </a:defRPr>
            </a:lvl9pPr>
          </a:lstStyle>
          <a:p>
            <a:pPr marL="0" indent="0" algn="l">
              <a:lnSpc>
                <a:spcPct val="112000"/>
              </a:lnSpc>
              <a:spcAft>
                <a:spcPts val="0"/>
              </a:spcAft>
              <a:buNone/>
              <a:defRPr sz="800" b="0">
                <a:solidFill>
                  <a:srgbClr val="747B82"/>
                </a:solidFill>
                <a:latin typeface="Aptos"/>
                <a:ea typeface="Aptos"/>
                <a:cs typeface="Aptos"/>
              </a:defRPr>
            </a:pPr>
            <a:r>
              <a:t>Msc Defence T.M. Lenssen</a:t>
            </a:r>
          </a:p>
        </p:txBody>
      </p:sp>
      <p:sp>
        <p:nvSpPr>
          <p:cNvPr id="91" name="Clean sldNum 12"/>
          <p:cNvSpPr>
            <a:spLocks noGrp="1"/>
          </p:cNvSpPr>
          <p:nvPr>
            <p:ph type="sldNum" idx="12"/>
          </p:nvPr>
        </p:nvSpPr>
        <p:spPr>
          <a:xfrm>
            <a:off x="7874000" y="4876800"/>
            <a:ext cx="355600" cy="152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>
            <a:lvl1pPr marL="0" indent="0" algn="r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747B82"/>
                </a:solidFill>
                <a:latin typeface="Aptos"/>
                <a:ea typeface="Aptos"/>
                <a:cs typeface="Aptos"/>
              </a:defRPr>
            </a:lvl1pPr>
            <a:lvl2pPr marL="203200" indent="0" algn="r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747B82"/>
                </a:solidFill>
                <a:latin typeface="Aptos"/>
                <a:ea typeface="Aptos"/>
                <a:cs typeface="Aptos"/>
              </a:defRPr>
            </a:lvl2pPr>
            <a:lvl3pPr marL="406400" indent="0" algn="r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747B82"/>
                </a:solidFill>
                <a:latin typeface="Aptos"/>
                <a:ea typeface="Aptos"/>
                <a:cs typeface="Aptos"/>
              </a:defRPr>
            </a:lvl3pPr>
            <a:lvl4pPr marL="609600" indent="0" algn="r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747B82"/>
                </a:solidFill>
                <a:latin typeface="Aptos"/>
                <a:ea typeface="Aptos"/>
                <a:cs typeface="Aptos"/>
              </a:defRPr>
            </a:lvl4pPr>
            <a:lvl5pPr marL="812800" indent="0" algn="r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747B82"/>
                </a:solidFill>
                <a:latin typeface="Aptos"/>
                <a:ea typeface="Aptos"/>
                <a:cs typeface="Aptos"/>
              </a:defRPr>
            </a:lvl5pPr>
            <a:lvl6pPr marL="1016000" indent="0" algn="r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747B82"/>
                </a:solidFill>
                <a:latin typeface="Aptos"/>
                <a:ea typeface="Aptos"/>
                <a:cs typeface="Aptos"/>
              </a:defRPr>
            </a:lvl6pPr>
            <a:lvl7pPr marL="1219200" indent="0" algn="r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747B82"/>
                </a:solidFill>
                <a:latin typeface="Aptos"/>
                <a:ea typeface="Aptos"/>
                <a:cs typeface="Aptos"/>
              </a:defRPr>
            </a:lvl7pPr>
            <a:lvl8pPr marL="1422400" indent="0" algn="r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747B82"/>
                </a:solidFill>
                <a:latin typeface="Aptos"/>
                <a:ea typeface="Aptos"/>
                <a:cs typeface="Aptos"/>
              </a:defRPr>
            </a:lvl8pPr>
            <a:lvl9pPr marL="1625600" indent="0" algn="r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747B82"/>
                </a:solidFill>
                <a:latin typeface="Aptos"/>
                <a:ea typeface="Aptos"/>
                <a:cs typeface="Aptos"/>
              </a:defRPr>
            </a:lvl9pPr>
          </a:lstStyle>
          <a:p>
            <a:pPr marL="0" indent="0" algn="r">
              <a:lnSpc>
                <a:spcPct val="112000"/>
              </a:lnSpc>
              <a:spcAft>
                <a:spcPts val="0"/>
              </a:spcAft>
              <a:buNone/>
              <a:defRPr sz="800" b="0">
                <a:solidFill>
                  <a:srgbClr val="747B82"/>
                </a:solidFill>
                <a:latin typeface="Aptos"/>
                <a:ea typeface="Aptos"/>
                <a:cs typeface="Aptos"/>
              </a:defRPr>
            </a:pPr>
            <a:fld id="{02D62CF7-B451-42A0-BFB3-67C7E3FB3001}" type="slidenum">
              <a:rPr lang="en-GB"/>
              <a:t>1</a:t>
            </a:fld>
          </a:p>
        </p:txBody>
      </p:sp>
    </p:spTree>
  </p:cSld>
  <p:clrMapOvr>
    <a:masterClrMapping/>
  </p:clrMapOvr>
  <p:hf hdr="0" dt="0" ftr="1" sldNum="1"/>
</p:sldLayout>
</file>

<file path=ppt/slideLayouts/slideLayout6.xml><?xml version="1.0" encoding="utf-8"?>
<p:sldLayout xmlns:p="http://schemas.openxmlformats.org/presentationml/2006/main" xmlns:a="http://schemas.openxmlformats.org/drawingml/2006/main" xmlns:r="http://schemas.openxmlformats.org/officeDocument/2006/relationships" type="objTx" preserve="1" showMasterSp="1">
  <p:cSld name="Clean White - Text and Pictur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lean title 0"/>
          <p:cNvSpPr>
            <a:spLocks noGrp="1"/>
          </p:cNvSpPr>
          <p:nvPr>
            <p:ph type="title" idx="0"/>
          </p:nvPr>
        </p:nvSpPr>
        <p:spPr>
          <a:xfrm>
            <a:off x="457200" y="381000"/>
            <a:ext cx="822960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>
            <a:lvl1pPr marL="0" indent="0" algn="l">
              <a:lnSpc>
                <a:spcPct val="112000"/>
              </a:lnSpc>
              <a:spcAft>
                <a:spcPts val="0"/>
              </a:spcAft>
              <a:buNone/>
              <a:defRPr sz="2500" b="1">
                <a:solidFill>
                  <a:srgbClr val="252529"/>
                </a:solidFill>
                <a:latin typeface="Aptos"/>
                <a:ea typeface="Aptos"/>
                <a:cs typeface="Aptos"/>
              </a:defRPr>
            </a:lvl1pPr>
            <a:lvl2pPr marL="203200" indent="0" algn="l">
              <a:lnSpc>
                <a:spcPct val="112000"/>
              </a:lnSpc>
              <a:spcAft>
                <a:spcPts val="0"/>
              </a:spcAft>
              <a:buNone/>
              <a:defRPr sz="2400" b="1">
                <a:solidFill>
                  <a:srgbClr val="252529"/>
                </a:solidFill>
                <a:latin typeface="Aptos"/>
                <a:ea typeface="Aptos"/>
                <a:cs typeface="Aptos"/>
              </a:defRPr>
            </a:lvl2pPr>
            <a:lvl3pPr marL="406400" indent="0" algn="l">
              <a:lnSpc>
                <a:spcPct val="112000"/>
              </a:lnSpc>
              <a:spcAft>
                <a:spcPts val="0"/>
              </a:spcAft>
              <a:buNone/>
              <a:defRPr sz="2300" b="1">
                <a:solidFill>
                  <a:srgbClr val="252529"/>
                </a:solidFill>
                <a:latin typeface="Aptos"/>
                <a:ea typeface="Aptos"/>
                <a:cs typeface="Aptos"/>
              </a:defRPr>
            </a:lvl3pPr>
            <a:lvl4pPr marL="609600" indent="0" algn="l">
              <a:lnSpc>
                <a:spcPct val="112000"/>
              </a:lnSpc>
              <a:spcAft>
                <a:spcPts val="0"/>
              </a:spcAft>
              <a:buNone/>
              <a:defRPr sz="2200" b="1">
                <a:solidFill>
                  <a:srgbClr val="252529"/>
                </a:solidFill>
                <a:latin typeface="Aptos"/>
                <a:ea typeface="Aptos"/>
                <a:cs typeface="Aptos"/>
              </a:defRPr>
            </a:lvl4pPr>
            <a:lvl5pPr marL="812800" indent="0" algn="l">
              <a:lnSpc>
                <a:spcPct val="112000"/>
              </a:lnSpc>
              <a:spcAft>
                <a:spcPts val="0"/>
              </a:spcAft>
              <a:buNone/>
              <a:defRPr sz="2100" b="1">
                <a:solidFill>
                  <a:srgbClr val="252529"/>
                </a:solidFill>
                <a:latin typeface="Aptos"/>
                <a:ea typeface="Aptos"/>
                <a:cs typeface="Aptos"/>
              </a:defRPr>
            </a:lvl5pPr>
            <a:lvl6pPr marL="1016000" indent="0" algn="l">
              <a:lnSpc>
                <a:spcPct val="112000"/>
              </a:lnSpc>
              <a:spcAft>
                <a:spcPts val="0"/>
              </a:spcAft>
              <a:buNone/>
              <a:defRPr sz="2000" b="1">
                <a:solidFill>
                  <a:srgbClr val="252529"/>
                </a:solidFill>
                <a:latin typeface="Aptos"/>
                <a:ea typeface="Aptos"/>
                <a:cs typeface="Aptos"/>
              </a:defRPr>
            </a:lvl6pPr>
            <a:lvl7pPr marL="1219200" indent="0" algn="l">
              <a:lnSpc>
                <a:spcPct val="112000"/>
              </a:lnSpc>
              <a:spcAft>
                <a:spcPts val="0"/>
              </a:spcAft>
              <a:buNone/>
              <a:defRPr sz="1900" b="1">
                <a:solidFill>
                  <a:srgbClr val="252529"/>
                </a:solidFill>
                <a:latin typeface="Aptos"/>
                <a:ea typeface="Aptos"/>
                <a:cs typeface="Aptos"/>
              </a:defRPr>
            </a:lvl7pPr>
            <a:lvl8pPr marL="1422400" indent="0" algn="l">
              <a:lnSpc>
                <a:spcPct val="112000"/>
              </a:lnSpc>
              <a:spcAft>
                <a:spcPts val="0"/>
              </a:spcAft>
              <a:buNone/>
              <a:defRPr sz="1800" b="1">
                <a:solidFill>
                  <a:srgbClr val="252529"/>
                </a:solidFill>
                <a:latin typeface="Aptos"/>
                <a:ea typeface="Aptos"/>
                <a:cs typeface="Aptos"/>
              </a:defRPr>
            </a:lvl8pPr>
            <a:lvl9pPr marL="1625600" indent="0" algn="l">
              <a:lnSpc>
                <a:spcPct val="112000"/>
              </a:lnSpc>
              <a:spcAft>
                <a:spcPts val="0"/>
              </a:spcAft>
              <a:buNone/>
              <a:defRPr sz="1700" b="1">
                <a:solidFill>
                  <a:srgbClr val="252529"/>
                </a:solidFill>
                <a:latin typeface="Aptos"/>
                <a:ea typeface="Aptos"/>
                <a:cs typeface="Aptos"/>
              </a:defRPr>
            </a:lvl9pPr>
          </a:lstStyle>
          <a:p>
            <a:pPr marL="0" indent="0" algn="l">
              <a:lnSpc>
                <a:spcPct val="112000"/>
              </a:lnSpc>
              <a:spcAft>
                <a:spcPts val="0"/>
              </a:spcAft>
              <a:buNone/>
              <a:defRPr sz="2500" b="1">
                <a:solidFill>
                  <a:srgbClr val="252529"/>
                </a:solidFill>
                <a:latin typeface="Aptos"/>
                <a:ea typeface="Aptos"/>
                <a:cs typeface="Aptos"/>
              </a:defRPr>
            </a:pPr>
            <a:r>
              <a:t>Click to add title</a:t>
            </a:r>
          </a:p>
        </p:txBody>
      </p:sp>
      <p:sp>
        <p:nvSpPr>
          <p:cNvPr id="11" name="Clean obj 1"/>
          <p:cNvSpPr>
            <a:spLocks noGrp="1"/>
          </p:cNvSpPr>
          <p:nvPr>
            <p:ph type="obj" idx="1"/>
          </p:nvPr>
        </p:nvSpPr>
        <p:spPr>
          <a:xfrm>
            <a:off x="457200" y="1219200"/>
            <a:ext cx="3911600" cy="330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>
            <a:lvl1pPr marL="0" indent="0" algn="l">
              <a:lnSpc>
                <a:spcPct val="112000"/>
              </a:lnSpc>
              <a:spcAft>
                <a:spcPts val="1000"/>
              </a:spcAft>
              <a:buNone/>
              <a:defRPr sz="1800" b="0">
                <a:solidFill>
                  <a:srgbClr val="252529"/>
                </a:solidFill>
                <a:latin typeface="Aptos"/>
                <a:ea typeface="Aptos"/>
                <a:cs typeface="Aptos"/>
              </a:defRPr>
            </a:lvl1pPr>
            <a:lvl2pPr marL="203200" indent="0" algn="l">
              <a:lnSpc>
                <a:spcPct val="112000"/>
              </a:lnSpc>
              <a:spcAft>
                <a:spcPts val="1000"/>
              </a:spcAft>
              <a:buNone/>
              <a:defRPr sz="1700" b="0">
                <a:solidFill>
                  <a:srgbClr val="252529"/>
                </a:solidFill>
                <a:latin typeface="Aptos"/>
                <a:ea typeface="Aptos"/>
                <a:cs typeface="Aptos"/>
              </a:defRPr>
            </a:lvl2pPr>
            <a:lvl3pPr marL="406400" indent="0" algn="l">
              <a:lnSpc>
                <a:spcPct val="112000"/>
              </a:lnSpc>
              <a:spcAft>
                <a:spcPts val="0"/>
              </a:spcAft>
              <a:buNone/>
              <a:defRPr sz="1600" b="0">
                <a:solidFill>
                  <a:srgbClr val="252529"/>
                </a:solidFill>
                <a:latin typeface="Aptos"/>
                <a:ea typeface="Aptos"/>
                <a:cs typeface="Aptos"/>
              </a:defRPr>
            </a:lvl3pPr>
            <a:lvl4pPr marL="609600" indent="0" algn="l">
              <a:lnSpc>
                <a:spcPct val="112000"/>
              </a:lnSpc>
              <a:spcAft>
                <a:spcPts val="0"/>
              </a:spcAft>
              <a:buNone/>
              <a:defRPr sz="1500" b="0">
                <a:solidFill>
                  <a:srgbClr val="252529"/>
                </a:solidFill>
                <a:latin typeface="Aptos"/>
                <a:ea typeface="Aptos"/>
                <a:cs typeface="Aptos"/>
              </a:defRPr>
            </a:lvl4pPr>
            <a:lvl5pPr marL="812800" indent="0" algn="l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252529"/>
                </a:solidFill>
                <a:latin typeface="Aptos"/>
                <a:ea typeface="Aptos"/>
                <a:cs typeface="Aptos"/>
              </a:defRPr>
            </a:lvl5pPr>
            <a:lvl6pPr marL="1016000" indent="0" algn="l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252529"/>
                </a:solidFill>
                <a:latin typeface="Aptos"/>
                <a:ea typeface="Aptos"/>
                <a:cs typeface="Aptos"/>
              </a:defRPr>
            </a:lvl6pPr>
            <a:lvl7pPr marL="1219200" indent="0" algn="l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252529"/>
                </a:solidFill>
                <a:latin typeface="Aptos"/>
                <a:ea typeface="Aptos"/>
                <a:cs typeface="Aptos"/>
              </a:defRPr>
            </a:lvl7pPr>
            <a:lvl8pPr marL="1422400" indent="0" algn="l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252529"/>
                </a:solidFill>
                <a:latin typeface="Aptos"/>
                <a:ea typeface="Aptos"/>
                <a:cs typeface="Aptos"/>
              </a:defRPr>
            </a:lvl8pPr>
            <a:lvl9pPr marL="1625600" indent="0" algn="l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252529"/>
                </a:solidFill>
                <a:latin typeface="Aptos"/>
                <a:ea typeface="Aptos"/>
                <a:cs typeface="Aptos"/>
              </a:defRPr>
            </a:lvl9pPr>
          </a:lstStyle>
          <a:p>
            <a:pPr marL="0" indent="0" algn="l">
              <a:lnSpc>
                <a:spcPct val="112000"/>
              </a:lnSpc>
              <a:spcAft>
                <a:spcPts val="1000"/>
              </a:spcAft>
              <a:buNone/>
              <a:defRPr sz="1800" b="0">
                <a:solidFill>
                  <a:srgbClr val="252529"/>
                </a:solidFill>
                <a:latin typeface="Aptos"/>
                <a:ea typeface="Aptos"/>
                <a:cs typeface="Aptos"/>
              </a:defRPr>
            </a:pPr>
            <a:r>
              <a:t>Click to add content</a:t>
            </a:r>
          </a:p>
        </p:txBody>
      </p:sp>
      <p:sp>
        <p:nvSpPr>
          <p:cNvPr id="23" name="Clean pic 13"/>
          <p:cNvSpPr>
            <a:spLocks noGrp="1"/>
          </p:cNvSpPr>
          <p:nvPr>
            <p:ph type="pic" idx="13"/>
          </p:nvPr>
        </p:nvSpPr>
        <p:spPr>
          <a:xfrm>
            <a:off x="4775200" y="1219200"/>
            <a:ext cx="3911600" cy="330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>
            <a:lvl1pPr marL="0" indent="0" algn="l">
              <a:lnSpc>
                <a:spcPct val="112000"/>
              </a:lnSpc>
              <a:spcAft>
                <a:spcPts val="1000"/>
              </a:spcAft>
              <a:buNone/>
              <a:defRPr sz="1800" b="0">
                <a:solidFill>
                  <a:srgbClr val="252529"/>
                </a:solidFill>
                <a:latin typeface="Aptos"/>
                <a:ea typeface="Aptos"/>
                <a:cs typeface="Aptos"/>
              </a:defRPr>
            </a:lvl1pPr>
            <a:lvl2pPr marL="203200" indent="0" algn="l">
              <a:lnSpc>
                <a:spcPct val="112000"/>
              </a:lnSpc>
              <a:spcAft>
                <a:spcPts val="1000"/>
              </a:spcAft>
              <a:buNone/>
              <a:defRPr sz="1700" b="0">
                <a:solidFill>
                  <a:srgbClr val="252529"/>
                </a:solidFill>
                <a:latin typeface="Aptos"/>
                <a:ea typeface="Aptos"/>
                <a:cs typeface="Aptos"/>
              </a:defRPr>
            </a:lvl2pPr>
            <a:lvl3pPr marL="406400" indent="0" algn="l">
              <a:lnSpc>
                <a:spcPct val="112000"/>
              </a:lnSpc>
              <a:spcAft>
                <a:spcPts val="0"/>
              </a:spcAft>
              <a:buNone/>
              <a:defRPr sz="1600" b="0">
                <a:solidFill>
                  <a:srgbClr val="252529"/>
                </a:solidFill>
                <a:latin typeface="Aptos"/>
                <a:ea typeface="Aptos"/>
                <a:cs typeface="Aptos"/>
              </a:defRPr>
            </a:lvl3pPr>
            <a:lvl4pPr marL="609600" indent="0" algn="l">
              <a:lnSpc>
                <a:spcPct val="112000"/>
              </a:lnSpc>
              <a:spcAft>
                <a:spcPts val="0"/>
              </a:spcAft>
              <a:buNone/>
              <a:defRPr sz="1500" b="0">
                <a:solidFill>
                  <a:srgbClr val="252529"/>
                </a:solidFill>
                <a:latin typeface="Aptos"/>
                <a:ea typeface="Aptos"/>
                <a:cs typeface="Aptos"/>
              </a:defRPr>
            </a:lvl4pPr>
            <a:lvl5pPr marL="812800" indent="0" algn="l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252529"/>
                </a:solidFill>
                <a:latin typeface="Aptos"/>
                <a:ea typeface="Aptos"/>
                <a:cs typeface="Aptos"/>
              </a:defRPr>
            </a:lvl5pPr>
            <a:lvl6pPr marL="1016000" indent="0" algn="l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252529"/>
                </a:solidFill>
                <a:latin typeface="Aptos"/>
                <a:ea typeface="Aptos"/>
                <a:cs typeface="Aptos"/>
              </a:defRPr>
            </a:lvl6pPr>
            <a:lvl7pPr marL="1219200" indent="0" algn="l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252529"/>
                </a:solidFill>
                <a:latin typeface="Aptos"/>
                <a:ea typeface="Aptos"/>
                <a:cs typeface="Aptos"/>
              </a:defRPr>
            </a:lvl7pPr>
            <a:lvl8pPr marL="1422400" indent="0" algn="l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252529"/>
                </a:solidFill>
                <a:latin typeface="Aptos"/>
                <a:ea typeface="Aptos"/>
                <a:cs typeface="Aptos"/>
              </a:defRPr>
            </a:lvl8pPr>
            <a:lvl9pPr marL="1625600" indent="0" algn="l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252529"/>
                </a:solidFill>
                <a:latin typeface="Aptos"/>
                <a:ea typeface="Aptos"/>
                <a:cs typeface="Aptos"/>
              </a:defRPr>
            </a:lvl9pPr>
          </a:lstStyle>
          <a:p>
            <a:pPr marL="0" indent="0" algn="l">
              <a:lnSpc>
                <a:spcPct val="112000"/>
              </a:lnSpc>
              <a:spcAft>
                <a:spcPts val="1000"/>
              </a:spcAft>
              <a:buNone/>
              <a:defRPr sz="1800" b="0">
                <a:solidFill>
                  <a:srgbClr val="252529"/>
                </a:solidFill>
                <a:latin typeface="Aptos"/>
                <a:ea typeface="Aptos"/>
                <a:cs typeface="Aptos"/>
              </a:defRPr>
            </a:pPr>
            <a:r>
              <a:t>Click to add picture</a:t>
            </a:r>
          </a:p>
        </p:txBody>
      </p:sp>
      <p:sp>
        <p:nvSpPr>
          <p:cNvPr id="90" name="Clean ftr 11"/>
          <p:cNvSpPr>
            <a:spLocks noGrp="1"/>
          </p:cNvSpPr>
          <p:nvPr>
            <p:ph type="ftr" idx="11"/>
          </p:nvPr>
        </p:nvSpPr>
        <p:spPr>
          <a:xfrm>
            <a:off x="457200" y="4876800"/>
            <a:ext cx="5080000" cy="152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>
            <a:lvl1pPr marL="0" indent="0" algn="l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747B82"/>
                </a:solidFill>
                <a:latin typeface="Aptos"/>
                <a:ea typeface="Aptos"/>
                <a:cs typeface="Aptos"/>
              </a:defRPr>
            </a:lvl1pPr>
            <a:lvl2pPr marL="203200" indent="0" algn="l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747B82"/>
                </a:solidFill>
                <a:latin typeface="Aptos"/>
                <a:ea typeface="Aptos"/>
                <a:cs typeface="Aptos"/>
              </a:defRPr>
            </a:lvl2pPr>
            <a:lvl3pPr marL="406400" indent="0" algn="l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747B82"/>
                </a:solidFill>
                <a:latin typeface="Aptos"/>
                <a:ea typeface="Aptos"/>
                <a:cs typeface="Aptos"/>
              </a:defRPr>
            </a:lvl3pPr>
            <a:lvl4pPr marL="609600" indent="0" algn="l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747B82"/>
                </a:solidFill>
                <a:latin typeface="Aptos"/>
                <a:ea typeface="Aptos"/>
                <a:cs typeface="Aptos"/>
              </a:defRPr>
            </a:lvl4pPr>
            <a:lvl5pPr marL="812800" indent="0" algn="l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747B82"/>
                </a:solidFill>
                <a:latin typeface="Aptos"/>
                <a:ea typeface="Aptos"/>
                <a:cs typeface="Aptos"/>
              </a:defRPr>
            </a:lvl5pPr>
            <a:lvl6pPr marL="1016000" indent="0" algn="l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747B82"/>
                </a:solidFill>
                <a:latin typeface="Aptos"/>
                <a:ea typeface="Aptos"/>
                <a:cs typeface="Aptos"/>
              </a:defRPr>
            </a:lvl6pPr>
            <a:lvl7pPr marL="1219200" indent="0" algn="l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747B82"/>
                </a:solidFill>
                <a:latin typeface="Aptos"/>
                <a:ea typeface="Aptos"/>
                <a:cs typeface="Aptos"/>
              </a:defRPr>
            </a:lvl7pPr>
            <a:lvl8pPr marL="1422400" indent="0" algn="l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747B82"/>
                </a:solidFill>
                <a:latin typeface="Aptos"/>
                <a:ea typeface="Aptos"/>
                <a:cs typeface="Aptos"/>
              </a:defRPr>
            </a:lvl8pPr>
            <a:lvl9pPr marL="1625600" indent="0" algn="l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747B82"/>
                </a:solidFill>
                <a:latin typeface="Aptos"/>
                <a:ea typeface="Aptos"/>
                <a:cs typeface="Aptos"/>
              </a:defRPr>
            </a:lvl9pPr>
          </a:lstStyle>
          <a:p>
            <a:pPr marL="0" indent="0" algn="l">
              <a:lnSpc>
                <a:spcPct val="112000"/>
              </a:lnSpc>
              <a:spcAft>
                <a:spcPts val="0"/>
              </a:spcAft>
              <a:buNone/>
              <a:defRPr sz="800" b="0">
                <a:solidFill>
                  <a:srgbClr val="747B82"/>
                </a:solidFill>
                <a:latin typeface="Aptos"/>
                <a:ea typeface="Aptos"/>
                <a:cs typeface="Aptos"/>
              </a:defRPr>
            </a:pPr>
            <a:r>
              <a:t>Msc Defence T.M. Lenssen</a:t>
            </a:r>
          </a:p>
        </p:txBody>
      </p:sp>
      <p:sp>
        <p:nvSpPr>
          <p:cNvPr id="91" name="Clean sldNum 12"/>
          <p:cNvSpPr>
            <a:spLocks noGrp="1"/>
          </p:cNvSpPr>
          <p:nvPr>
            <p:ph type="sldNum" idx="12"/>
          </p:nvPr>
        </p:nvSpPr>
        <p:spPr>
          <a:xfrm>
            <a:off x="7874000" y="4876800"/>
            <a:ext cx="355600" cy="152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>
            <a:lvl1pPr marL="0" indent="0" algn="r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747B82"/>
                </a:solidFill>
                <a:latin typeface="Aptos"/>
                <a:ea typeface="Aptos"/>
                <a:cs typeface="Aptos"/>
              </a:defRPr>
            </a:lvl1pPr>
            <a:lvl2pPr marL="203200" indent="0" algn="r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747B82"/>
                </a:solidFill>
                <a:latin typeface="Aptos"/>
                <a:ea typeface="Aptos"/>
                <a:cs typeface="Aptos"/>
              </a:defRPr>
            </a:lvl2pPr>
            <a:lvl3pPr marL="406400" indent="0" algn="r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747B82"/>
                </a:solidFill>
                <a:latin typeface="Aptos"/>
                <a:ea typeface="Aptos"/>
                <a:cs typeface="Aptos"/>
              </a:defRPr>
            </a:lvl3pPr>
            <a:lvl4pPr marL="609600" indent="0" algn="r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747B82"/>
                </a:solidFill>
                <a:latin typeface="Aptos"/>
                <a:ea typeface="Aptos"/>
                <a:cs typeface="Aptos"/>
              </a:defRPr>
            </a:lvl4pPr>
            <a:lvl5pPr marL="812800" indent="0" algn="r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747B82"/>
                </a:solidFill>
                <a:latin typeface="Aptos"/>
                <a:ea typeface="Aptos"/>
                <a:cs typeface="Aptos"/>
              </a:defRPr>
            </a:lvl5pPr>
            <a:lvl6pPr marL="1016000" indent="0" algn="r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747B82"/>
                </a:solidFill>
                <a:latin typeface="Aptos"/>
                <a:ea typeface="Aptos"/>
                <a:cs typeface="Aptos"/>
              </a:defRPr>
            </a:lvl6pPr>
            <a:lvl7pPr marL="1219200" indent="0" algn="r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747B82"/>
                </a:solidFill>
                <a:latin typeface="Aptos"/>
                <a:ea typeface="Aptos"/>
                <a:cs typeface="Aptos"/>
              </a:defRPr>
            </a:lvl7pPr>
            <a:lvl8pPr marL="1422400" indent="0" algn="r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747B82"/>
                </a:solidFill>
                <a:latin typeface="Aptos"/>
                <a:ea typeface="Aptos"/>
                <a:cs typeface="Aptos"/>
              </a:defRPr>
            </a:lvl8pPr>
            <a:lvl9pPr marL="1625600" indent="0" algn="r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747B82"/>
                </a:solidFill>
                <a:latin typeface="Aptos"/>
                <a:ea typeface="Aptos"/>
                <a:cs typeface="Aptos"/>
              </a:defRPr>
            </a:lvl9pPr>
          </a:lstStyle>
          <a:p>
            <a:pPr marL="0" indent="0" algn="r">
              <a:lnSpc>
                <a:spcPct val="112000"/>
              </a:lnSpc>
              <a:spcAft>
                <a:spcPts val="0"/>
              </a:spcAft>
              <a:buNone/>
              <a:defRPr sz="800" b="0">
                <a:solidFill>
                  <a:srgbClr val="747B82"/>
                </a:solidFill>
                <a:latin typeface="Aptos"/>
                <a:ea typeface="Aptos"/>
                <a:cs typeface="Aptos"/>
              </a:defRPr>
            </a:pPr>
            <a:fld id="{02D62CF7-B451-42A0-BFB3-67C7E3FB3001}" type="slidenum">
              <a:rPr lang="en-GB"/>
              <a:t>1</a:t>
            </a:fld>
          </a:p>
        </p:txBody>
      </p:sp>
    </p:spTree>
  </p:cSld>
  <p:clrMapOvr>
    <a:masterClrMapping/>
  </p:clrMapOvr>
  <p:hf hdr="0" dt="0" ftr="1" sldNum="1"/>
</p:sldLayout>
</file>

<file path=ppt/slideLayouts/slideLayout7.xml><?xml version="1.0" encoding="utf-8"?>
<p:sldLayout xmlns:p="http://schemas.openxmlformats.org/presentationml/2006/main" xmlns:a="http://schemas.openxmlformats.org/drawingml/2006/main" xmlns:r="http://schemas.openxmlformats.org/officeDocument/2006/relationships" type="objTx" preserve="1" showMasterSp="1">
  <p:cSld name="Clean White - Wide Text and Pictur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lean title 0"/>
          <p:cNvSpPr>
            <a:spLocks noGrp="1"/>
          </p:cNvSpPr>
          <p:nvPr>
            <p:ph type="title" idx="0"/>
          </p:nvPr>
        </p:nvSpPr>
        <p:spPr>
          <a:xfrm>
            <a:off x="457200" y="381000"/>
            <a:ext cx="822960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>
            <a:lvl1pPr marL="0" indent="0" algn="l">
              <a:lnSpc>
                <a:spcPct val="112000"/>
              </a:lnSpc>
              <a:spcAft>
                <a:spcPts val="0"/>
              </a:spcAft>
              <a:buNone/>
              <a:defRPr sz="2500" b="1">
                <a:solidFill>
                  <a:srgbClr val="252529"/>
                </a:solidFill>
                <a:latin typeface="Aptos"/>
                <a:ea typeface="Aptos"/>
                <a:cs typeface="Aptos"/>
              </a:defRPr>
            </a:lvl1pPr>
            <a:lvl2pPr marL="203200" indent="0" algn="l">
              <a:lnSpc>
                <a:spcPct val="112000"/>
              </a:lnSpc>
              <a:spcAft>
                <a:spcPts val="0"/>
              </a:spcAft>
              <a:buNone/>
              <a:defRPr sz="2400" b="1">
                <a:solidFill>
                  <a:srgbClr val="252529"/>
                </a:solidFill>
                <a:latin typeface="Aptos"/>
                <a:ea typeface="Aptos"/>
                <a:cs typeface="Aptos"/>
              </a:defRPr>
            </a:lvl2pPr>
            <a:lvl3pPr marL="406400" indent="0" algn="l">
              <a:lnSpc>
                <a:spcPct val="112000"/>
              </a:lnSpc>
              <a:spcAft>
                <a:spcPts val="0"/>
              </a:spcAft>
              <a:buNone/>
              <a:defRPr sz="2300" b="1">
                <a:solidFill>
                  <a:srgbClr val="252529"/>
                </a:solidFill>
                <a:latin typeface="Aptos"/>
                <a:ea typeface="Aptos"/>
                <a:cs typeface="Aptos"/>
              </a:defRPr>
            </a:lvl3pPr>
            <a:lvl4pPr marL="609600" indent="0" algn="l">
              <a:lnSpc>
                <a:spcPct val="112000"/>
              </a:lnSpc>
              <a:spcAft>
                <a:spcPts val="0"/>
              </a:spcAft>
              <a:buNone/>
              <a:defRPr sz="2200" b="1">
                <a:solidFill>
                  <a:srgbClr val="252529"/>
                </a:solidFill>
                <a:latin typeface="Aptos"/>
                <a:ea typeface="Aptos"/>
                <a:cs typeface="Aptos"/>
              </a:defRPr>
            </a:lvl4pPr>
            <a:lvl5pPr marL="812800" indent="0" algn="l">
              <a:lnSpc>
                <a:spcPct val="112000"/>
              </a:lnSpc>
              <a:spcAft>
                <a:spcPts val="0"/>
              </a:spcAft>
              <a:buNone/>
              <a:defRPr sz="2100" b="1">
                <a:solidFill>
                  <a:srgbClr val="252529"/>
                </a:solidFill>
                <a:latin typeface="Aptos"/>
                <a:ea typeface="Aptos"/>
                <a:cs typeface="Aptos"/>
              </a:defRPr>
            </a:lvl5pPr>
            <a:lvl6pPr marL="1016000" indent="0" algn="l">
              <a:lnSpc>
                <a:spcPct val="112000"/>
              </a:lnSpc>
              <a:spcAft>
                <a:spcPts val="0"/>
              </a:spcAft>
              <a:buNone/>
              <a:defRPr sz="2000" b="1">
                <a:solidFill>
                  <a:srgbClr val="252529"/>
                </a:solidFill>
                <a:latin typeface="Aptos"/>
                <a:ea typeface="Aptos"/>
                <a:cs typeface="Aptos"/>
              </a:defRPr>
            </a:lvl6pPr>
            <a:lvl7pPr marL="1219200" indent="0" algn="l">
              <a:lnSpc>
                <a:spcPct val="112000"/>
              </a:lnSpc>
              <a:spcAft>
                <a:spcPts val="0"/>
              </a:spcAft>
              <a:buNone/>
              <a:defRPr sz="1900" b="1">
                <a:solidFill>
                  <a:srgbClr val="252529"/>
                </a:solidFill>
                <a:latin typeface="Aptos"/>
                <a:ea typeface="Aptos"/>
                <a:cs typeface="Aptos"/>
              </a:defRPr>
            </a:lvl7pPr>
            <a:lvl8pPr marL="1422400" indent="0" algn="l">
              <a:lnSpc>
                <a:spcPct val="112000"/>
              </a:lnSpc>
              <a:spcAft>
                <a:spcPts val="0"/>
              </a:spcAft>
              <a:buNone/>
              <a:defRPr sz="1800" b="1">
                <a:solidFill>
                  <a:srgbClr val="252529"/>
                </a:solidFill>
                <a:latin typeface="Aptos"/>
                <a:ea typeface="Aptos"/>
                <a:cs typeface="Aptos"/>
              </a:defRPr>
            </a:lvl8pPr>
            <a:lvl9pPr marL="1625600" indent="0" algn="l">
              <a:lnSpc>
                <a:spcPct val="112000"/>
              </a:lnSpc>
              <a:spcAft>
                <a:spcPts val="0"/>
              </a:spcAft>
              <a:buNone/>
              <a:defRPr sz="1700" b="1">
                <a:solidFill>
                  <a:srgbClr val="252529"/>
                </a:solidFill>
                <a:latin typeface="Aptos"/>
                <a:ea typeface="Aptos"/>
                <a:cs typeface="Aptos"/>
              </a:defRPr>
            </a:lvl9pPr>
          </a:lstStyle>
          <a:p>
            <a:pPr marL="0" indent="0" algn="l">
              <a:lnSpc>
                <a:spcPct val="112000"/>
              </a:lnSpc>
              <a:spcAft>
                <a:spcPts val="0"/>
              </a:spcAft>
              <a:buNone/>
              <a:defRPr sz="2500" b="1">
                <a:solidFill>
                  <a:srgbClr val="252529"/>
                </a:solidFill>
                <a:latin typeface="Aptos"/>
                <a:ea typeface="Aptos"/>
                <a:cs typeface="Aptos"/>
              </a:defRPr>
            </a:pPr>
            <a:r>
              <a:t>Click to add title</a:t>
            </a:r>
          </a:p>
        </p:txBody>
      </p:sp>
      <p:sp>
        <p:nvSpPr>
          <p:cNvPr id="11" name="Clean obj 1"/>
          <p:cNvSpPr>
            <a:spLocks noGrp="1"/>
          </p:cNvSpPr>
          <p:nvPr>
            <p:ph type="obj" idx="1"/>
          </p:nvPr>
        </p:nvSpPr>
        <p:spPr>
          <a:xfrm>
            <a:off x="457200" y="1219200"/>
            <a:ext cx="5334000" cy="330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>
            <a:lvl1pPr marL="0" indent="0" algn="l">
              <a:lnSpc>
                <a:spcPct val="112000"/>
              </a:lnSpc>
              <a:spcAft>
                <a:spcPts val="1000"/>
              </a:spcAft>
              <a:buNone/>
              <a:defRPr sz="1800" b="0">
                <a:solidFill>
                  <a:srgbClr val="252529"/>
                </a:solidFill>
                <a:latin typeface="Aptos"/>
                <a:ea typeface="Aptos"/>
                <a:cs typeface="Aptos"/>
              </a:defRPr>
            </a:lvl1pPr>
            <a:lvl2pPr marL="203200" indent="0" algn="l">
              <a:lnSpc>
                <a:spcPct val="112000"/>
              </a:lnSpc>
              <a:spcAft>
                <a:spcPts val="1000"/>
              </a:spcAft>
              <a:buNone/>
              <a:defRPr sz="1700" b="0">
                <a:solidFill>
                  <a:srgbClr val="252529"/>
                </a:solidFill>
                <a:latin typeface="Aptos"/>
                <a:ea typeface="Aptos"/>
                <a:cs typeface="Aptos"/>
              </a:defRPr>
            </a:lvl2pPr>
            <a:lvl3pPr marL="406400" indent="0" algn="l">
              <a:lnSpc>
                <a:spcPct val="112000"/>
              </a:lnSpc>
              <a:spcAft>
                <a:spcPts val="0"/>
              </a:spcAft>
              <a:buNone/>
              <a:defRPr sz="1600" b="0">
                <a:solidFill>
                  <a:srgbClr val="252529"/>
                </a:solidFill>
                <a:latin typeface="Aptos"/>
                <a:ea typeface="Aptos"/>
                <a:cs typeface="Aptos"/>
              </a:defRPr>
            </a:lvl3pPr>
            <a:lvl4pPr marL="609600" indent="0" algn="l">
              <a:lnSpc>
                <a:spcPct val="112000"/>
              </a:lnSpc>
              <a:spcAft>
                <a:spcPts val="0"/>
              </a:spcAft>
              <a:buNone/>
              <a:defRPr sz="1500" b="0">
                <a:solidFill>
                  <a:srgbClr val="252529"/>
                </a:solidFill>
                <a:latin typeface="Aptos"/>
                <a:ea typeface="Aptos"/>
                <a:cs typeface="Aptos"/>
              </a:defRPr>
            </a:lvl4pPr>
            <a:lvl5pPr marL="812800" indent="0" algn="l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252529"/>
                </a:solidFill>
                <a:latin typeface="Aptos"/>
                <a:ea typeface="Aptos"/>
                <a:cs typeface="Aptos"/>
              </a:defRPr>
            </a:lvl5pPr>
            <a:lvl6pPr marL="1016000" indent="0" algn="l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252529"/>
                </a:solidFill>
                <a:latin typeface="Aptos"/>
                <a:ea typeface="Aptos"/>
                <a:cs typeface="Aptos"/>
              </a:defRPr>
            </a:lvl6pPr>
            <a:lvl7pPr marL="1219200" indent="0" algn="l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252529"/>
                </a:solidFill>
                <a:latin typeface="Aptos"/>
                <a:ea typeface="Aptos"/>
                <a:cs typeface="Aptos"/>
              </a:defRPr>
            </a:lvl7pPr>
            <a:lvl8pPr marL="1422400" indent="0" algn="l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252529"/>
                </a:solidFill>
                <a:latin typeface="Aptos"/>
                <a:ea typeface="Aptos"/>
                <a:cs typeface="Aptos"/>
              </a:defRPr>
            </a:lvl8pPr>
            <a:lvl9pPr marL="1625600" indent="0" algn="l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252529"/>
                </a:solidFill>
                <a:latin typeface="Aptos"/>
                <a:ea typeface="Aptos"/>
                <a:cs typeface="Aptos"/>
              </a:defRPr>
            </a:lvl9pPr>
          </a:lstStyle>
          <a:p>
            <a:pPr marL="0" indent="0" algn="l">
              <a:lnSpc>
                <a:spcPct val="112000"/>
              </a:lnSpc>
              <a:spcAft>
                <a:spcPts val="1000"/>
              </a:spcAft>
              <a:buNone/>
              <a:defRPr sz="1800" b="0">
                <a:solidFill>
                  <a:srgbClr val="252529"/>
                </a:solidFill>
                <a:latin typeface="Aptos"/>
                <a:ea typeface="Aptos"/>
                <a:cs typeface="Aptos"/>
              </a:defRPr>
            </a:pPr>
            <a:r>
              <a:t>Click to add content</a:t>
            </a:r>
          </a:p>
        </p:txBody>
      </p:sp>
      <p:sp>
        <p:nvSpPr>
          <p:cNvPr id="23" name="Clean pic 13"/>
          <p:cNvSpPr>
            <a:spLocks noGrp="1"/>
          </p:cNvSpPr>
          <p:nvPr>
            <p:ph type="pic" idx="13"/>
          </p:nvPr>
        </p:nvSpPr>
        <p:spPr>
          <a:xfrm>
            <a:off x="6248400" y="1219200"/>
            <a:ext cx="2438400" cy="330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>
            <a:lvl1pPr marL="0" indent="0" algn="l">
              <a:lnSpc>
                <a:spcPct val="112000"/>
              </a:lnSpc>
              <a:spcAft>
                <a:spcPts val="1000"/>
              </a:spcAft>
              <a:buNone/>
              <a:defRPr sz="1800" b="0">
                <a:solidFill>
                  <a:srgbClr val="252529"/>
                </a:solidFill>
                <a:latin typeface="Aptos"/>
                <a:ea typeface="Aptos"/>
                <a:cs typeface="Aptos"/>
              </a:defRPr>
            </a:lvl1pPr>
            <a:lvl2pPr marL="203200" indent="0" algn="l">
              <a:lnSpc>
                <a:spcPct val="112000"/>
              </a:lnSpc>
              <a:spcAft>
                <a:spcPts val="1000"/>
              </a:spcAft>
              <a:buNone/>
              <a:defRPr sz="1700" b="0">
                <a:solidFill>
                  <a:srgbClr val="252529"/>
                </a:solidFill>
                <a:latin typeface="Aptos"/>
                <a:ea typeface="Aptos"/>
                <a:cs typeface="Aptos"/>
              </a:defRPr>
            </a:lvl2pPr>
            <a:lvl3pPr marL="406400" indent="0" algn="l">
              <a:lnSpc>
                <a:spcPct val="112000"/>
              </a:lnSpc>
              <a:spcAft>
                <a:spcPts val="0"/>
              </a:spcAft>
              <a:buNone/>
              <a:defRPr sz="1600" b="0">
                <a:solidFill>
                  <a:srgbClr val="252529"/>
                </a:solidFill>
                <a:latin typeface="Aptos"/>
                <a:ea typeface="Aptos"/>
                <a:cs typeface="Aptos"/>
              </a:defRPr>
            </a:lvl3pPr>
            <a:lvl4pPr marL="609600" indent="0" algn="l">
              <a:lnSpc>
                <a:spcPct val="112000"/>
              </a:lnSpc>
              <a:spcAft>
                <a:spcPts val="0"/>
              </a:spcAft>
              <a:buNone/>
              <a:defRPr sz="1500" b="0">
                <a:solidFill>
                  <a:srgbClr val="252529"/>
                </a:solidFill>
                <a:latin typeface="Aptos"/>
                <a:ea typeface="Aptos"/>
                <a:cs typeface="Aptos"/>
              </a:defRPr>
            </a:lvl4pPr>
            <a:lvl5pPr marL="812800" indent="0" algn="l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252529"/>
                </a:solidFill>
                <a:latin typeface="Aptos"/>
                <a:ea typeface="Aptos"/>
                <a:cs typeface="Aptos"/>
              </a:defRPr>
            </a:lvl5pPr>
            <a:lvl6pPr marL="1016000" indent="0" algn="l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252529"/>
                </a:solidFill>
                <a:latin typeface="Aptos"/>
                <a:ea typeface="Aptos"/>
                <a:cs typeface="Aptos"/>
              </a:defRPr>
            </a:lvl6pPr>
            <a:lvl7pPr marL="1219200" indent="0" algn="l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252529"/>
                </a:solidFill>
                <a:latin typeface="Aptos"/>
                <a:ea typeface="Aptos"/>
                <a:cs typeface="Aptos"/>
              </a:defRPr>
            </a:lvl7pPr>
            <a:lvl8pPr marL="1422400" indent="0" algn="l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252529"/>
                </a:solidFill>
                <a:latin typeface="Aptos"/>
                <a:ea typeface="Aptos"/>
                <a:cs typeface="Aptos"/>
              </a:defRPr>
            </a:lvl8pPr>
            <a:lvl9pPr marL="1625600" indent="0" algn="l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252529"/>
                </a:solidFill>
                <a:latin typeface="Aptos"/>
                <a:ea typeface="Aptos"/>
                <a:cs typeface="Aptos"/>
              </a:defRPr>
            </a:lvl9pPr>
          </a:lstStyle>
          <a:p>
            <a:pPr marL="0" indent="0" algn="l">
              <a:lnSpc>
                <a:spcPct val="112000"/>
              </a:lnSpc>
              <a:spcAft>
                <a:spcPts val="1000"/>
              </a:spcAft>
              <a:buNone/>
              <a:defRPr sz="1800" b="0">
                <a:solidFill>
                  <a:srgbClr val="252529"/>
                </a:solidFill>
                <a:latin typeface="Aptos"/>
                <a:ea typeface="Aptos"/>
                <a:cs typeface="Aptos"/>
              </a:defRPr>
            </a:pPr>
            <a:r>
              <a:t>Click to add picture</a:t>
            </a:r>
          </a:p>
        </p:txBody>
      </p:sp>
      <p:sp>
        <p:nvSpPr>
          <p:cNvPr id="90" name="Clean ftr 11"/>
          <p:cNvSpPr>
            <a:spLocks noGrp="1"/>
          </p:cNvSpPr>
          <p:nvPr>
            <p:ph type="ftr" idx="11"/>
          </p:nvPr>
        </p:nvSpPr>
        <p:spPr>
          <a:xfrm>
            <a:off x="457200" y="4876800"/>
            <a:ext cx="5080000" cy="152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>
            <a:lvl1pPr marL="0" indent="0" algn="l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747B82"/>
                </a:solidFill>
                <a:latin typeface="Aptos"/>
                <a:ea typeface="Aptos"/>
                <a:cs typeface="Aptos"/>
              </a:defRPr>
            </a:lvl1pPr>
            <a:lvl2pPr marL="203200" indent="0" algn="l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747B82"/>
                </a:solidFill>
                <a:latin typeface="Aptos"/>
                <a:ea typeface="Aptos"/>
                <a:cs typeface="Aptos"/>
              </a:defRPr>
            </a:lvl2pPr>
            <a:lvl3pPr marL="406400" indent="0" algn="l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747B82"/>
                </a:solidFill>
                <a:latin typeface="Aptos"/>
                <a:ea typeface="Aptos"/>
                <a:cs typeface="Aptos"/>
              </a:defRPr>
            </a:lvl3pPr>
            <a:lvl4pPr marL="609600" indent="0" algn="l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747B82"/>
                </a:solidFill>
                <a:latin typeface="Aptos"/>
                <a:ea typeface="Aptos"/>
                <a:cs typeface="Aptos"/>
              </a:defRPr>
            </a:lvl4pPr>
            <a:lvl5pPr marL="812800" indent="0" algn="l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747B82"/>
                </a:solidFill>
                <a:latin typeface="Aptos"/>
                <a:ea typeface="Aptos"/>
                <a:cs typeface="Aptos"/>
              </a:defRPr>
            </a:lvl5pPr>
            <a:lvl6pPr marL="1016000" indent="0" algn="l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747B82"/>
                </a:solidFill>
                <a:latin typeface="Aptos"/>
                <a:ea typeface="Aptos"/>
                <a:cs typeface="Aptos"/>
              </a:defRPr>
            </a:lvl6pPr>
            <a:lvl7pPr marL="1219200" indent="0" algn="l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747B82"/>
                </a:solidFill>
                <a:latin typeface="Aptos"/>
                <a:ea typeface="Aptos"/>
                <a:cs typeface="Aptos"/>
              </a:defRPr>
            </a:lvl7pPr>
            <a:lvl8pPr marL="1422400" indent="0" algn="l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747B82"/>
                </a:solidFill>
                <a:latin typeface="Aptos"/>
                <a:ea typeface="Aptos"/>
                <a:cs typeface="Aptos"/>
              </a:defRPr>
            </a:lvl8pPr>
            <a:lvl9pPr marL="1625600" indent="0" algn="l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747B82"/>
                </a:solidFill>
                <a:latin typeface="Aptos"/>
                <a:ea typeface="Aptos"/>
                <a:cs typeface="Aptos"/>
              </a:defRPr>
            </a:lvl9pPr>
          </a:lstStyle>
          <a:p>
            <a:pPr marL="0" indent="0" algn="l">
              <a:lnSpc>
                <a:spcPct val="112000"/>
              </a:lnSpc>
              <a:spcAft>
                <a:spcPts val="0"/>
              </a:spcAft>
              <a:buNone/>
              <a:defRPr sz="800" b="0">
                <a:solidFill>
                  <a:srgbClr val="747B82"/>
                </a:solidFill>
                <a:latin typeface="Aptos"/>
                <a:ea typeface="Aptos"/>
                <a:cs typeface="Aptos"/>
              </a:defRPr>
            </a:pPr>
            <a:r>
              <a:t>Msc Defence T.M. Lenssen</a:t>
            </a:r>
          </a:p>
        </p:txBody>
      </p:sp>
      <p:sp>
        <p:nvSpPr>
          <p:cNvPr id="91" name="Clean sldNum 12"/>
          <p:cNvSpPr>
            <a:spLocks noGrp="1"/>
          </p:cNvSpPr>
          <p:nvPr>
            <p:ph type="sldNum" idx="12"/>
          </p:nvPr>
        </p:nvSpPr>
        <p:spPr>
          <a:xfrm>
            <a:off x="7874000" y="4876800"/>
            <a:ext cx="355600" cy="152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>
            <a:lvl1pPr marL="0" indent="0" algn="r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747B82"/>
                </a:solidFill>
                <a:latin typeface="Aptos"/>
                <a:ea typeface="Aptos"/>
                <a:cs typeface="Aptos"/>
              </a:defRPr>
            </a:lvl1pPr>
            <a:lvl2pPr marL="203200" indent="0" algn="r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747B82"/>
                </a:solidFill>
                <a:latin typeface="Aptos"/>
                <a:ea typeface="Aptos"/>
                <a:cs typeface="Aptos"/>
              </a:defRPr>
            </a:lvl2pPr>
            <a:lvl3pPr marL="406400" indent="0" algn="r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747B82"/>
                </a:solidFill>
                <a:latin typeface="Aptos"/>
                <a:ea typeface="Aptos"/>
                <a:cs typeface="Aptos"/>
              </a:defRPr>
            </a:lvl3pPr>
            <a:lvl4pPr marL="609600" indent="0" algn="r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747B82"/>
                </a:solidFill>
                <a:latin typeface="Aptos"/>
                <a:ea typeface="Aptos"/>
                <a:cs typeface="Aptos"/>
              </a:defRPr>
            </a:lvl4pPr>
            <a:lvl5pPr marL="812800" indent="0" algn="r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747B82"/>
                </a:solidFill>
                <a:latin typeface="Aptos"/>
                <a:ea typeface="Aptos"/>
                <a:cs typeface="Aptos"/>
              </a:defRPr>
            </a:lvl5pPr>
            <a:lvl6pPr marL="1016000" indent="0" algn="r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747B82"/>
                </a:solidFill>
                <a:latin typeface="Aptos"/>
                <a:ea typeface="Aptos"/>
                <a:cs typeface="Aptos"/>
              </a:defRPr>
            </a:lvl6pPr>
            <a:lvl7pPr marL="1219200" indent="0" algn="r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747B82"/>
                </a:solidFill>
                <a:latin typeface="Aptos"/>
                <a:ea typeface="Aptos"/>
                <a:cs typeface="Aptos"/>
              </a:defRPr>
            </a:lvl7pPr>
            <a:lvl8pPr marL="1422400" indent="0" algn="r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747B82"/>
                </a:solidFill>
                <a:latin typeface="Aptos"/>
                <a:ea typeface="Aptos"/>
                <a:cs typeface="Aptos"/>
              </a:defRPr>
            </a:lvl8pPr>
            <a:lvl9pPr marL="1625600" indent="0" algn="r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747B82"/>
                </a:solidFill>
                <a:latin typeface="Aptos"/>
                <a:ea typeface="Aptos"/>
                <a:cs typeface="Aptos"/>
              </a:defRPr>
            </a:lvl9pPr>
          </a:lstStyle>
          <a:p>
            <a:pPr marL="0" indent="0" algn="r">
              <a:lnSpc>
                <a:spcPct val="112000"/>
              </a:lnSpc>
              <a:spcAft>
                <a:spcPts val="0"/>
              </a:spcAft>
              <a:buNone/>
              <a:defRPr sz="800" b="0">
                <a:solidFill>
                  <a:srgbClr val="747B82"/>
                </a:solidFill>
                <a:latin typeface="Aptos"/>
                <a:ea typeface="Aptos"/>
                <a:cs typeface="Aptos"/>
              </a:defRPr>
            </a:pPr>
            <a:fld id="{02D62CF7-B451-42A0-BFB3-67C7E3FB3001}" type="slidenum">
              <a:rPr lang="en-GB"/>
              <a:t>1</a:t>
            </a:fld>
          </a:p>
        </p:txBody>
      </p:sp>
    </p:spTree>
  </p:cSld>
  <p:clrMapOvr>
    <a:masterClrMapping/>
  </p:clrMapOvr>
  <p:hf hdr="0" dt="0" ftr="1" sldNum="1"/>
</p:sldLayout>
</file>

<file path=ppt/slideLayouts/slideLayout8.xml><?xml version="1.0" encoding="utf-8"?>
<p:sldLayout xmlns:p="http://schemas.openxmlformats.org/presentationml/2006/main" xmlns:a="http://schemas.openxmlformats.org/drawingml/2006/main" xmlns:r="http://schemas.openxmlformats.org/officeDocument/2006/relationships" type="obj" preserve="1" showMasterSp="1">
  <p:cSld name="Clean White - Figure and Captio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lean title 0"/>
          <p:cNvSpPr>
            <a:spLocks noGrp="1"/>
          </p:cNvSpPr>
          <p:nvPr>
            <p:ph type="title" idx="0"/>
          </p:nvPr>
        </p:nvSpPr>
        <p:spPr>
          <a:xfrm>
            <a:off x="457200" y="381000"/>
            <a:ext cx="822960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>
            <a:lvl1pPr marL="0" indent="0" algn="l">
              <a:lnSpc>
                <a:spcPct val="112000"/>
              </a:lnSpc>
              <a:spcAft>
                <a:spcPts val="0"/>
              </a:spcAft>
              <a:buNone/>
              <a:defRPr sz="2500" b="1">
                <a:solidFill>
                  <a:srgbClr val="252529"/>
                </a:solidFill>
                <a:latin typeface="Aptos"/>
                <a:ea typeface="Aptos"/>
                <a:cs typeface="Aptos"/>
              </a:defRPr>
            </a:lvl1pPr>
            <a:lvl2pPr marL="203200" indent="0" algn="l">
              <a:lnSpc>
                <a:spcPct val="112000"/>
              </a:lnSpc>
              <a:spcAft>
                <a:spcPts val="0"/>
              </a:spcAft>
              <a:buNone/>
              <a:defRPr sz="2400" b="1">
                <a:solidFill>
                  <a:srgbClr val="252529"/>
                </a:solidFill>
                <a:latin typeface="Aptos"/>
                <a:ea typeface="Aptos"/>
                <a:cs typeface="Aptos"/>
              </a:defRPr>
            </a:lvl2pPr>
            <a:lvl3pPr marL="406400" indent="0" algn="l">
              <a:lnSpc>
                <a:spcPct val="112000"/>
              </a:lnSpc>
              <a:spcAft>
                <a:spcPts val="0"/>
              </a:spcAft>
              <a:buNone/>
              <a:defRPr sz="2300" b="1">
                <a:solidFill>
                  <a:srgbClr val="252529"/>
                </a:solidFill>
                <a:latin typeface="Aptos"/>
                <a:ea typeface="Aptos"/>
                <a:cs typeface="Aptos"/>
              </a:defRPr>
            </a:lvl3pPr>
            <a:lvl4pPr marL="609600" indent="0" algn="l">
              <a:lnSpc>
                <a:spcPct val="112000"/>
              </a:lnSpc>
              <a:spcAft>
                <a:spcPts val="0"/>
              </a:spcAft>
              <a:buNone/>
              <a:defRPr sz="2200" b="1">
                <a:solidFill>
                  <a:srgbClr val="252529"/>
                </a:solidFill>
                <a:latin typeface="Aptos"/>
                <a:ea typeface="Aptos"/>
                <a:cs typeface="Aptos"/>
              </a:defRPr>
            </a:lvl4pPr>
            <a:lvl5pPr marL="812800" indent="0" algn="l">
              <a:lnSpc>
                <a:spcPct val="112000"/>
              </a:lnSpc>
              <a:spcAft>
                <a:spcPts val="0"/>
              </a:spcAft>
              <a:buNone/>
              <a:defRPr sz="2100" b="1">
                <a:solidFill>
                  <a:srgbClr val="252529"/>
                </a:solidFill>
                <a:latin typeface="Aptos"/>
                <a:ea typeface="Aptos"/>
                <a:cs typeface="Aptos"/>
              </a:defRPr>
            </a:lvl5pPr>
            <a:lvl6pPr marL="1016000" indent="0" algn="l">
              <a:lnSpc>
                <a:spcPct val="112000"/>
              </a:lnSpc>
              <a:spcAft>
                <a:spcPts val="0"/>
              </a:spcAft>
              <a:buNone/>
              <a:defRPr sz="2000" b="1">
                <a:solidFill>
                  <a:srgbClr val="252529"/>
                </a:solidFill>
                <a:latin typeface="Aptos"/>
                <a:ea typeface="Aptos"/>
                <a:cs typeface="Aptos"/>
              </a:defRPr>
            </a:lvl6pPr>
            <a:lvl7pPr marL="1219200" indent="0" algn="l">
              <a:lnSpc>
                <a:spcPct val="112000"/>
              </a:lnSpc>
              <a:spcAft>
                <a:spcPts val="0"/>
              </a:spcAft>
              <a:buNone/>
              <a:defRPr sz="1900" b="1">
                <a:solidFill>
                  <a:srgbClr val="252529"/>
                </a:solidFill>
                <a:latin typeface="Aptos"/>
                <a:ea typeface="Aptos"/>
                <a:cs typeface="Aptos"/>
              </a:defRPr>
            </a:lvl7pPr>
            <a:lvl8pPr marL="1422400" indent="0" algn="l">
              <a:lnSpc>
                <a:spcPct val="112000"/>
              </a:lnSpc>
              <a:spcAft>
                <a:spcPts val="0"/>
              </a:spcAft>
              <a:buNone/>
              <a:defRPr sz="1800" b="1">
                <a:solidFill>
                  <a:srgbClr val="252529"/>
                </a:solidFill>
                <a:latin typeface="Aptos"/>
                <a:ea typeface="Aptos"/>
                <a:cs typeface="Aptos"/>
              </a:defRPr>
            </a:lvl8pPr>
            <a:lvl9pPr marL="1625600" indent="0" algn="l">
              <a:lnSpc>
                <a:spcPct val="112000"/>
              </a:lnSpc>
              <a:spcAft>
                <a:spcPts val="0"/>
              </a:spcAft>
              <a:buNone/>
              <a:defRPr sz="1700" b="1">
                <a:solidFill>
                  <a:srgbClr val="252529"/>
                </a:solidFill>
                <a:latin typeface="Aptos"/>
                <a:ea typeface="Aptos"/>
                <a:cs typeface="Aptos"/>
              </a:defRPr>
            </a:lvl9pPr>
          </a:lstStyle>
          <a:p>
            <a:pPr marL="0" indent="0" algn="l">
              <a:lnSpc>
                <a:spcPct val="112000"/>
              </a:lnSpc>
              <a:spcAft>
                <a:spcPts val="0"/>
              </a:spcAft>
              <a:buNone/>
              <a:defRPr sz="2500" b="1">
                <a:solidFill>
                  <a:srgbClr val="252529"/>
                </a:solidFill>
                <a:latin typeface="Aptos"/>
                <a:ea typeface="Aptos"/>
                <a:cs typeface="Aptos"/>
              </a:defRPr>
            </a:pPr>
            <a:r>
              <a:t>Click to add title</a:t>
            </a:r>
          </a:p>
        </p:txBody>
      </p:sp>
      <p:sp>
        <p:nvSpPr>
          <p:cNvPr id="23" name="Clean obj 13"/>
          <p:cNvSpPr>
            <a:spLocks noGrp="1"/>
          </p:cNvSpPr>
          <p:nvPr>
            <p:ph type="obj" idx="13"/>
          </p:nvPr>
        </p:nvSpPr>
        <p:spPr>
          <a:xfrm>
            <a:off x="1625600" y="1092200"/>
            <a:ext cx="5892800" cy="3314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>
            <a:lvl1pPr marL="0" indent="0" algn="l">
              <a:lnSpc>
                <a:spcPct val="112000"/>
              </a:lnSpc>
              <a:spcAft>
                <a:spcPts val="1000"/>
              </a:spcAft>
              <a:buNone/>
              <a:defRPr sz="1800" b="0">
                <a:solidFill>
                  <a:srgbClr val="252529"/>
                </a:solidFill>
                <a:latin typeface="Aptos"/>
                <a:ea typeface="Aptos"/>
                <a:cs typeface="Aptos"/>
              </a:defRPr>
            </a:lvl1pPr>
            <a:lvl2pPr marL="203200" indent="0" algn="l">
              <a:lnSpc>
                <a:spcPct val="112000"/>
              </a:lnSpc>
              <a:spcAft>
                <a:spcPts val="1000"/>
              </a:spcAft>
              <a:buNone/>
              <a:defRPr sz="1700" b="0">
                <a:solidFill>
                  <a:srgbClr val="252529"/>
                </a:solidFill>
                <a:latin typeface="Aptos"/>
                <a:ea typeface="Aptos"/>
                <a:cs typeface="Aptos"/>
              </a:defRPr>
            </a:lvl2pPr>
            <a:lvl3pPr marL="406400" indent="0" algn="l">
              <a:lnSpc>
                <a:spcPct val="112000"/>
              </a:lnSpc>
              <a:spcAft>
                <a:spcPts val="0"/>
              </a:spcAft>
              <a:buNone/>
              <a:defRPr sz="1600" b="0">
                <a:solidFill>
                  <a:srgbClr val="252529"/>
                </a:solidFill>
                <a:latin typeface="Aptos"/>
                <a:ea typeface="Aptos"/>
                <a:cs typeface="Aptos"/>
              </a:defRPr>
            </a:lvl3pPr>
            <a:lvl4pPr marL="609600" indent="0" algn="l">
              <a:lnSpc>
                <a:spcPct val="112000"/>
              </a:lnSpc>
              <a:spcAft>
                <a:spcPts val="0"/>
              </a:spcAft>
              <a:buNone/>
              <a:defRPr sz="1500" b="0">
                <a:solidFill>
                  <a:srgbClr val="252529"/>
                </a:solidFill>
                <a:latin typeface="Aptos"/>
                <a:ea typeface="Aptos"/>
                <a:cs typeface="Aptos"/>
              </a:defRPr>
            </a:lvl4pPr>
            <a:lvl5pPr marL="812800" indent="0" algn="l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252529"/>
                </a:solidFill>
                <a:latin typeface="Aptos"/>
                <a:ea typeface="Aptos"/>
                <a:cs typeface="Aptos"/>
              </a:defRPr>
            </a:lvl5pPr>
            <a:lvl6pPr marL="1016000" indent="0" algn="l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252529"/>
                </a:solidFill>
                <a:latin typeface="Aptos"/>
                <a:ea typeface="Aptos"/>
                <a:cs typeface="Aptos"/>
              </a:defRPr>
            </a:lvl6pPr>
            <a:lvl7pPr marL="1219200" indent="0" algn="l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252529"/>
                </a:solidFill>
                <a:latin typeface="Aptos"/>
                <a:ea typeface="Aptos"/>
                <a:cs typeface="Aptos"/>
              </a:defRPr>
            </a:lvl7pPr>
            <a:lvl8pPr marL="1422400" indent="0" algn="l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252529"/>
                </a:solidFill>
                <a:latin typeface="Aptos"/>
                <a:ea typeface="Aptos"/>
                <a:cs typeface="Aptos"/>
              </a:defRPr>
            </a:lvl8pPr>
            <a:lvl9pPr marL="1625600" indent="0" algn="l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252529"/>
                </a:solidFill>
                <a:latin typeface="Aptos"/>
                <a:ea typeface="Aptos"/>
                <a:cs typeface="Aptos"/>
              </a:defRPr>
            </a:lvl9pPr>
          </a:lstStyle>
          <a:p>
            <a:pPr marL="0" indent="0" algn="l">
              <a:lnSpc>
                <a:spcPct val="112000"/>
              </a:lnSpc>
              <a:spcAft>
                <a:spcPts val="1000"/>
              </a:spcAft>
              <a:buNone/>
              <a:defRPr sz="1800" b="0">
                <a:solidFill>
                  <a:srgbClr val="252529"/>
                </a:solidFill>
                <a:latin typeface="Aptos"/>
                <a:ea typeface="Aptos"/>
                <a:cs typeface="Aptos"/>
              </a:defRPr>
            </a:pPr>
            <a:r>
              <a:t>Click to add figure or video</a:t>
            </a:r>
          </a:p>
        </p:txBody>
      </p:sp>
      <p:sp>
        <p:nvSpPr>
          <p:cNvPr id="24" name="Clean body 14"/>
          <p:cNvSpPr>
            <a:spLocks noGrp="1"/>
          </p:cNvSpPr>
          <p:nvPr>
            <p:ph type="body" idx="14"/>
          </p:nvPr>
        </p:nvSpPr>
        <p:spPr>
          <a:xfrm>
            <a:off x="914400" y="4470400"/>
            <a:ext cx="73152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>
            <a:lvl1pPr marL="0" indent="0" algn="ctr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747B82"/>
                </a:solidFill>
                <a:latin typeface="Aptos"/>
                <a:ea typeface="Aptos"/>
                <a:cs typeface="Aptos"/>
              </a:defRPr>
            </a:lvl1pPr>
            <a:lvl2pPr marL="203200" indent="0" algn="ctr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747B82"/>
                </a:solidFill>
                <a:latin typeface="Aptos"/>
                <a:ea typeface="Aptos"/>
                <a:cs typeface="Aptos"/>
              </a:defRPr>
            </a:lvl2pPr>
            <a:lvl3pPr marL="406400" indent="0" algn="ctr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747B82"/>
                </a:solidFill>
                <a:latin typeface="Aptos"/>
                <a:ea typeface="Aptos"/>
                <a:cs typeface="Aptos"/>
              </a:defRPr>
            </a:lvl3pPr>
            <a:lvl4pPr marL="609600" indent="0" algn="ctr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747B82"/>
                </a:solidFill>
                <a:latin typeface="Aptos"/>
                <a:ea typeface="Aptos"/>
                <a:cs typeface="Aptos"/>
              </a:defRPr>
            </a:lvl4pPr>
            <a:lvl5pPr marL="812800" indent="0" algn="ctr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747B82"/>
                </a:solidFill>
                <a:latin typeface="Aptos"/>
                <a:ea typeface="Aptos"/>
                <a:cs typeface="Aptos"/>
              </a:defRPr>
            </a:lvl5pPr>
            <a:lvl6pPr marL="1016000" indent="0" algn="ctr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747B82"/>
                </a:solidFill>
                <a:latin typeface="Aptos"/>
                <a:ea typeface="Aptos"/>
                <a:cs typeface="Aptos"/>
              </a:defRPr>
            </a:lvl6pPr>
            <a:lvl7pPr marL="1219200" indent="0" algn="ctr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747B82"/>
                </a:solidFill>
                <a:latin typeface="Aptos"/>
                <a:ea typeface="Aptos"/>
                <a:cs typeface="Aptos"/>
              </a:defRPr>
            </a:lvl7pPr>
            <a:lvl8pPr marL="1422400" indent="0" algn="ctr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747B82"/>
                </a:solidFill>
                <a:latin typeface="Aptos"/>
                <a:ea typeface="Aptos"/>
                <a:cs typeface="Aptos"/>
              </a:defRPr>
            </a:lvl8pPr>
            <a:lvl9pPr marL="1625600" indent="0" algn="ctr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747B82"/>
                </a:solidFill>
                <a:latin typeface="Aptos"/>
                <a:ea typeface="Aptos"/>
                <a:cs typeface="Aptos"/>
              </a:defRPr>
            </a:lvl9pPr>
          </a:lstStyle>
          <a:p>
            <a:pPr marL="0" indent="0" algn="ctr">
              <a:lnSpc>
                <a:spcPct val="112000"/>
              </a:lnSpc>
              <a:spcAft>
                <a:spcPts val="0"/>
              </a:spcAft>
              <a:buNone/>
              <a:defRPr sz="1200" b="0">
                <a:solidFill>
                  <a:srgbClr val="747B82"/>
                </a:solidFill>
                <a:latin typeface="Aptos"/>
                <a:ea typeface="Aptos"/>
                <a:cs typeface="Aptos"/>
              </a:defRPr>
            </a:pPr>
            <a:r>
              <a:t>Click to add caption</a:t>
            </a:r>
          </a:p>
        </p:txBody>
      </p:sp>
      <p:sp>
        <p:nvSpPr>
          <p:cNvPr id="90" name="Clean ftr 11"/>
          <p:cNvSpPr>
            <a:spLocks noGrp="1"/>
          </p:cNvSpPr>
          <p:nvPr>
            <p:ph type="ftr" idx="11"/>
          </p:nvPr>
        </p:nvSpPr>
        <p:spPr>
          <a:xfrm>
            <a:off x="457200" y="4876800"/>
            <a:ext cx="5080000" cy="152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>
            <a:lvl1pPr marL="0" indent="0" algn="l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747B82"/>
                </a:solidFill>
                <a:latin typeface="Aptos"/>
                <a:ea typeface="Aptos"/>
                <a:cs typeface="Aptos"/>
              </a:defRPr>
            </a:lvl1pPr>
            <a:lvl2pPr marL="203200" indent="0" algn="l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747B82"/>
                </a:solidFill>
                <a:latin typeface="Aptos"/>
                <a:ea typeface="Aptos"/>
                <a:cs typeface="Aptos"/>
              </a:defRPr>
            </a:lvl2pPr>
            <a:lvl3pPr marL="406400" indent="0" algn="l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747B82"/>
                </a:solidFill>
                <a:latin typeface="Aptos"/>
                <a:ea typeface="Aptos"/>
                <a:cs typeface="Aptos"/>
              </a:defRPr>
            </a:lvl3pPr>
            <a:lvl4pPr marL="609600" indent="0" algn="l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747B82"/>
                </a:solidFill>
                <a:latin typeface="Aptos"/>
                <a:ea typeface="Aptos"/>
                <a:cs typeface="Aptos"/>
              </a:defRPr>
            </a:lvl4pPr>
            <a:lvl5pPr marL="812800" indent="0" algn="l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747B82"/>
                </a:solidFill>
                <a:latin typeface="Aptos"/>
                <a:ea typeface="Aptos"/>
                <a:cs typeface="Aptos"/>
              </a:defRPr>
            </a:lvl5pPr>
            <a:lvl6pPr marL="1016000" indent="0" algn="l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747B82"/>
                </a:solidFill>
                <a:latin typeface="Aptos"/>
                <a:ea typeface="Aptos"/>
                <a:cs typeface="Aptos"/>
              </a:defRPr>
            </a:lvl6pPr>
            <a:lvl7pPr marL="1219200" indent="0" algn="l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747B82"/>
                </a:solidFill>
                <a:latin typeface="Aptos"/>
                <a:ea typeface="Aptos"/>
                <a:cs typeface="Aptos"/>
              </a:defRPr>
            </a:lvl7pPr>
            <a:lvl8pPr marL="1422400" indent="0" algn="l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747B82"/>
                </a:solidFill>
                <a:latin typeface="Aptos"/>
                <a:ea typeface="Aptos"/>
                <a:cs typeface="Aptos"/>
              </a:defRPr>
            </a:lvl8pPr>
            <a:lvl9pPr marL="1625600" indent="0" algn="l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747B82"/>
                </a:solidFill>
                <a:latin typeface="Aptos"/>
                <a:ea typeface="Aptos"/>
                <a:cs typeface="Aptos"/>
              </a:defRPr>
            </a:lvl9pPr>
          </a:lstStyle>
          <a:p>
            <a:pPr marL="0" indent="0" algn="l">
              <a:lnSpc>
                <a:spcPct val="112000"/>
              </a:lnSpc>
              <a:spcAft>
                <a:spcPts val="0"/>
              </a:spcAft>
              <a:buNone/>
              <a:defRPr sz="800" b="0">
                <a:solidFill>
                  <a:srgbClr val="747B82"/>
                </a:solidFill>
                <a:latin typeface="Aptos"/>
                <a:ea typeface="Aptos"/>
                <a:cs typeface="Aptos"/>
              </a:defRPr>
            </a:pPr>
            <a:r>
              <a:t>Msc Defence T.M. Lenssen</a:t>
            </a:r>
          </a:p>
        </p:txBody>
      </p:sp>
      <p:sp>
        <p:nvSpPr>
          <p:cNvPr id="91" name="Clean sldNum 12"/>
          <p:cNvSpPr>
            <a:spLocks noGrp="1"/>
          </p:cNvSpPr>
          <p:nvPr>
            <p:ph type="sldNum" idx="12"/>
          </p:nvPr>
        </p:nvSpPr>
        <p:spPr>
          <a:xfrm>
            <a:off x="7874000" y="4876800"/>
            <a:ext cx="355600" cy="152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>
            <a:lvl1pPr marL="0" indent="0" algn="r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747B82"/>
                </a:solidFill>
                <a:latin typeface="Aptos"/>
                <a:ea typeface="Aptos"/>
                <a:cs typeface="Aptos"/>
              </a:defRPr>
            </a:lvl1pPr>
            <a:lvl2pPr marL="203200" indent="0" algn="r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747B82"/>
                </a:solidFill>
                <a:latin typeface="Aptos"/>
                <a:ea typeface="Aptos"/>
                <a:cs typeface="Aptos"/>
              </a:defRPr>
            </a:lvl2pPr>
            <a:lvl3pPr marL="406400" indent="0" algn="r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747B82"/>
                </a:solidFill>
                <a:latin typeface="Aptos"/>
                <a:ea typeface="Aptos"/>
                <a:cs typeface="Aptos"/>
              </a:defRPr>
            </a:lvl3pPr>
            <a:lvl4pPr marL="609600" indent="0" algn="r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747B82"/>
                </a:solidFill>
                <a:latin typeface="Aptos"/>
                <a:ea typeface="Aptos"/>
                <a:cs typeface="Aptos"/>
              </a:defRPr>
            </a:lvl4pPr>
            <a:lvl5pPr marL="812800" indent="0" algn="r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747B82"/>
                </a:solidFill>
                <a:latin typeface="Aptos"/>
                <a:ea typeface="Aptos"/>
                <a:cs typeface="Aptos"/>
              </a:defRPr>
            </a:lvl5pPr>
            <a:lvl6pPr marL="1016000" indent="0" algn="r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747B82"/>
                </a:solidFill>
                <a:latin typeface="Aptos"/>
                <a:ea typeface="Aptos"/>
                <a:cs typeface="Aptos"/>
              </a:defRPr>
            </a:lvl6pPr>
            <a:lvl7pPr marL="1219200" indent="0" algn="r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747B82"/>
                </a:solidFill>
                <a:latin typeface="Aptos"/>
                <a:ea typeface="Aptos"/>
                <a:cs typeface="Aptos"/>
              </a:defRPr>
            </a:lvl7pPr>
            <a:lvl8pPr marL="1422400" indent="0" algn="r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747B82"/>
                </a:solidFill>
                <a:latin typeface="Aptos"/>
                <a:ea typeface="Aptos"/>
                <a:cs typeface="Aptos"/>
              </a:defRPr>
            </a:lvl8pPr>
            <a:lvl9pPr marL="1625600" indent="0" algn="r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747B82"/>
                </a:solidFill>
                <a:latin typeface="Aptos"/>
                <a:ea typeface="Aptos"/>
                <a:cs typeface="Aptos"/>
              </a:defRPr>
            </a:lvl9pPr>
          </a:lstStyle>
          <a:p>
            <a:pPr marL="0" indent="0" algn="r">
              <a:lnSpc>
                <a:spcPct val="112000"/>
              </a:lnSpc>
              <a:spcAft>
                <a:spcPts val="0"/>
              </a:spcAft>
              <a:buNone/>
              <a:defRPr sz="800" b="0">
                <a:solidFill>
                  <a:srgbClr val="747B82"/>
                </a:solidFill>
                <a:latin typeface="Aptos"/>
                <a:ea typeface="Aptos"/>
                <a:cs typeface="Aptos"/>
              </a:defRPr>
            </a:pPr>
            <a:fld id="{02D62CF7-B451-42A0-BFB3-67C7E3FB3001}" type="slidenum">
              <a:rPr lang="en-GB"/>
              <a:t>1</a:t>
            </a:fld>
          </a:p>
        </p:txBody>
      </p:sp>
    </p:spTree>
  </p:cSld>
  <p:clrMapOvr>
    <a:masterClrMapping/>
  </p:clrMapOvr>
  <p:hf hdr="0" dt="0" ftr="1" sldNum="1"/>
</p:sldLayout>
</file>

<file path=ppt/slideLayouts/slideLayout9.xml><?xml version="1.0" encoding="utf-8"?>
<p:sldLayout xmlns:p="http://schemas.openxmlformats.org/presentationml/2006/main" xmlns:a="http://schemas.openxmlformats.org/drawingml/2006/main" xmlns:r="http://schemas.openxmlformats.org/officeDocument/2006/relationships" type="cust" preserve="1" showMasterSp="1">
  <p:cSld name="Clean White - Three Panel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lean title 0"/>
          <p:cNvSpPr>
            <a:spLocks noGrp="1"/>
          </p:cNvSpPr>
          <p:nvPr>
            <p:ph type="title" idx="0"/>
          </p:nvPr>
        </p:nvSpPr>
        <p:spPr>
          <a:xfrm>
            <a:off x="457200" y="381000"/>
            <a:ext cx="822960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>
            <a:lvl1pPr marL="0" indent="0" algn="l">
              <a:lnSpc>
                <a:spcPct val="112000"/>
              </a:lnSpc>
              <a:spcAft>
                <a:spcPts val="0"/>
              </a:spcAft>
              <a:buNone/>
              <a:defRPr sz="2500" b="1">
                <a:solidFill>
                  <a:srgbClr val="252529"/>
                </a:solidFill>
                <a:latin typeface="Aptos"/>
                <a:ea typeface="Aptos"/>
                <a:cs typeface="Aptos"/>
              </a:defRPr>
            </a:lvl1pPr>
            <a:lvl2pPr marL="203200" indent="0" algn="l">
              <a:lnSpc>
                <a:spcPct val="112000"/>
              </a:lnSpc>
              <a:spcAft>
                <a:spcPts val="0"/>
              </a:spcAft>
              <a:buNone/>
              <a:defRPr sz="2400" b="1">
                <a:solidFill>
                  <a:srgbClr val="252529"/>
                </a:solidFill>
                <a:latin typeface="Aptos"/>
                <a:ea typeface="Aptos"/>
                <a:cs typeface="Aptos"/>
              </a:defRPr>
            </a:lvl2pPr>
            <a:lvl3pPr marL="406400" indent="0" algn="l">
              <a:lnSpc>
                <a:spcPct val="112000"/>
              </a:lnSpc>
              <a:spcAft>
                <a:spcPts val="0"/>
              </a:spcAft>
              <a:buNone/>
              <a:defRPr sz="2300" b="1">
                <a:solidFill>
                  <a:srgbClr val="252529"/>
                </a:solidFill>
                <a:latin typeface="Aptos"/>
                <a:ea typeface="Aptos"/>
                <a:cs typeface="Aptos"/>
              </a:defRPr>
            </a:lvl3pPr>
            <a:lvl4pPr marL="609600" indent="0" algn="l">
              <a:lnSpc>
                <a:spcPct val="112000"/>
              </a:lnSpc>
              <a:spcAft>
                <a:spcPts val="0"/>
              </a:spcAft>
              <a:buNone/>
              <a:defRPr sz="2200" b="1">
                <a:solidFill>
                  <a:srgbClr val="252529"/>
                </a:solidFill>
                <a:latin typeface="Aptos"/>
                <a:ea typeface="Aptos"/>
                <a:cs typeface="Aptos"/>
              </a:defRPr>
            </a:lvl4pPr>
            <a:lvl5pPr marL="812800" indent="0" algn="l">
              <a:lnSpc>
                <a:spcPct val="112000"/>
              </a:lnSpc>
              <a:spcAft>
                <a:spcPts val="0"/>
              </a:spcAft>
              <a:buNone/>
              <a:defRPr sz="2100" b="1">
                <a:solidFill>
                  <a:srgbClr val="252529"/>
                </a:solidFill>
                <a:latin typeface="Aptos"/>
                <a:ea typeface="Aptos"/>
                <a:cs typeface="Aptos"/>
              </a:defRPr>
            </a:lvl5pPr>
            <a:lvl6pPr marL="1016000" indent="0" algn="l">
              <a:lnSpc>
                <a:spcPct val="112000"/>
              </a:lnSpc>
              <a:spcAft>
                <a:spcPts val="0"/>
              </a:spcAft>
              <a:buNone/>
              <a:defRPr sz="2000" b="1">
                <a:solidFill>
                  <a:srgbClr val="252529"/>
                </a:solidFill>
                <a:latin typeface="Aptos"/>
                <a:ea typeface="Aptos"/>
                <a:cs typeface="Aptos"/>
              </a:defRPr>
            </a:lvl6pPr>
            <a:lvl7pPr marL="1219200" indent="0" algn="l">
              <a:lnSpc>
                <a:spcPct val="112000"/>
              </a:lnSpc>
              <a:spcAft>
                <a:spcPts val="0"/>
              </a:spcAft>
              <a:buNone/>
              <a:defRPr sz="1900" b="1">
                <a:solidFill>
                  <a:srgbClr val="252529"/>
                </a:solidFill>
                <a:latin typeface="Aptos"/>
                <a:ea typeface="Aptos"/>
                <a:cs typeface="Aptos"/>
              </a:defRPr>
            </a:lvl7pPr>
            <a:lvl8pPr marL="1422400" indent="0" algn="l">
              <a:lnSpc>
                <a:spcPct val="112000"/>
              </a:lnSpc>
              <a:spcAft>
                <a:spcPts val="0"/>
              </a:spcAft>
              <a:buNone/>
              <a:defRPr sz="1800" b="1">
                <a:solidFill>
                  <a:srgbClr val="252529"/>
                </a:solidFill>
                <a:latin typeface="Aptos"/>
                <a:ea typeface="Aptos"/>
                <a:cs typeface="Aptos"/>
              </a:defRPr>
            </a:lvl8pPr>
            <a:lvl9pPr marL="1625600" indent="0" algn="l">
              <a:lnSpc>
                <a:spcPct val="112000"/>
              </a:lnSpc>
              <a:spcAft>
                <a:spcPts val="0"/>
              </a:spcAft>
              <a:buNone/>
              <a:defRPr sz="1700" b="1">
                <a:solidFill>
                  <a:srgbClr val="252529"/>
                </a:solidFill>
                <a:latin typeface="Aptos"/>
                <a:ea typeface="Aptos"/>
                <a:cs typeface="Aptos"/>
              </a:defRPr>
            </a:lvl9pPr>
          </a:lstStyle>
          <a:p>
            <a:pPr marL="0" indent="0" algn="l">
              <a:lnSpc>
                <a:spcPct val="112000"/>
              </a:lnSpc>
              <a:spcAft>
                <a:spcPts val="0"/>
              </a:spcAft>
              <a:buNone/>
              <a:defRPr sz="2500" b="1">
                <a:solidFill>
                  <a:srgbClr val="252529"/>
                </a:solidFill>
                <a:latin typeface="Aptos"/>
                <a:ea typeface="Aptos"/>
                <a:cs typeface="Aptos"/>
              </a:defRPr>
            </a:pPr>
            <a:r>
              <a:t>Click to add title</a:t>
            </a:r>
          </a:p>
        </p:txBody>
      </p:sp>
      <p:sp>
        <p:nvSpPr>
          <p:cNvPr id="11" name="Clean obj 1"/>
          <p:cNvSpPr>
            <a:spLocks noGrp="1"/>
          </p:cNvSpPr>
          <p:nvPr>
            <p:ph type="obj" idx="1"/>
          </p:nvPr>
        </p:nvSpPr>
        <p:spPr>
          <a:xfrm>
            <a:off x="457200" y="1219200"/>
            <a:ext cx="2438400" cy="63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>
            <a:lvl1pPr marL="0" indent="0" algn="l">
              <a:lnSpc>
                <a:spcPct val="112000"/>
              </a:lnSpc>
              <a:spcAft>
                <a:spcPts val="1000"/>
              </a:spcAft>
              <a:buNone/>
              <a:defRPr sz="1800" b="0">
                <a:solidFill>
                  <a:srgbClr val="252529"/>
                </a:solidFill>
                <a:latin typeface="Aptos"/>
                <a:ea typeface="Aptos"/>
                <a:cs typeface="Aptos"/>
              </a:defRPr>
            </a:lvl1pPr>
            <a:lvl2pPr marL="203200" indent="0" algn="l">
              <a:lnSpc>
                <a:spcPct val="112000"/>
              </a:lnSpc>
              <a:spcAft>
                <a:spcPts val="1000"/>
              </a:spcAft>
              <a:buNone/>
              <a:defRPr sz="1700" b="0">
                <a:solidFill>
                  <a:srgbClr val="252529"/>
                </a:solidFill>
                <a:latin typeface="Aptos"/>
                <a:ea typeface="Aptos"/>
                <a:cs typeface="Aptos"/>
              </a:defRPr>
            </a:lvl2pPr>
            <a:lvl3pPr marL="406400" indent="0" algn="l">
              <a:lnSpc>
                <a:spcPct val="112000"/>
              </a:lnSpc>
              <a:spcAft>
                <a:spcPts val="0"/>
              </a:spcAft>
              <a:buNone/>
              <a:defRPr sz="1600" b="0">
                <a:solidFill>
                  <a:srgbClr val="252529"/>
                </a:solidFill>
                <a:latin typeface="Aptos"/>
                <a:ea typeface="Aptos"/>
                <a:cs typeface="Aptos"/>
              </a:defRPr>
            </a:lvl3pPr>
            <a:lvl4pPr marL="609600" indent="0" algn="l">
              <a:lnSpc>
                <a:spcPct val="112000"/>
              </a:lnSpc>
              <a:spcAft>
                <a:spcPts val="0"/>
              </a:spcAft>
              <a:buNone/>
              <a:defRPr sz="1500" b="0">
                <a:solidFill>
                  <a:srgbClr val="252529"/>
                </a:solidFill>
                <a:latin typeface="Aptos"/>
                <a:ea typeface="Aptos"/>
                <a:cs typeface="Aptos"/>
              </a:defRPr>
            </a:lvl4pPr>
            <a:lvl5pPr marL="812800" indent="0" algn="l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252529"/>
                </a:solidFill>
                <a:latin typeface="Aptos"/>
                <a:ea typeface="Aptos"/>
                <a:cs typeface="Aptos"/>
              </a:defRPr>
            </a:lvl5pPr>
            <a:lvl6pPr marL="1016000" indent="0" algn="l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252529"/>
                </a:solidFill>
                <a:latin typeface="Aptos"/>
                <a:ea typeface="Aptos"/>
                <a:cs typeface="Aptos"/>
              </a:defRPr>
            </a:lvl6pPr>
            <a:lvl7pPr marL="1219200" indent="0" algn="l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252529"/>
                </a:solidFill>
                <a:latin typeface="Aptos"/>
                <a:ea typeface="Aptos"/>
                <a:cs typeface="Aptos"/>
              </a:defRPr>
            </a:lvl7pPr>
            <a:lvl8pPr marL="1422400" indent="0" algn="l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252529"/>
                </a:solidFill>
                <a:latin typeface="Aptos"/>
                <a:ea typeface="Aptos"/>
                <a:cs typeface="Aptos"/>
              </a:defRPr>
            </a:lvl8pPr>
            <a:lvl9pPr marL="1625600" indent="0" algn="l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252529"/>
                </a:solidFill>
                <a:latin typeface="Aptos"/>
                <a:ea typeface="Aptos"/>
                <a:cs typeface="Aptos"/>
              </a:defRPr>
            </a:lvl9pPr>
          </a:lstStyle>
          <a:p>
            <a:pPr marL="0" indent="0" algn="l">
              <a:lnSpc>
                <a:spcPct val="112000"/>
              </a:lnSpc>
              <a:spcAft>
                <a:spcPts val="1000"/>
              </a:spcAft>
              <a:buNone/>
              <a:defRPr sz="1800" b="0">
                <a:solidFill>
                  <a:srgbClr val="252529"/>
                </a:solidFill>
                <a:latin typeface="Aptos"/>
                <a:ea typeface="Aptos"/>
                <a:cs typeface="Aptos"/>
              </a:defRPr>
            </a:pPr>
            <a:r>
              <a:t>Panel heading</a:t>
            </a:r>
          </a:p>
        </p:txBody>
      </p:sp>
      <p:sp>
        <p:nvSpPr>
          <p:cNvPr id="25" name="Clean pic 15"/>
          <p:cNvSpPr>
            <a:spLocks noGrp="1"/>
          </p:cNvSpPr>
          <p:nvPr>
            <p:ph type="pic" idx="15"/>
          </p:nvPr>
        </p:nvSpPr>
        <p:spPr>
          <a:xfrm>
            <a:off x="457200" y="1993900"/>
            <a:ext cx="2438400" cy="2438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>
            <a:lvl1pPr marL="0" indent="0" algn="l">
              <a:lnSpc>
                <a:spcPct val="112000"/>
              </a:lnSpc>
              <a:spcAft>
                <a:spcPts val="1000"/>
              </a:spcAft>
              <a:buNone/>
              <a:defRPr sz="1800" b="0">
                <a:solidFill>
                  <a:srgbClr val="252529"/>
                </a:solidFill>
                <a:latin typeface="Aptos"/>
                <a:ea typeface="Aptos"/>
                <a:cs typeface="Aptos"/>
              </a:defRPr>
            </a:lvl1pPr>
            <a:lvl2pPr marL="203200" indent="0" algn="l">
              <a:lnSpc>
                <a:spcPct val="112000"/>
              </a:lnSpc>
              <a:spcAft>
                <a:spcPts val="1000"/>
              </a:spcAft>
              <a:buNone/>
              <a:defRPr sz="1700" b="0">
                <a:solidFill>
                  <a:srgbClr val="252529"/>
                </a:solidFill>
                <a:latin typeface="Aptos"/>
                <a:ea typeface="Aptos"/>
                <a:cs typeface="Aptos"/>
              </a:defRPr>
            </a:lvl2pPr>
            <a:lvl3pPr marL="406400" indent="0" algn="l">
              <a:lnSpc>
                <a:spcPct val="112000"/>
              </a:lnSpc>
              <a:spcAft>
                <a:spcPts val="0"/>
              </a:spcAft>
              <a:buNone/>
              <a:defRPr sz="1600" b="0">
                <a:solidFill>
                  <a:srgbClr val="252529"/>
                </a:solidFill>
                <a:latin typeface="Aptos"/>
                <a:ea typeface="Aptos"/>
                <a:cs typeface="Aptos"/>
              </a:defRPr>
            </a:lvl3pPr>
            <a:lvl4pPr marL="609600" indent="0" algn="l">
              <a:lnSpc>
                <a:spcPct val="112000"/>
              </a:lnSpc>
              <a:spcAft>
                <a:spcPts val="0"/>
              </a:spcAft>
              <a:buNone/>
              <a:defRPr sz="1500" b="0">
                <a:solidFill>
                  <a:srgbClr val="252529"/>
                </a:solidFill>
                <a:latin typeface="Aptos"/>
                <a:ea typeface="Aptos"/>
                <a:cs typeface="Aptos"/>
              </a:defRPr>
            </a:lvl4pPr>
            <a:lvl5pPr marL="812800" indent="0" algn="l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252529"/>
                </a:solidFill>
                <a:latin typeface="Aptos"/>
                <a:ea typeface="Aptos"/>
                <a:cs typeface="Aptos"/>
              </a:defRPr>
            </a:lvl5pPr>
            <a:lvl6pPr marL="1016000" indent="0" algn="l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252529"/>
                </a:solidFill>
                <a:latin typeface="Aptos"/>
                <a:ea typeface="Aptos"/>
                <a:cs typeface="Aptos"/>
              </a:defRPr>
            </a:lvl6pPr>
            <a:lvl7pPr marL="1219200" indent="0" algn="l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252529"/>
                </a:solidFill>
                <a:latin typeface="Aptos"/>
                <a:ea typeface="Aptos"/>
                <a:cs typeface="Aptos"/>
              </a:defRPr>
            </a:lvl7pPr>
            <a:lvl8pPr marL="1422400" indent="0" algn="l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252529"/>
                </a:solidFill>
                <a:latin typeface="Aptos"/>
                <a:ea typeface="Aptos"/>
                <a:cs typeface="Aptos"/>
              </a:defRPr>
            </a:lvl8pPr>
            <a:lvl9pPr marL="1625600" indent="0" algn="l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252529"/>
                </a:solidFill>
                <a:latin typeface="Aptos"/>
                <a:ea typeface="Aptos"/>
                <a:cs typeface="Aptos"/>
              </a:defRPr>
            </a:lvl9pPr>
          </a:lstStyle>
          <a:p>
            <a:pPr marL="0" indent="0" algn="l">
              <a:lnSpc>
                <a:spcPct val="112000"/>
              </a:lnSpc>
              <a:spcAft>
                <a:spcPts val="1000"/>
              </a:spcAft>
              <a:buNone/>
              <a:defRPr sz="1800" b="0">
                <a:solidFill>
                  <a:srgbClr val="252529"/>
                </a:solidFill>
                <a:latin typeface="Aptos"/>
                <a:ea typeface="Aptos"/>
                <a:cs typeface="Aptos"/>
              </a:defRPr>
            </a:pPr>
            <a:r>
              <a:t>Click to add picture</a:t>
            </a:r>
          </a:p>
        </p:txBody>
      </p:sp>
      <p:sp>
        <p:nvSpPr>
          <p:cNvPr id="23" name="Clean obj 13"/>
          <p:cNvSpPr>
            <a:spLocks noGrp="1"/>
          </p:cNvSpPr>
          <p:nvPr>
            <p:ph type="obj" idx="13"/>
          </p:nvPr>
        </p:nvSpPr>
        <p:spPr>
          <a:xfrm>
            <a:off x="3352800" y="1219200"/>
            <a:ext cx="2438400" cy="63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>
            <a:lvl1pPr marL="0" indent="0" algn="l">
              <a:lnSpc>
                <a:spcPct val="112000"/>
              </a:lnSpc>
              <a:spcAft>
                <a:spcPts val="1000"/>
              </a:spcAft>
              <a:buNone/>
              <a:defRPr sz="1800" b="0">
                <a:solidFill>
                  <a:srgbClr val="252529"/>
                </a:solidFill>
                <a:latin typeface="Aptos"/>
                <a:ea typeface="Aptos"/>
                <a:cs typeface="Aptos"/>
              </a:defRPr>
            </a:lvl1pPr>
            <a:lvl2pPr marL="203200" indent="0" algn="l">
              <a:lnSpc>
                <a:spcPct val="112000"/>
              </a:lnSpc>
              <a:spcAft>
                <a:spcPts val="1000"/>
              </a:spcAft>
              <a:buNone/>
              <a:defRPr sz="1700" b="0">
                <a:solidFill>
                  <a:srgbClr val="252529"/>
                </a:solidFill>
                <a:latin typeface="Aptos"/>
                <a:ea typeface="Aptos"/>
                <a:cs typeface="Aptos"/>
              </a:defRPr>
            </a:lvl2pPr>
            <a:lvl3pPr marL="406400" indent="0" algn="l">
              <a:lnSpc>
                <a:spcPct val="112000"/>
              </a:lnSpc>
              <a:spcAft>
                <a:spcPts val="0"/>
              </a:spcAft>
              <a:buNone/>
              <a:defRPr sz="1600" b="0">
                <a:solidFill>
                  <a:srgbClr val="252529"/>
                </a:solidFill>
                <a:latin typeface="Aptos"/>
                <a:ea typeface="Aptos"/>
                <a:cs typeface="Aptos"/>
              </a:defRPr>
            </a:lvl3pPr>
            <a:lvl4pPr marL="609600" indent="0" algn="l">
              <a:lnSpc>
                <a:spcPct val="112000"/>
              </a:lnSpc>
              <a:spcAft>
                <a:spcPts val="0"/>
              </a:spcAft>
              <a:buNone/>
              <a:defRPr sz="1500" b="0">
                <a:solidFill>
                  <a:srgbClr val="252529"/>
                </a:solidFill>
                <a:latin typeface="Aptos"/>
                <a:ea typeface="Aptos"/>
                <a:cs typeface="Aptos"/>
              </a:defRPr>
            </a:lvl4pPr>
            <a:lvl5pPr marL="812800" indent="0" algn="l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252529"/>
                </a:solidFill>
                <a:latin typeface="Aptos"/>
                <a:ea typeface="Aptos"/>
                <a:cs typeface="Aptos"/>
              </a:defRPr>
            </a:lvl5pPr>
            <a:lvl6pPr marL="1016000" indent="0" algn="l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252529"/>
                </a:solidFill>
                <a:latin typeface="Aptos"/>
                <a:ea typeface="Aptos"/>
                <a:cs typeface="Aptos"/>
              </a:defRPr>
            </a:lvl6pPr>
            <a:lvl7pPr marL="1219200" indent="0" algn="l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252529"/>
                </a:solidFill>
                <a:latin typeface="Aptos"/>
                <a:ea typeface="Aptos"/>
                <a:cs typeface="Aptos"/>
              </a:defRPr>
            </a:lvl7pPr>
            <a:lvl8pPr marL="1422400" indent="0" algn="l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252529"/>
                </a:solidFill>
                <a:latin typeface="Aptos"/>
                <a:ea typeface="Aptos"/>
                <a:cs typeface="Aptos"/>
              </a:defRPr>
            </a:lvl8pPr>
            <a:lvl9pPr marL="1625600" indent="0" algn="l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252529"/>
                </a:solidFill>
                <a:latin typeface="Aptos"/>
                <a:ea typeface="Aptos"/>
                <a:cs typeface="Aptos"/>
              </a:defRPr>
            </a:lvl9pPr>
          </a:lstStyle>
          <a:p>
            <a:pPr marL="0" indent="0" algn="l">
              <a:lnSpc>
                <a:spcPct val="112000"/>
              </a:lnSpc>
              <a:spcAft>
                <a:spcPts val="1000"/>
              </a:spcAft>
              <a:buNone/>
              <a:defRPr sz="1800" b="0">
                <a:solidFill>
                  <a:srgbClr val="252529"/>
                </a:solidFill>
                <a:latin typeface="Aptos"/>
                <a:ea typeface="Aptos"/>
                <a:cs typeface="Aptos"/>
              </a:defRPr>
            </a:pPr>
            <a:r>
              <a:t>Panel heading</a:t>
            </a:r>
          </a:p>
        </p:txBody>
      </p:sp>
      <p:sp>
        <p:nvSpPr>
          <p:cNvPr id="26" name="Clean pic 16"/>
          <p:cNvSpPr>
            <a:spLocks noGrp="1"/>
          </p:cNvSpPr>
          <p:nvPr>
            <p:ph type="pic" idx="16"/>
          </p:nvPr>
        </p:nvSpPr>
        <p:spPr>
          <a:xfrm>
            <a:off x="3352800" y="1993900"/>
            <a:ext cx="2438400" cy="2438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>
            <a:lvl1pPr marL="0" indent="0" algn="l">
              <a:lnSpc>
                <a:spcPct val="112000"/>
              </a:lnSpc>
              <a:spcAft>
                <a:spcPts val="1000"/>
              </a:spcAft>
              <a:buNone/>
              <a:defRPr sz="1800" b="0">
                <a:solidFill>
                  <a:srgbClr val="252529"/>
                </a:solidFill>
                <a:latin typeface="Aptos"/>
                <a:ea typeface="Aptos"/>
                <a:cs typeface="Aptos"/>
              </a:defRPr>
            </a:lvl1pPr>
            <a:lvl2pPr marL="203200" indent="0" algn="l">
              <a:lnSpc>
                <a:spcPct val="112000"/>
              </a:lnSpc>
              <a:spcAft>
                <a:spcPts val="1000"/>
              </a:spcAft>
              <a:buNone/>
              <a:defRPr sz="1700" b="0">
                <a:solidFill>
                  <a:srgbClr val="252529"/>
                </a:solidFill>
                <a:latin typeface="Aptos"/>
                <a:ea typeface="Aptos"/>
                <a:cs typeface="Aptos"/>
              </a:defRPr>
            </a:lvl2pPr>
            <a:lvl3pPr marL="406400" indent="0" algn="l">
              <a:lnSpc>
                <a:spcPct val="112000"/>
              </a:lnSpc>
              <a:spcAft>
                <a:spcPts val="0"/>
              </a:spcAft>
              <a:buNone/>
              <a:defRPr sz="1600" b="0">
                <a:solidFill>
                  <a:srgbClr val="252529"/>
                </a:solidFill>
                <a:latin typeface="Aptos"/>
                <a:ea typeface="Aptos"/>
                <a:cs typeface="Aptos"/>
              </a:defRPr>
            </a:lvl3pPr>
            <a:lvl4pPr marL="609600" indent="0" algn="l">
              <a:lnSpc>
                <a:spcPct val="112000"/>
              </a:lnSpc>
              <a:spcAft>
                <a:spcPts val="0"/>
              </a:spcAft>
              <a:buNone/>
              <a:defRPr sz="1500" b="0">
                <a:solidFill>
                  <a:srgbClr val="252529"/>
                </a:solidFill>
                <a:latin typeface="Aptos"/>
                <a:ea typeface="Aptos"/>
                <a:cs typeface="Aptos"/>
              </a:defRPr>
            </a:lvl4pPr>
            <a:lvl5pPr marL="812800" indent="0" algn="l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252529"/>
                </a:solidFill>
                <a:latin typeface="Aptos"/>
                <a:ea typeface="Aptos"/>
                <a:cs typeface="Aptos"/>
              </a:defRPr>
            </a:lvl5pPr>
            <a:lvl6pPr marL="1016000" indent="0" algn="l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252529"/>
                </a:solidFill>
                <a:latin typeface="Aptos"/>
                <a:ea typeface="Aptos"/>
                <a:cs typeface="Aptos"/>
              </a:defRPr>
            </a:lvl6pPr>
            <a:lvl7pPr marL="1219200" indent="0" algn="l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252529"/>
                </a:solidFill>
                <a:latin typeface="Aptos"/>
                <a:ea typeface="Aptos"/>
                <a:cs typeface="Aptos"/>
              </a:defRPr>
            </a:lvl7pPr>
            <a:lvl8pPr marL="1422400" indent="0" algn="l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252529"/>
                </a:solidFill>
                <a:latin typeface="Aptos"/>
                <a:ea typeface="Aptos"/>
                <a:cs typeface="Aptos"/>
              </a:defRPr>
            </a:lvl8pPr>
            <a:lvl9pPr marL="1625600" indent="0" algn="l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252529"/>
                </a:solidFill>
                <a:latin typeface="Aptos"/>
                <a:ea typeface="Aptos"/>
                <a:cs typeface="Aptos"/>
              </a:defRPr>
            </a:lvl9pPr>
          </a:lstStyle>
          <a:p>
            <a:pPr marL="0" indent="0" algn="l">
              <a:lnSpc>
                <a:spcPct val="112000"/>
              </a:lnSpc>
              <a:spcAft>
                <a:spcPts val="1000"/>
              </a:spcAft>
              <a:buNone/>
              <a:defRPr sz="1800" b="0">
                <a:solidFill>
                  <a:srgbClr val="252529"/>
                </a:solidFill>
                <a:latin typeface="Aptos"/>
                <a:ea typeface="Aptos"/>
                <a:cs typeface="Aptos"/>
              </a:defRPr>
            </a:pPr>
            <a:r>
              <a:t>Click to add picture</a:t>
            </a:r>
          </a:p>
        </p:txBody>
      </p:sp>
      <p:sp>
        <p:nvSpPr>
          <p:cNvPr id="24" name="Clean obj 14"/>
          <p:cNvSpPr>
            <a:spLocks noGrp="1"/>
          </p:cNvSpPr>
          <p:nvPr>
            <p:ph type="obj" idx="14"/>
          </p:nvPr>
        </p:nvSpPr>
        <p:spPr>
          <a:xfrm>
            <a:off x="6248400" y="1219200"/>
            <a:ext cx="2438400" cy="63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>
            <a:lvl1pPr marL="0" indent="0" algn="l">
              <a:lnSpc>
                <a:spcPct val="112000"/>
              </a:lnSpc>
              <a:spcAft>
                <a:spcPts val="1000"/>
              </a:spcAft>
              <a:buNone/>
              <a:defRPr sz="1800" b="0">
                <a:solidFill>
                  <a:srgbClr val="252529"/>
                </a:solidFill>
                <a:latin typeface="Aptos"/>
                <a:ea typeface="Aptos"/>
                <a:cs typeface="Aptos"/>
              </a:defRPr>
            </a:lvl1pPr>
            <a:lvl2pPr marL="203200" indent="0" algn="l">
              <a:lnSpc>
                <a:spcPct val="112000"/>
              </a:lnSpc>
              <a:spcAft>
                <a:spcPts val="1000"/>
              </a:spcAft>
              <a:buNone/>
              <a:defRPr sz="1700" b="0">
                <a:solidFill>
                  <a:srgbClr val="252529"/>
                </a:solidFill>
                <a:latin typeface="Aptos"/>
                <a:ea typeface="Aptos"/>
                <a:cs typeface="Aptos"/>
              </a:defRPr>
            </a:lvl2pPr>
            <a:lvl3pPr marL="406400" indent="0" algn="l">
              <a:lnSpc>
                <a:spcPct val="112000"/>
              </a:lnSpc>
              <a:spcAft>
                <a:spcPts val="0"/>
              </a:spcAft>
              <a:buNone/>
              <a:defRPr sz="1600" b="0">
                <a:solidFill>
                  <a:srgbClr val="252529"/>
                </a:solidFill>
                <a:latin typeface="Aptos"/>
                <a:ea typeface="Aptos"/>
                <a:cs typeface="Aptos"/>
              </a:defRPr>
            </a:lvl3pPr>
            <a:lvl4pPr marL="609600" indent="0" algn="l">
              <a:lnSpc>
                <a:spcPct val="112000"/>
              </a:lnSpc>
              <a:spcAft>
                <a:spcPts val="0"/>
              </a:spcAft>
              <a:buNone/>
              <a:defRPr sz="1500" b="0">
                <a:solidFill>
                  <a:srgbClr val="252529"/>
                </a:solidFill>
                <a:latin typeface="Aptos"/>
                <a:ea typeface="Aptos"/>
                <a:cs typeface="Aptos"/>
              </a:defRPr>
            </a:lvl4pPr>
            <a:lvl5pPr marL="812800" indent="0" algn="l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252529"/>
                </a:solidFill>
                <a:latin typeface="Aptos"/>
                <a:ea typeface="Aptos"/>
                <a:cs typeface="Aptos"/>
              </a:defRPr>
            </a:lvl5pPr>
            <a:lvl6pPr marL="1016000" indent="0" algn="l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252529"/>
                </a:solidFill>
                <a:latin typeface="Aptos"/>
                <a:ea typeface="Aptos"/>
                <a:cs typeface="Aptos"/>
              </a:defRPr>
            </a:lvl6pPr>
            <a:lvl7pPr marL="1219200" indent="0" algn="l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252529"/>
                </a:solidFill>
                <a:latin typeface="Aptos"/>
                <a:ea typeface="Aptos"/>
                <a:cs typeface="Aptos"/>
              </a:defRPr>
            </a:lvl7pPr>
            <a:lvl8pPr marL="1422400" indent="0" algn="l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252529"/>
                </a:solidFill>
                <a:latin typeface="Aptos"/>
                <a:ea typeface="Aptos"/>
                <a:cs typeface="Aptos"/>
              </a:defRPr>
            </a:lvl8pPr>
            <a:lvl9pPr marL="1625600" indent="0" algn="l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252529"/>
                </a:solidFill>
                <a:latin typeface="Aptos"/>
                <a:ea typeface="Aptos"/>
                <a:cs typeface="Aptos"/>
              </a:defRPr>
            </a:lvl9pPr>
          </a:lstStyle>
          <a:p>
            <a:pPr marL="0" indent="0" algn="l">
              <a:lnSpc>
                <a:spcPct val="112000"/>
              </a:lnSpc>
              <a:spcAft>
                <a:spcPts val="1000"/>
              </a:spcAft>
              <a:buNone/>
              <a:defRPr sz="1800" b="0">
                <a:solidFill>
                  <a:srgbClr val="252529"/>
                </a:solidFill>
                <a:latin typeface="Aptos"/>
                <a:ea typeface="Aptos"/>
                <a:cs typeface="Aptos"/>
              </a:defRPr>
            </a:pPr>
            <a:r>
              <a:t>Panel heading</a:t>
            </a:r>
          </a:p>
        </p:txBody>
      </p:sp>
      <p:sp>
        <p:nvSpPr>
          <p:cNvPr id="27" name="Clean pic 17"/>
          <p:cNvSpPr>
            <a:spLocks noGrp="1"/>
          </p:cNvSpPr>
          <p:nvPr>
            <p:ph type="pic" idx="17"/>
          </p:nvPr>
        </p:nvSpPr>
        <p:spPr>
          <a:xfrm>
            <a:off x="6248400" y="1993900"/>
            <a:ext cx="2438400" cy="2438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>
            <a:lvl1pPr marL="0" indent="0" algn="l">
              <a:lnSpc>
                <a:spcPct val="112000"/>
              </a:lnSpc>
              <a:spcAft>
                <a:spcPts val="1000"/>
              </a:spcAft>
              <a:buNone/>
              <a:defRPr sz="1800" b="0">
                <a:solidFill>
                  <a:srgbClr val="252529"/>
                </a:solidFill>
                <a:latin typeface="Aptos"/>
                <a:ea typeface="Aptos"/>
                <a:cs typeface="Aptos"/>
              </a:defRPr>
            </a:lvl1pPr>
            <a:lvl2pPr marL="203200" indent="0" algn="l">
              <a:lnSpc>
                <a:spcPct val="112000"/>
              </a:lnSpc>
              <a:spcAft>
                <a:spcPts val="1000"/>
              </a:spcAft>
              <a:buNone/>
              <a:defRPr sz="1700" b="0">
                <a:solidFill>
                  <a:srgbClr val="252529"/>
                </a:solidFill>
                <a:latin typeface="Aptos"/>
                <a:ea typeface="Aptos"/>
                <a:cs typeface="Aptos"/>
              </a:defRPr>
            </a:lvl2pPr>
            <a:lvl3pPr marL="406400" indent="0" algn="l">
              <a:lnSpc>
                <a:spcPct val="112000"/>
              </a:lnSpc>
              <a:spcAft>
                <a:spcPts val="0"/>
              </a:spcAft>
              <a:buNone/>
              <a:defRPr sz="1600" b="0">
                <a:solidFill>
                  <a:srgbClr val="252529"/>
                </a:solidFill>
                <a:latin typeface="Aptos"/>
                <a:ea typeface="Aptos"/>
                <a:cs typeface="Aptos"/>
              </a:defRPr>
            </a:lvl3pPr>
            <a:lvl4pPr marL="609600" indent="0" algn="l">
              <a:lnSpc>
                <a:spcPct val="112000"/>
              </a:lnSpc>
              <a:spcAft>
                <a:spcPts val="0"/>
              </a:spcAft>
              <a:buNone/>
              <a:defRPr sz="1500" b="0">
                <a:solidFill>
                  <a:srgbClr val="252529"/>
                </a:solidFill>
                <a:latin typeface="Aptos"/>
                <a:ea typeface="Aptos"/>
                <a:cs typeface="Aptos"/>
              </a:defRPr>
            </a:lvl4pPr>
            <a:lvl5pPr marL="812800" indent="0" algn="l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252529"/>
                </a:solidFill>
                <a:latin typeface="Aptos"/>
                <a:ea typeface="Aptos"/>
                <a:cs typeface="Aptos"/>
              </a:defRPr>
            </a:lvl5pPr>
            <a:lvl6pPr marL="1016000" indent="0" algn="l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252529"/>
                </a:solidFill>
                <a:latin typeface="Aptos"/>
                <a:ea typeface="Aptos"/>
                <a:cs typeface="Aptos"/>
              </a:defRPr>
            </a:lvl6pPr>
            <a:lvl7pPr marL="1219200" indent="0" algn="l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252529"/>
                </a:solidFill>
                <a:latin typeface="Aptos"/>
                <a:ea typeface="Aptos"/>
                <a:cs typeface="Aptos"/>
              </a:defRPr>
            </a:lvl7pPr>
            <a:lvl8pPr marL="1422400" indent="0" algn="l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252529"/>
                </a:solidFill>
                <a:latin typeface="Aptos"/>
                <a:ea typeface="Aptos"/>
                <a:cs typeface="Aptos"/>
              </a:defRPr>
            </a:lvl8pPr>
            <a:lvl9pPr marL="1625600" indent="0" algn="l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252529"/>
                </a:solidFill>
                <a:latin typeface="Aptos"/>
                <a:ea typeface="Aptos"/>
                <a:cs typeface="Aptos"/>
              </a:defRPr>
            </a:lvl9pPr>
          </a:lstStyle>
          <a:p>
            <a:pPr marL="0" indent="0" algn="l">
              <a:lnSpc>
                <a:spcPct val="112000"/>
              </a:lnSpc>
              <a:spcAft>
                <a:spcPts val="1000"/>
              </a:spcAft>
              <a:buNone/>
              <a:defRPr sz="1800" b="0">
                <a:solidFill>
                  <a:srgbClr val="252529"/>
                </a:solidFill>
                <a:latin typeface="Aptos"/>
                <a:ea typeface="Aptos"/>
                <a:cs typeface="Aptos"/>
              </a:defRPr>
            </a:pPr>
            <a:r>
              <a:t>Click to add picture</a:t>
            </a:r>
          </a:p>
        </p:txBody>
      </p:sp>
      <p:sp>
        <p:nvSpPr>
          <p:cNvPr id="90" name="Clean ftr 11"/>
          <p:cNvSpPr>
            <a:spLocks noGrp="1"/>
          </p:cNvSpPr>
          <p:nvPr>
            <p:ph type="ftr" idx="11"/>
          </p:nvPr>
        </p:nvSpPr>
        <p:spPr>
          <a:xfrm>
            <a:off x="457200" y="4876800"/>
            <a:ext cx="5080000" cy="152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>
            <a:lvl1pPr marL="0" indent="0" algn="l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747B82"/>
                </a:solidFill>
                <a:latin typeface="Aptos"/>
                <a:ea typeface="Aptos"/>
                <a:cs typeface="Aptos"/>
              </a:defRPr>
            </a:lvl1pPr>
            <a:lvl2pPr marL="203200" indent="0" algn="l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747B82"/>
                </a:solidFill>
                <a:latin typeface="Aptos"/>
                <a:ea typeface="Aptos"/>
                <a:cs typeface="Aptos"/>
              </a:defRPr>
            </a:lvl2pPr>
            <a:lvl3pPr marL="406400" indent="0" algn="l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747B82"/>
                </a:solidFill>
                <a:latin typeface="Aptos"/>
                <a:ea typeface="Aptos"/>
                <a:cs typeface="Aptos"/>
              </a:defRPr>
            </a:lvl3pPr>
            <a:lvl4pPr marL="609600" indent="0" algn="l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747B82"/>
                </a:solidFill>
                <a:latin typeface="Aptos"/>
                <a:ea typeface="Aptos"/>
                <a:cs typeface="Aptos"/>
              </a:defRPr>
            </a:lvl4pPr>
            <a:lvl5pPr marL="812800" indent="0" algn="l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747B82"/>
                </a:solidFill>
                <a:latin typeface="Aptos"/>
                <a:ea typeface="Aptos"/>
                <a:cs typeface="Aptos"/>
              </a:defRPr>
            </a:lvl5pPr>
            <a:lvl6pPr marL="1016000" indent="0" algn="l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747B82"/>
                </a:solidFill>
                <a:latin typeface="Aptos"/>
                <a:ea typeface="Aptos"/>
                <a:cs typeface="Aptos"/>
              </a:defRPr>
            </a:lvl6pPr>
            <a:lvl7pPr marL="1219200" indent="0" algn="l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747B82"/>
                </a:solidFill>
                <a:latin typeface="Aptos"/>
                <a:ea typeface="Aptos"/>
                <a:cs typeface="Aptos"/>
              </a:defRPr>
            </a:lvl7pPr>
            <a:lvl8pPr marL="1422400" indent="0" algn="l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747B82"/>
                </a:solidFill>
                <a:latin typeface="Aptos"/>
                <a:ea typeface="Aptos"/>
                <a:cs typeface="Aptos"/>
              </a:defRPr>
            </a:lvl8pPr>
            <a:lvl9pPr marL="1625600" indent="0" algn="l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747B82"/>
                </a:solidFill>
                <a:latin typeface="Aptos"/>
                <a:ea typeface="Aptos"/>
                <a:cs typeface="Aptos"/>
              </a:defRPr>
            </a:lvl9pPr>
          </a:lstStyle>
          <a:p>
            <a:pPr marL="0" indent="0" algn="l">
              <a:lnSpc>
                <a:spcPct val="112000"/>
              </a:lnSpc>
              <a:spcAft>
                <a:spcPts val="0"/>
              </a:spcAft>
              <a:buNone/>
              <a:defRPr sz="800" b="0">
                <a:solidFill>
                  <a:srgbClr val="747B82"/>
                </a:solidFill>
                <a:latin typeface="Aptos"/>
                <a:ea typeface="Aptos"/>
                <a:cs typeface="Aptos"/>
              </a:defRPr>
            </a:pPr>
            <a:r>
              <a:t>Msc Defence T.M. Lenssen</a:t>
            </a:r>
          </a:p>
        </p:txBody>
      </p:sp>
      <p:sp>
        <p:nvSpPr>
          <p:cNvPr id="91" name="Clean sldNum 12"/>
          <p:cNvSpPr>
            <a:spLocks noGrp="1"/>
          </p:cNvSpPr>
          <p:nvPr>
            <p:ph type="sldNum" idx="12"/>
          </p:nvPr>
        </p:nvSpPr>
        <p:spPr>
          <a:xfrm>
            <a:off x="7874000" y="4876800"/>
            <a:ext cx="355600" cy="152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>
            <a:lvl1pPr marL="0" indent="0" algn="r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747B82"/>
                </a:solidFill>
                <a:latin typeface="Aptos"/>
                <a:ea typeface="Aptos"/>
                <a:cs typeface="Aptos"/>
              </a:defRPr>
            </a:lvl1pPr>
            <a:lvl2pPr marL="203200" indent="0" algn="r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747B82"/>
                </a:solidFill>
                <a:latin typeface="Aptos"/>
                <a:ea typeface="Aptos"/>
                <a:cs typeface="Aptos"/>
              </a:defRPr>
            </a:lvl2pPr>
            <a:lvl3pPr marL="406400" indent="0" algn="r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747B82"/>
                </a:solidFill>
                <a:latin typeface="Aptos"/>
                <a:ea typeface="Aptos"/>
                <a:cs typeface="Aptos"/>
              </a:defRPr>
            </a:lvl3pPr>
            <a:lvl4pPr marL="609600" indent="0" algn="r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747B82"/>
                </a:solidFill>
                <a:latin typeface="Aptos"/>
                <a:ea typeface="Aptos"/>
                <a:cs typeface="Aptos"/>
              </a:defRPr>
            </a:lvl4pPr>
            <a:lvl5pPr marL="812800" indent="0" algn="r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747B82"/>
                </a:solidFill>
                <a:latin typeface="Aptos"/>
                <a:ea typeface="Aptos"/>
                <a:cs typeface="Aptos"/>
              </a:defRPr>
            </a:lvl5pPr>
            <a:lvl6pPr marL="1016000" indent="0" algn="r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747B82"/>
                </a:solidFill>
                <a:latin typeface="Aptos"/>
                <a:ea typeface="Aptos"/>
                <a:cs typeface="Aptos"/>
              </a:defRPr>
            </a:lvl6pPr>
            <a:lvl7pPr marL="1219200" indent="0" algn="r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747B82"/>
                </a:solidFill>
                <a:latin typeface="Aptos"/>
                <a:ea typeface="Aptos"/>
                <a:cs typeface="Aptos"/>
              </a:defRPr>
            </a:lvl7pPr>
            <a:lvl8pPr marL="1422400" indent="0" algn="r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747B82"/>
                </a:solidFill>
                <a:latin typeface="Aptos"/>
                <a:ea typeface="Aptos"/>
                <a:cs typeface="Aptos"/>
              </a:defRPr>
            </a:lvl8pPr>
            <a:lvl9pPr marL="1625600" indent="0" algn="r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747B82"/>
                </a:solidFill>
                <a:latin typeface="Aptos"/>
                <a:ea typeface="Aptos"/>
                <a:cs typeface="Aptos"/>
              </a:defRPr>
            </a:lvl9pPr>
          </a:lstStyle>
          <a:p>
            <a:pPr marL="0" indent="0" algn="r">
              <a:lnSpc>
                <a:spcPct val="112000"/>
              </a:lnSpc>
              <a:spcAft>
                <a:spcPts val="0"/>
              </a:spcAft>
              <a:buNone/>
              <a:defRPr sz="800" b="0">
                <a:solidFill>
                  <a:srgbClr val="747B82"/>
                </a:solidFill>
                <a:latin typeface="Aptos"/>
                <a:ea typeface="Aptos"/>
                <a:cs typeface="Aptos"/>
              </a:defRPr>
            </a:pPr>
            <a:fld id="{02D62CF7-B451-42A0-BFB3-67C7E3FB3001}" type="slidenum">
              <a:rPr lang="en-GB"/>
              <a:t>1</a:t>
            </a:fld>
          </a:p>
        </p:txBody>
      </p:sp>
    </p:spTree>
  </p:cSld>
  <p:clrMapOvr>
    <a:masterClrMapping/>
  </p:clrMapOvr>
  <p:hf hdr="0" dt="0" ftr="1" sldNum="1"/>
</p:sldLayout>
</file>

<file path=ppt/slideLayouts/slideLayout10.xml><?xml version="1.0" encoding="utf-8"?>
<p:sldLayout xmlns:p="http://schemas.openxmlformats.org/presentationml/2006/main" xmlns:a="http://schemas.openxmlformats.org/drawingml/2006/main" xmlns:r="http://schemas.openxmlformats.org/officeDocument/2006/relationships" type="cust" preserve="1" showMasterSp="1">
  <p:cSld name="Clean White - Picture and Tex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lean title 0"/>
          <p:cNvSpPr>
            <a:spLocks noGrp="1"/>
          </p:cNvSpPr>
          <p:nvPr>
            <p:ph type="title" idx="0"/>
          </p:nvPr>
        </p:nvSpPr>
        <p:spPr>
          <a:xfrm>
            <a:off x="457200" y="381000"/>
            <a:ext cx="822960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>
            <a:lvl1pPr marL="0" indent="0" algn="l">
              <a:lnSpc>
                <a:spcPct val="112000"/>
              </a:lnSpc>
              <a:spcAft>
                <a:spcPts val="0"/>
              </a:spcAft>
              <a:buNone/>
              <a:defRPr sz="2500" b="1">
                <a:solidFill>
                  <a:srgbClr val="252529"/>
                </a:solidFill>
                <a:latin typeface="Aptos"/>
                <a:ea typeface="Aptos"/>
                <a:cs typeface="Aptos"/>
              </a:defRPr>
            </a:lvl1pPr>
            <a:lvl2pPr marL="203200" indent="0" algn="l">
              <a:lnSpc>
                <a:spcPct val="112000"/>
              </a:lnSpc>
              <a:spcAft>
                <a:spcPts val="0"/>
              </a:spcAft>
              <a:buNone/>
              <a:defRPr sz="2400" b="1">
                <a:solidFill>
                  <a:srgbClr val="252529"/>
                </a:solidFill>
                <a:latin typeface="Aptos"/>
                <a:ea typeface="Aptos"/>
                <a:cs typeface="Aptos"/>
              </a:defRPr>
            </a:lvl2pPr>
            <a:lvl3pPr marL="406400" indent="0" algn="l">
              <a:lnSpc>
                <a:spcPct val="112000"/>
              </a:lnSpc>
              <a:spcAft>
                <a:spcPts val="0"/>
              </a:spcAft>
              <a:buNone/>
              <a:defRPr sz="2300" b="1">
                <a:solidFill>
                  <a:srgbClr val="252529"/>
                </a:solidFill>
                <a:latin typeface="Aptos"/>
                <a:ea typeface="Aptos"/>
                <a:cs typeface="Aptos"/>
              </a:defRPr>
            </a:lvl3pPr>
            <a:lvl4pPr marL="609600" indent="0" algn="l">
              <a:lnSpc>
                <a:spcPct val="112000"/>
              </a:lnSpc>
              <a:spcAft>
                <a:spcPts val="0"/>
              </a:spcAft>
              <a:buNone/>
              <a:defRPr sz="2200" b="1">
                <a:solidFill>
                  <a:srgbClr val="252529"/>
                </a:solidFill>
                <a:latin typeface="Aptos"/>
                <a:ea typeface="Aptos"/>
                <a:cs typeface="Aptos"/>
              </a:defRPr>
            </a:lvl4pPr>
            <a:lvl5pPr marL="812800" indent="0" algn="l">
              <a:lnSpc>
                <a:spcPct val="112000"/>
              </a:lnSpc>
              <a:spcAft>
                <a:spcPts val="0"/>
              </a:spcAft>
              <a:buNone/>
              <a:defRPr sz="2100" b="1">
                <a:solidFill>
                  <a:srgbClr val="252529"/>
                </a:solidFill>
                <a:latin typeface="Aptos"/>
                <a:ea typeface="Aptos"/>
                <a:cs typeface="Aptos"/>
              </a:defRPr>
            </a:lvl5pPr>
            <a:lvl6pPr marL="1016000" indent="0" algn="l">
              <a:lnSpc>
                <a:spcPct val="112000"/>
              </a:lnSpc>
              <a:spcAft>
                <a:spcPts val="0"/>
              </a:spcAft>
              <a:buNone/>
              <a:defRPr sz="2000" b="1">
                <a:solidFill>
                  <a:srgbClr val="252529"/>
                </a:solidFill>
                <a:latin typeface="Aptos"/>
                <a:ea typeface="Aptos"/>
                <a:cs typeface="Aptos"/>
              </a:defRPr>
            </a:lvl6pPr>
            <a:lvl7pPr marL="1219200" indent="0" algn="l">
              <a:lnSpc>
                <a:spcPct val="112000"/>
              </a:lnSpc>
              <a:spcAft>
                <a:spcPts val="0"/>
              </a:spcAft>
              <a:buNone/>
              <a:defRPr sz="1900" b="1">
                <a:solidFill>
                  <a:srgbClr val="252529"/>
                </a:solidFill>
                <a:latin typeface="Aptos"/>
                <a:ea typeface="Aptos"/>
                <a:cs typeface="Aptos"/>
              </a:defRPr>
            </a:lvl7pPr>
            <a:lvl8pPr marL="1422400" indent="0" algn="l">
              <a:lnSpc>
                <a:spcPct val="112000"/>
              </a:lnSpc>
              <a:spcAft>
                <a:spcPts val="0"/>
              </a:spcAft>
              <a:buNone/>
              <a:defRPr sz="1800" b="1">
                <a:solidFill>
                  <a:srgbClr val="252529"/>
                </a:solidFill>
                <a:latin typeface="Aptos"/>
                <a:ea typeface="Aptos"/>
                <a:cs typeface="Aptos"/>
              </a:defRPr>
            </a:lvl8pPr>
            <a:lvl9pPr marL="1625600" indent="0" algn="l">
              <a:lnSpc>
                <a:spcPct val="112000"/>
              </a:lnSpc>
              <a:spcAft>
                <a:spcPts val="0"/>
              </a:spcAft>
              <a:buNone/>
              <a:defRPr sz="1700" b="1">
                <a:solidFill>
                  <a:srgbClr val="252529"/>
                </a:solidFill>
                <a:latin typeface="Aptos"/>
                <a:ea typeface="Aptos"/>
                <a:cs typeface="Aptos"/>
              </a:defRPr>
            </a:lvl9pPr>
          </a:lstStyle>
          <a:p>
            <a:pPr marL="0" indent="0" algn="l">
              <a:lnSpc>
                <a:spcPct val="112000"/>
              </a:lnSpc>
              <a:spcAft>
                <a:spcPts val="0"/>
              </a:spcAft>
              <a:buNone/>
              <a:defRPr sz="2500" b="1">
                <a:solidFill>
                  <a:srgbClr val="252529"/>
                </a:solidFill>
                <a:latin typeface="Aptos"/>
                <a:ea typeface="Aptos"/>
                <a:cs typeface="Aptos"/>
              </a:defRPr>
            </a:pPr>
            <a:r>
              <a:t>Click to add title</a:t>
            </a:r>
          </a:p>
        </p:txBody>
      </p:sp>
      <p:sp>
        <p:nvSpPr>
          <p:cNvPr id="23" name="Clean pic 13"/>
          <p:cNvSpPr>
            <a:spLocks noGrp="1"/>
          </p:cNvSpPr>
          <p:nvPr>
            <p:ph type="pic" idx="13"/>
          </p:nvPr>
        </p:nvSpPr>
        <p:spPr>
          <a:xfrm>
            <a:off x="457200" y="1219200"/>
            <a:ext cx="3911600" cy="330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>
            <a:lvl1pPr marL="0" indent="0" algn="l">
              <a:lnSpc>
                <a:spcPct val="112000"/>
              </a:lnSpc>
              <a:spcAft>
                <a:spcPts val="1000"/>
              </a:spcAft>
              <a:buNone/>
              <a:defRPr sz="1800" b="0">
                <a:solidFill>
                  <a:srgbClr val="252529"/>
                </a:solidFill>
                <a:latin typeface="Aptos"/>
                <a:ea typeface="Aptos"/>
                <a:cs typeface="Aptos"/>
              </a:defRPr>
            </a:lvl1pPr>
            <a:lvl2pPr marL="203200" indent="0" algn="l">
              <a:lnSpc>
                <a:spcPct val="112000"/>
              </a:lnSpc>
              <a:spcAft>
                <a:spcPts val="1000"/>
              </a:spcAft>
              <a:buNone/>
              <a:defRPr sz="1700" b="0">
                <a:solidFill>
                  <a:srgbClr val="252529"/>
                </a:solidFill>
                <a:latin typeface="Aptos"/>
                <a:ea typeface="Aptos"/>
                <a:cs typeface="Aptos"/>
              </a:defRPr>
            </a:lvl2pPr>
            <a:lvl3pPr marL="406400" indent="0" algn="l">
              <a:lnSpc>
                <a:spcPct val="112000"/>
              </a:lnSpc>
              <a:spcAft>
                <a:spcPts val="0"/>
              </a:spcAft>
              <a:buNone/>
              <a:defRPr sz="1600" b="0">
                <a:solidFill>
                  <a:srgbClr val="252529"/>
                </a:solidFill>
                <a:latin typeface="Aptos"/>
                <a:ea typeface="Aptos"/>
                <a:cs typeface="Aptos"/>
              </a:defRPr>
            </a:lvl3pPr>
            <a:lvl4pPr marL="609600" indent="0" algn="l">
              <a:lnSpc>
                <a:spcPct val="112000"/>
              </a:lnSpc>
              <a:spcAft>
                <a:spcPts val="0"/>
              </a:spcAft>
              <a:buNone/>
              <a:defRPr sz="1500" b="0">
                <a:solidFill>
                  <a:srgbClr val="252529"/>
                </a:solidFill>
                <a:latin typeface="Aptos"/>
                <a:ea typeface="Aptos"/>
                <a:cs typeface="Aptos"/>
              </a:defRPr>
            </a:lvl4pPr>
            <a:lvl5pPr marL="812800" indent="0" algn="l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252529"/>
                </a:solidFill>
                <a:latin typeface="Aptos"/>
                <a:ea typeface="Aptos"/>
                <a:cs typeface="Aptos"/>
              </a:defRPr>
            </a:lvl5pPr>
            <a:lvl6pPr marL="1016000" indent="0" algn="l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252529"/>
                </a:solidFill>
                <a:latin typeface="Aptos"/>
                <a:ea typeface="Aptos"/>
                <a:cs typeface="Aptos"/>
              </a:defRPr>
            </a:lvl6pPr>
            <a:lvl7pPr marL="1219200" indent="0" algn="l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252529"/>
                </a:solidFill>
                <a:latin typeface="Aptos"/>
                <a:ea typeface="Aptos"/>
                <a:cs typeface="Aptos"/>
              </a:defRPr>
            </a:lvl7pPr>
            <a:lvl8pPr marL="1422400" indent="0" algn="l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252529"/>
                </a:solidFill>
                <a:latin typeface="Aptos"/>
                <a:ea typeface="Aptos"/>
                <a:cs typeface="Aptos"/>
              </a:defRPr>
            </a:lvl8pPr>
            <a:lvl9pPr marL="1625600" indent="0" algn="l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252529"/>
                </a:solidFill>
                <a:latin typeface="Aptos"/>
                <a:ea typeface="Aptos"/>
                <a:cs typeface="Aptos"/>
              </a:defRPr>
            </a:lvl9pPr>
          </a:lstStyle>
          <a:p>
            <a:pPr marL="0" indent="0" algn="l">
              <a:lnSpc>
                <a:spcPct val="112000"/>
              </a:lnSpc>
              <a:spcAft>
                <a:spcPts val="1000"/>
              </a:spcAft>
              <a:buNone/>
              <a:defRPr sz="1800" b="0">
                <a:solidFill>
                  <a:srgbClr val="252529"/>
                </a:solidFill>
                <a:latin typeface="Aptos"/>
                <a:ea typeface="Aptos"/>
                <a:cs typeface="Aptos"/>
              </a:defRPr>
            </a:pPr>
            <a:r>
              <a:t>Click to add picture</a:t>
            </a:r>
          </a:p>
        </p:txBody>
      </p:sp>
      <p:sp>
        <p:nvSpPr>
          <p:cNvPr id="11" name="Clean obj 1"/>
          <p:cNvSpPr>
            <a:spLocks noGrp="1"/>
          </p:cNvSpPr>
          <p:nvPr>
            <p:ph type="obj" idx="1"/>
          </p:nvPr>
        </p:nvSpPr>
        <p:spPr>
          <a:xfrm>
            <a:off x="4775200" y="1219200"/>
            <a:ext cx="3911600" cy="330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>
            <a:lvl1pPr marL="0" indent="0" algn="l">
              <a:lnSpc>
                <a:spcPct val="112000"/>
              </a:lnSpc>
              <a:spcAft>
                <a:spcPts val="1000"/>
              </a:spcAft>
              <a:buNone/>
              <a:defRPr sz="1800" b="0">
                <a:solidFill>
                  <a:srgbClr val="252529"/>
                </a:solidFill>
                <a:latin typeface="Aptos"/>
                <a:ea typeface="Aptos"/>
                <a:cs typeface="Aptos"/>
              </a:defRPr>
            </a:lvl1pPr>
            <a:lvl2pPr marL="203200" indent="0" algn="l">
              <a:lnSpc>
                <a:spcPct val="112000"/>
              </a:lnSpc>
              <a:spcAft>
                <a:spcPts val="1000"/>
              </a:spcAft>
              <a:buNone/>
              <a:defRPr sz="1700" b="0">
                <a:solidFill>
                  <a:srgbClr val="252529"/>
                </a:solidFill>
                <a:latin typeface="Aptos"/>
                <a:ea typeface="Aptos"/>
                <a:cs typeface="Aptos"/>
              </a:defRPr>
            </a:lvl2pPr>
            <a:lvl3pPr marL="406400" indent="0" algn="l">
              <a:lnSpc>
                <a:spcPct val="112000"/>
              </a:lnSpc>
              <a:spcAft>
                <a:spcPts val="0"/>
              </a:spcAft>
              <a:buNone/>
              <a:defRPr sz="1600" b="0">
                <a:solidFill>
                  <a:srgbClr val="252529"/>
                </a:solidFill>
                <a:latin typeface="Aptos"/>
                <a:ea typeface="Aptos"/>
                <a:cs typeface="Aptos"/>
              </a:defRPr>
            </a:lvl3pPr>
            <a:lvl4pPr marL="609600" indent="0" algn="l">
              <a:lnSpc>
                <a:spcPct val="112000"/>
              </a:lnSpc>
              <a:spcAft>
                <a:spcPts val="0"/>
              </a:spcAft>
              <a:buNone/>
              <a:defRPr sz="1500" b="0">
                <a:solidFill>
                  <a:srgbClr val="252529"/>
                </a:solidFill>
                <a:latin typeface="Aptos"/>
                <a:ea typeface="Aptos"/>
                <a:cs typeface="Aptos"/>
              </a:defRPr>
            </a:lvl4pPr>
            <a:lvl5pPr marL="812800" indent="0" algn="l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252529"/>
                </a:solidFill>
                <a:latin typeface="Aptos"/>
                <a:ea typeface="Aptos"/>
                <a:cs typeface="Aptos"/>
              </a:defRPr>
            </a:lvl5pPr>
            <a:lvl6pPr marL="1016000" indent="0" algn="l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252529"/>
                </a:solidFill>
                <a:latin typeface="Aptos"/>
                <a:ea typeface="Aptos"/>
                <a:cs typeface="Aptos"/>
              </a:defRPr>
            </a:lvl6pPr>
            <a:lvl7pPr marL="1219200" indent="0" algn="l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252529"/>
                </a:solidFill>
                <a:latin typeface="Aptos"/>
                <a:ea typeface="Aptos"/>
                <a:cs typeface="Aptos"/>
              </a:defRPr>
            </a:lvl7pPr>
            <a:lvl8pPr marL="1422400" indent="0" algn="l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252529"/>
                </a:solidFill>
                <a:latin typeface="Aptos"/>
                <a:ea typeface="Aptos"/>
                <a:cs typeface="Aptos"/>
              </a:defRPr>
            </a:lvl8pPr>
            <a:lvl9pPr marL="1625600" indent="0" algn="l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252529"/>
                </a:solidFill>
                <a:latin typeface="Aptos"/>
                <a:ea typeface="Aptos"/>
                <a:cs typeface="Aptos"/>
              </a:defRPr>
            </a:lvl9pPr>
          </a:lstStyle>
          <a:p>
            <a:pPr marL="0" indent="0" algn="l">
              <a:lnSpc>
                <a:spcPct val="112000"/>
              </a:lnSpc>
              <a:spcAft>
                <a:spcPts val="1000"/>
              </a:spcAft>
              <a:buNone/>
              <a:defRPr sz="1800" b="0">
                <a:solidFill>
                  <a:srgbClr val="252529"/>
                </a:solidFill>
                <a:latin typeface="Aptos"/>
                <a:ea typeface="Aptos"/>
                <a:cs typeface="Aptos"/>
              </a:defRPr>
            </a:pPr>
            <a:r>
              <a:t>Click to add content</a:t>
            </a:r>
          </a:p>
        </p:txBody>
      </p:sp>
      <p:sp>
        <p:nvSpPr>
          <p:cNvPr id="90" name="Clean ftr 11"/>
          <p:cNvSpPr>
            <a:spLocks noGrp="1"/>
          </p:cNvSpPr>
          <p:nvPr>
            <p:ph type="ftr" idx="11"/>
          </p:nvPr>
        </p:nvSpPr>
        <p:spPr>
          <a:xfrm>
            <a:off x="457200" y="4876800"/>
            <a:ext cx="5080000" cy="152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>
            <a:lvl1pPr marL="0" indent="0" algn="l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747B82"/>
                </a:solidFill>
                <a:latin typeface="Aptos"/>
                <a:ea typeface="Aptos"/>
                <a:cs typeface="Aptos"/>
              </a:defRPr>
            </a:lvl1pPr>
            <a:lvl2pPr marL="203200" indent="0" algn="l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747B82"/>
                </a:solidFill>
                <a:latin typeface="Aptos"/>
                <a:ea typeface="Aptos"/>
                <a:cs typeface="Aptos"/>
              </a:defRPr>
            </a:lvl2pPr>
            <a:lvl3pPr marL="406400" indent="0" algn="l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747B82"/>
                </a:solidFill>
                <a:latin typeface="Aptos"/>
                <a:ea typeface="Aptos"/>
                <a:cs typeface="Aptos"/>
              </a:defRPr>
            </a:lvl3pPr>
            <a:lvl4pPr marL="609600" indent="0" algn="l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747B82"/>
                </a:solidFill>
                <a:latin typeface="Aptos"/>
                <a:ea typeface="Aptos"/>
                <a:cs typeface="Aptos"/>
              </a:defRPr>
            </a:lvl4pPr>
            <a:lvl5pPr marL="812800" indent="0" algn="l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747B82"/>
                </a:solidFill>
                <a:latin typeface="Aptos"/>
                <a:ea typeface="Aptos"/>
                <a:cs typeface="Aptos"/>
              </a:defRPr>
            </a:lvl5pPr>
            <a:lvl6pPr marL="1016000" indent="0" algn="l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747B82"/>
                </a:solidFill>
                <a:latin typeface="Aptos"/>
                <a:ea typeface="Aptos"/>
                <a:cs typeface="Aptos"/>
              </a:defRPr>
            </a:lvl6pPr>
            <a:lvl7pPr marL="1219200" indent="0" algn="l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747B82"/>
                </a:solidFill>
                <a:latin typeface="Aptos"/>
                <a:ea typeface="Aptos"/>
                <a:cs typeface="Aptos"/>
              </a:defRPr>
            </a:lvl7pPr>
            <a:lvl8pPr marL="1422400" indent="0" algn="l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747B82"/>
                </a:solidFill>
                <a:latin typeface="Aptos"/>
                <a:ea typeface="Aptos"/>
                <a:cs typeface="Aptos"/>
              </a:defRPr>
            </a:lvl8pPr>
            <a:lvl9pPr marL="1625600" indent="0" algn="l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747B82"/>
                </a:solidFill>
                <a:latin typeface="Aptos"/>
                <a:ea typeface="Aptos"/>
                <a:cs typeface="Aptos"/>
              </a:defRPr>
            </a:lvl9pPr>
          </a:lstStyle>
          <a:p>
            <a:pPr marL="0" indent="0" algn="l">
              <a:lnSpc>
                <a:spcPct val="112000"/>
              </a:lnSpc>
              <a:spcAft>
                <a:spcPts val="0"/>
              </a:spcAft>
              <a:buNone/>
              <a:defRPr sz="800" b="0">
                <a:solidFill>
                  <a:srgbClr val="747B82"/>
                </a:solidFill>
                <a:latin typeface="Aptos"/>
                <a:ea typeface="Aptos"/>
                <a:cs typeface="Aptos"/>
              </a:defRPr>
            </a:pPr>
            <a:r>
              <a:t>Msc Defence T.M. Lenssen</a:t>
            </a:r>
          </a:p>
        </p:txBody>
      </p:sp>
      <p:sp>
        <p:nvSpPr>
          <p:cNvPr id="91" name="Clean sldNum 12"/>
          <p:cNvSpPr>
            <a:spLocks noGrp="1"/>
          </p:cNvSpPr>
          <p:nvPr>
            <p:ph type="sldNum" idx="12"/>
          </p:nvPr>
        </p:nvSpPr>
        <p:spPr>
          <a:xfrm>
            <a:off x="7874000" y="4876800"/>
            <a:ext cx="355600" cy="152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>
            <a:lvl1pPr marL="0" indent="0" algn="r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747B82"/>
                </a:solidFill>
                <a:latin typeface="Aptos"/>
                <a:ea typeface="Aptos"/>
                <a:cs typeface="Aptos"/>
              </a:defRPr>
            </a:lvl1pPr>
            <a:lvl2pPr marL="203200" indent="0" algn="r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747B82"/>
                </a:solidFill>
                <a:latin typeface="Aptos"/>
                <a:ea typeface="Aptos"/>
                <a:cs typeface="Aptos"/>
              </a:defRPr>
            </a:lvl2pPr>
            <a:lvl3pPr marL="406400" indent="0" algn="r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747B82"/>
                </a:solidFill>
                <a:latin typeface="Aptos"/>
                <a:ea typeface="Aptos"/>
                <a:cs typeface="Aptos"/>
              </a:defRPr>
            </a:lvl3pPr>
            <a:lvl4pPr marL="609600" indent="0" algn="r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747B82"/>
                </a:solidFill>
                <a:latin typeface="Aptos"/>
                <a:ea typeface="Aptos"/>
                <a:cs typeface="Aptos"/>
              </a:defRPr>
            </a:lvl4pPr>
            <a:lvl5pPr marL="812800" indent="0" algn="r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747B82"/>
                </a:solidFill>
                <a:latin typeface="Aptos"/>
                <a:ea typeface="Aptos"/>
                <a:cs typeface="Aptos"/>
              </a:defRPr>
            </a:lvl5pPr>
            <a:lvl6pPr marL="1016000" indent="0" algn="r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747B82"/>
                </a:solidFill>
                <a:latin typeface="Aptos"/>
                <a:ea typeface="Aptos"/>
                <a:cs typeface="Aptos"/>
              </a:defRPr>
            </a:lvl6pPr>
            <a:lvl7pPr marL="1219200" indent="0" algn="r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747B82"/>
                </a:solidFill>
                <a:latin typeface="Aptos"/>
                <a:ea typeface="Aptos"/>
                <a:cs typeface="Aptos"/>
              </a:defRPr>
            </a:lvl7pPr>
            <a:lvl8pPr marL="1422400" indent="0" algn="r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747B82"/>
                </a:solidFill>
                <a:latin typeface="Aptos"/>
                <a:ea typeface="Aptos"/>
                <a:cs typeface="Aptos"/>
              </a:defRPr>
            </a:lvl8pPr>
            <a:lvl9pPr marL="1625600" indent="0" algn="r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747B82"/>
                </a:solidFill>
                <a:latin typeface="Aptos"/>
                <a:ea typeface="Aptos"/>
                <a:cs typeface="Aptos"/>
              </a:defRPr>
            </a:lvl9pPr>
          </a:lstStyle>
          <a:p>
            <a:pPr marL="0" indent="0" algn="r">
              <a:lnSpc>
                <a:spcPct val="112000"/>
              </a:lnSpc>
              <a:spcAft>
                <a:spcPts val="0"/>
              </a:spcAft>
              <a:buNone/>
              <a:defRPr sz="800" b="0">
                <a:solidFill>
                  <a:srgbClr val="747B82"/>
                </a:solidFill>
                <a:latin typeface="Aptos"/>
                <a:ea typeface="Aptos"/>
                <a:cs typeface="Aptos"/>
              </a:defRPr>
            </a:pPr>
            <a:fld id="{02D62CF7-B451-42A0-BFB3-67C7E3FB3001}" type="slidenum">
              <a:rPr lang="en-GB"/>
              <a:t>1</a:t>
            </a:fld>
          </a:p>
        </p:txBody>
      </p:sp>
    </p:spTree>
  </p:cSld>
  <p:clrMapOvr>
    <a:masterClrMapping/>
  </p:clrMapOvr>
  <p:hf hdr="0" dt="0" ftr="1" sldNum="1"/>
</p:sldLayout>
</file>

<file path=ppt/slideLayouts/slideLayout11.xml><?xml version="1.0" encoding="utf-8"?>
<p:sldLayout xmlns:p="http://schemas.openxmlformats.org/presentationml/2006/main" xmlns:a="http://schemas.openxmlformats.org/drawingml/2006/main" xmlns:r="http://schemas.openxmlformats.org/officeDocument/2006/relationships" type="cust" preserve="1" showMasterSp="1">
  <p:cSld name="Clean White - Picture and Wide Tex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lean title 0"/>
          <p:cNvSpPr>
            <a:spLocks noGrp="1"/>
          </p:cNvSpPr>
          <p:nvPr>
            <p:ph type="title" idx="0"/>
          </p:nvPr>
        </p:nvSpPr>
        <p:spPr>
          <a:xfrm>
            <a:off x="457200" y="381000"/>
            <a:ext cx="822960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>
            <a:lvl1pPr marL="0" indent="0" algn="l">
              <a:lnSpc>
                <a:spcPct val="112000"/>
              </a:lnSpc>
              <a:spcAft>
                <a:spcPts val="0"/>
              </a:spcAft>
              <a:buNone/>
              <a:defRPr sz="2500" b="1">
                <a:solidFill>
                  <a:srgbClr val="252529"/>
                </a:solidFill>
                <a:latin typeface="Aptos"/>
                <a:ea typeface="Aptos"/>
                <a:cs typeface="Aptos"/>
              </a:defRPr>
            </a:lvl1pPr>
            <a:lvl2pPr marL="203200" indent="0" algn="l">
              <a:lnSpc>
                <a:spcPct val="112000"/>
              </a:lnSpc>
              <a:spcAft>
                <a:spcPts val="0"/>
              </a:spcAft>
              <a:buNone/>
              <a:defRPr sz="2400" b="1">
                <a:solidFill>
                  <a:srgbClr val="252529"/>
                </a:solidFill>
                <a:latin typeface="Aptos"/>
                <a:ea typeface="Aptos"/>
                <a:cs typeface="Aptos"/>
              </a:defRPr>
            </a:lvl2pPr>
            <a:lvl3pPr marL="406400" indent="0" algn="l">
              <a:lnSpc>
                <a:spcPct val="112000"/>
              </a:lnSpc>
              <a:spcAft>
                <a:spcPts val="0"/>
              </a:spcAft>
              <a:buNone/>
              <a:defRPr sz="2300" b="1">
                <a:solidFill>
                  <a:srgbClr val="252529"/>
                </a:solidFill>
                <a:latin typeface="Aptos"/>
                <a:ea typeface="Aptos"/>
                <a:cs typeface="Aptos"/>
              </a:defRPr>
            </a:lvl3pPr>
            <a:lvl4pPr marL="609600" indent="0" algn="l">
              <a:lnSpc>
                <a:spcPct val="112000"/>
              </a:lnSpc>
              <a:spcAft>
                <a:spcPts val="0"/>
              </a:spcAft>
              <a:buNone/>
              <a:defRPr sz="2200" b="1">
                <a:solidFill>
                  <a:srgbClr val="252529"/>
                </a:solidFill>
                <a:latin typeface="Aptos"/>
                <a:ea typeface="Aptos"/>
                <a:cs typeface="Aptos"/>
              </a:defRPr>
            </a:lvl4pPr>
            <a:lvl5pPr marL="812800" indent="0" algn="l">
              <a:lnSpc>
                <a:spcPct val="112000"/>
              </a:lnSpc>
              <a:spcAft>
                <a:spcPts val="0"/>
              </a:spcAft>
              <a:buNone/>
              <a:defRPr sz="2100" b="1">
                <a:solidFill>
                  <a:srgbClr val="252529"/>
                </a:solidFill>
                <a:latin typeface="Aptos"/>
                <a:ea typeface="Aptos"/>
                <a:cs typeface="Aptos"/>
              </a:defRPr>
            </a:lvl5pPr>
            <a:lvl6pPr marL="1016000" indent="0" algn="l">
              <a:lnSpc>
                <a:spcPct val="112000"/>
              </a:lnSpc>
              <a:spcAft>
                <a:spcPts val="0"/>
              </a:spcAft>
              <a:buNone/>
              <a:defRPr sz="2000" b="1">
                <a:solidFill>
                  <a:srgbClr val="252529"/>
                </a:solidFill>
                <a:latin typeface="Aptos"/>
                <a:ea typeface="Aptos"/>
                <a:cs typeface="Aptos"/>
              </a:defRPr>
            </a:lvl6pPr>
            <a:lvl7pPr marL="1219200" indent="0" algn="l">
              <a:lnSpc>
                <a:spcPct val="112000"/>
              </a:lnSpc>
              <a:spcAft>
                <a:spcPts val="0"/>
              </a:spcAft>
              <a:buNone/>
              <a:defRPr sz="1900" b="1">
                <a:solidFill>
                  <a:srgbClr val="252529"/>
                </a:solidFill>
                <a:latin typeface="Aptos"/>
                <a:ea typeface="Aptos"/>
                <a:cs typeface="Aptos"/>
              </a:defRPr>
            </a:lvl7pPr>
            <a:lvl8pPr marL="1422400" indent="0" algn="l">
              <a:lnSpc>
                <a:spcPct val="112000"/>
              </a:lnSpc>
              <a:spcAft>
                <a:spcPts val="0"/>
              </a:spcAft>
              <a:buNone/>
              <a:defRPr sz="1800" b="1">
                <a:solidFill>
                  <a:srgbClr val="252529"/>
                </a:solidFill>
                <a:latin typeface="Aptos"/>
                <a:ea typeface="Aptos"/>
                <a:cs typeface="Aptos"/>
              </a:defRPr>
            </a:lvl8pPr>
            <a:lvl9pPr marL="1625600" indent="0" algn="l">
              <a:lnSpc>
                <a:spcPct val="112000"/>
              </a:lnSpc>
              <a:spcAft>
                <a:spcPts val="0"/>
              </a:spcAft>
              <a:buNone/>
              <a:defRPr sz="1700" b="1">
                <a:solidFill>
                  <a:srgbClr val="252529"/>
                </a:solidFill>
                <a:latin typeface="Aptos"/>
                <a:ea typeface="Aptos"/>
                <a:cs typeface="Aptos"/>
              </a:defRPr>
            </a:lvl9pPr>
          </a:lstStyle>
          <a:p>
            <a:pPr marL="0" indent="0" algn="l">
              <a:lnSpc>
                <a:spcPct val="112000"/>
              </a:lnSpc>
              <a:spcAft>
                <a:spcPts val="0"/>
              </a:spcAft>
              <a:buNone/>
              <a:defRPr sz="2500" b="1">
                <a:solidFill>
                  <a:srgbClr val="252529"/>
                </a:solidFill>
                <a:latin typeface="Aptos"/>
                <a:ea typeface="Aptos"/>
                <a:cs typeface="Aptos"/>
              </a:defRPr>
            </a:pPr>
            <a:r>
              <a:t>Click to add title</a:t>
            </a:r>
          </a:p>
        </p:txBody>
      </p:sp>
      <p:sp>
        <p:nvSpPr>
          <p:cNvPr id="23" name="Clean pic 13"/>
          <p:cNvSpPr>
            <a:spLocks noGrp="1"/>
          </p:cNvSpPr>
          <p:nvPr>
            <p:ph type="pic" idx="13"/>
          </p:nvPr>
        </p:nvSpPr>
        <p:spPr>
          <a:xfrm>
            <a:off x="457200" y="1219200"/>
            <a:ext cx="2438400" cy="330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>
            <a:lvl1pPr marL="0" indent="0" algn="l">
              <a:lnSpc>
                <a:spcPct val="112000"/>
              </a:lnSpc>
              <a:spcAft>
                <a:spcPts val="1000"/>
              </a:spcAft>
              <a:buNone/>
              <a:defRPr sz="1800" b="0">
                <a:solidFill>
                  <a:srgbClr val="252529"/>
                </a:solidFill>
                <a:latin typeface="Aptos"/>
                <a:ea typeface="Aptos"/>
                <a:cs typeface="Aptos"/>
              </a:defRPr>
            </a:lvl1pPr>
            <a:lvl2pPr marL="203200" indent="0" algn="l">
              <a:lnSpc>
                <a:spcPct val="112000"/>
              </a:lnSpc>
              <a:spcAft>
                <a:spcPts val="1000"/>
              </a:spcAft>
              <a:buNone/>
              <a:defRPr sz="1700" b="0">
                <a:solidFill>
                  <a:srgbClr val="252529"/>
                </a:solidFill>
                <a:latin typeface="Aptos"/>
                <a:ea typeface="Aptos"/>
                <a:cs typeface="Aptos"/>
              </a:defRPr>
            </a:lvl2pPr>
            <a:lvl3pPr marL="406400" indent="0" algn="l">
              <a:lnSpc>
                <a:spcPct val="112000"/>
              </a:lnSpc>
              <a:spcAft>
                <a:spcPts val="0"/>
              </a:spcAft>
              <a:buNone/>
              <a:defRPr sz="1600" b="0">
                <a:solidFill>
                  <a:srgbClr val="252529"/>
                </a:solidFill>
                <a:latin typeface="Aptos"/>
                <a:ea typeface="Aptos"/>
                <a:cs typeface="Aptos"/>
              </a:defRPr>
            </a:lvl3pPr>
            <a:lvl4pPr marL="609600" indent="0" algn="l">
              <a:lnSpc>
                <a:spcPct val="112000"/>
              </a:lnSpc>
              <a:spcAft>
                <a:spcPts val="0"/>
              </a:spcAft>
              <a:buNone/>
              <a:defRPr sz="1500" b="0">
                <a:solidFill>
                  <a:srgbClr val="252529"/>
                </a:solidFill>
                <a:latin typeface="Aptos"/>
                <a:ea typeface="Aptos"/>
                <a:cs typeface="Aptos"/>
              </a:defRPr>
            </a:lvl4pPr>
            <a:lvl5pPr marL="812800" indent="0" algn="l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252529"/>
                </a:solidFill>
                <a:latin typeface="Aptos"/>
                <a:ea typeface="Aptos"/>
                <a:cs typeface="Aptos"/>
              </a:defRPr>
            </a:lvl5pPr>
            <a:lvl6pPr marL="1016000" indent="0" algn="l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252529"/>
                </a:solidFill>
                <a:latin typeface="Aptos"/>
                <a:ea typeface="Aptos"/>
                <a:cs typeface="Aptos"/>
              </a:defRPr>
            </a:lvl6pPr>
            <a:lvl7pPr marL="1219200" indent="0" algn="l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252529"/>
                </a:solidFill>
                <a:latin typeface="Aptos"/>
                <a:ea typeface="Aptos"/>
                <a:cs typeface="Aptos"/>
              </a:defRPr>
            </a:lvl7pPr>
            <a:lvl8pPr marL="1422400" indent="0" algn="l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252529"/>
                </a:solidFill>
                <a:latin typeface="Aptos"/>
                <a:ea typeface="Aptos"/>
                <a:cs typeface="Aptos"/>
              </a:defRPr>
            </a:lvl8pPr>
            <a:lvl9pPr marL="1625600" indent="0" algn="l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252529"/>
                </a:solidFill>
                <a:latin typeface="Aptos"/>
                <a:ea typeface="Aptos"/>
                <a:cs typeface="Aptos"/>
              </a:defRPr>
            </a:lvl9pPr>
          </a:lstStyle>
          <a:p>
            <a:pPr marL="0" indent="0" algn="l">
              <a:lnSpc>
                <a:spcPct val="112000"/>
              </a:lnSpc>
              <a:spcAft>
                <a:spcPts val="1000"/>
              </a:spcAft>
              <a:buNone/>
              <a:defRPr sz="1800" b="0">
                <a:solidFill>
                  <a:srgbClr val="252529"/>
                </a:solidFill>
                <a:latin typeface="Aptos"/>
                <a:ea typeface="Aptos"/>
                <a:cs typeface="Aptos"/>
              </a:defRPr>
            </a:pPr>
            <a:r>
              <a:t>Click to add picture</a:t>
            </a:r>
          </a:p>
        </p:txBody>
      </p:sp>
      <p:sp>
        <p:nvSpPr>
          <p:cNvPr id="11" name="Clean obj 1"/>
          <p:cNvSpPr>
            <a:spLocks noGrp="1"/>
          </p:cNvSpPr>
          <p:nvPr>
            <p:ph type="obj" idx="1"/>
          </p:nvPr>
        </p:nvSpPr>
        <p:spPr>
          <a:xfrm>
            <a:off x="3352800" y="1219200"/>
            <a:ext cx="5334000" cy="330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>
            <a:lvl1pPr marL="0" indent="0" algn="l">
              <a:lnSpc>
                <a:spcPct val="112000"/>
              </a:lnSpc>
              <a:spcAft>
                <a:spcPts val="1000"/>
              </a:spcAft>
              <a:buNone/>
              <a:defRPr sz="1800" b="0">
                <a:solidFill>
                  <a:srgbClr val="252529"/>
                </a:solidFill>
                <a:latin typeface="Aptos"/>
                <a:ea typeface="Aptos"/>
                <a:cs typeface="Aptos"/>
              </a:defRPr>
            </a:lvl1pPr>
            <a:lvl2pPr marL="203200" indent="0" algn="l">
              <a:lnSpc>
                <a:spcPct val="112000"/>
              </a:lnSpc>
              <a:spcAft>
                <a:spcPts val="1000"/>
              </a:spcAft>
              <a:buNone/>
              <a:defRPr sz="1700" b="0">
                <a:solidFill>
                  <a:srgbClr val="252529"/>
                </a:solidFill>
                <a:latin typeface="Aptos"/>
                <a:ea typeface="Aptos"/>
                <a:cs typeface="Aptos"/>
              </a:defRPr>
            </a:lvl2pPr>
            <a:lvl3pPr marL="406400" indent="0" algn="l">
              <a:lnSpc>
                <a:spcPct val="112000"/>
              </a:lnSpc>
              <a:spcAft>
                <a:spcPts val="0"/>
              </a:spcAft>
              <a:buNone/>
              <a:defRPr sz="1600" b="0">
                <a:solidFill>
                  <a:srgbClr val="252529"/>
                </a:solidFill>
                <a:latin typeface="Aptos"/>
                <a:ea typeface="Aptos"/>
                <a:cs typeface="Aptos"/>
              </a:defRPr>
            </a:lvl3pPr>
            <a:lvl4pPr marL="609600" indent="0" algn="l">
              <a:lnSpc>
                <a:spcPct val="112000"/>
              </a:lnSpc>
              <a:spcAft>
                <a:spcPts val="0"/>
              </a:spcAft>
              <a:buNone/>
              <a:defRPr sz="1500" b="0">
                <a:solidFill>
                  <a:srgbClr val="252529"/>
                </a:solidFill>
                <a:latin typeface="Aptos"/>
                <a:ea typeface="Aptos"/>
                <a:cs typeface="Aptos"/>
              </a:defRPr>
            </a:lvl4pPr>
            <a:lvl5pPr marL="812800" indent="0" algn="l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252529"/>
                </a:solidFill>
                <a:latin typeface="Aptos"/>
                <a:ea typeface="Aptos"/>
                <a:cs typeface="Aptos"/>
              </a:defRPr>
            </a:lvl5pPr>
            <a:lvl6pPr marL="1016000" indent="0" algn="l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252529"/>
                </a:solidFill>
                <a:latin typeface="Aptos"/>
                <a:ea typeface="Aptos"/>
                <a:cs typeface="Aptos"/>
              </a:defRPr>
            </a:lvl6pPr>
            <a:lvl7pPr marL="1219200" indent="0" algn="l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252529"/>
                </a:solidFill>
                <a:latin typeface="Aptos"/>
                <a:ea typeface="Aptos"/>
                <a:cs typeface="Aptos"/>
              </a:defRPr>
            </a:lvl7pPr>
            <a:lvl8pPr marL="1422400" indent="0" algn="l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252529"/>
                </a:solidFill>
                <a:latin typeface="Aptos"/>
                <a:ea typeface="Aptos"/>
                <a:cs typeface="Aptos"/>
              </a:defRPr>
            </a:lvl8pPr>
            <a:lvl9pPr marL="1625600" indent="0" algn="l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252529"/>
                </a:solidFill>
                <a:latin typeface="Aptos"/>
                <a:ea typeface="Aptos"/>
                <a:cs typeface="Aptos"/>
              </a:defRPr>
            </a:lvl9pPr>
          </a:lstStyle>
          <a:p>
            <a:pPr marL="0" indent="0" algn="l">
              <a:lnSpc>
                <a:spcPct val="112000"/>
              </a:lnSpc>
              <a:spcAft>
                <a:spcPts val="1000"/>
              </a:spcAft>
              <a:buNone/>
              <a:defRPr sz="1800" b="0">
                <a:solidFill>
                  <a:srgbClr val="252529"/>
                </a:solidFill>
                <a:latin typeface="Aptos"/>
                <a:ea typeface="Aptos"/>
                <a:cs typeface="Aptos"/>
              </a:defRPr>
            </a:pPr>
            <a:r>
              <a:t>Click to add content</a:t>
            </a:r>
          </a:p>
        </p:txBody>
      </p:sp>
      <p:sp>
        <p:nvSpPr>
          <p:cNvPr id="90" name="Clean ftr 11"/>
          <p:cNvSpPr>
            <a:spLocks noGrp="1"/>
          </p:cNvSpPr>
          <p:nvPr>
            <p:ph type="ftr" idx="11"/>
          </p:nvPr>
        </p:nvSpPr>
        <p:spPr>
          <a:xfrm>
            <a:off x="457200" y="4876800"/>
            <a:ext cx="5080000" cy="152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>
            <a:lvl1pPr marL="0" indent="0" algn="l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747B82"/>
                </a:solidFill>
                <a:latin typeface="Aptos"/>
                <a:ea typeface="Aptos"/>
                <a:cs typeface="Aptos"/>
              </a:defRPr>
            </a:lvl1pPr>
            <a:lvl2pPr marL="203200" indent="0" algn="l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747B82"/>
                </a:solidFill>
                <a:latin typeface="Aptos"/>
                <a:ea typeface="Aptos"/>
                <a:cs typeface="Aptos"/>
              </a:defRPr>
            </a:lvl2pPr>
            <a:lvl3pPr marL="406400" indent="0" algn="l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747B82"/>
                </a:solidFill>
                <a:latin typeface="Aptos"/>
                <a:ea typeface="Aptos"/>
                <a:cs typeface="Aptos"/>
              </a:defRPr>
            </a:lvl3pPr>
            <a:lvl4pPr marL="609600" indent="0" algn="l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747B82"/>
                </a:solidFill>
                <a:latin typeface="Aptos"/>
                <a:ea typeface="Aptos"/>
                <a:cs typeface="Aptos"/>
              </a:defRPr>
            </a:lvl4pPr>
            <a:lvl5pPr marL="812800" indent="0" algn="l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747B82"/>
                </a:solidFill>
                <a:latin typeface="Aptos"/>
                <a:ea typeface="Aptos"/>
                <a:cs typeface="Aptos"/>
              </a:defRPr>
            </a:lvl5pPr>
            <a:lvl6pPr marL="1016000" indent="0" algn="l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747B82"/>
                </a:solidFill>
                <a:latin typeface="Aptos"/>
                <a:ea typeface="Aptos"/>
                <a:cs typeface="Aptos"/>
              </a:defRPr>
            </a:lvl6pPr>
            <a:lvl7pPr marL="1219200" indent="0" algn="l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747B82"/>
                </a:solidFill>
                <a:latin typeface="Aptos"/>
                <a:ea typeface="Aptos"/>
                <a:cs typeface="Aptos"/>
              </a:defRPr>
            </a:lvl7pPr>
            <a:lvl8pPr marL="1422400" indent="0" algn="l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747B82"/>
                </a:solidFill>
                <a:latin typeface="Aptos"/>
                <a:ea typeface="Aptos"/>
                <a:cs typeface="Aptos"/>
              </a:defRPr>
            </a:lvl8pPr>
            <a:lvl9pPr marL="1625600" indent="0" algn="l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747B82"/>
                </a:solidFill>
                <a:latin typeface="Aptos"/>
                <a:ea typeface="Aptos"/>
                <a:cs typeface="Aptos"/>
              </a:defRPr>
            </a:lvl9pPr>
          </a:lstStyle>
          <a:p>
            <a:pPr marL="0" indent="0" algn="l">
              <a:lnSpc>
                <a:spcPct val="112000"/>
              </a:lnSpc>
              <a:spcAft>
                <a:spcPts val="0"/>
              </a:spcAft>
              <a:buNone/>
              <a:defRPr sz="800" b="0">
                <a:solidFill>
                  <a:srgbClr val="747B82"/>
                </a:solidFill>
                <a:latin typeface="Aptos"/>
                <a:ea typeface="Aptos"/>
                <a:cs typeface="Aptos"/>
              </a:defRPr>
            </a:pPr>
            <a:r>
              <a:t>Msc Defence T.M. Lenssen</a:t>
            </a:r>
          </a:p>
        </p:txBody>
      </p:sp>
      <p:sp>
        <p:nvSpPr>
          <p:cNvPr id="91" name="Clean sldNum 12"/>
          <p:cNvSpPr>
            <a:spLocks noGrp="1"/>
          </p:cNvSpPr>
          <p:nvPr>
            <p:ph type="sldNum" idx="12"/>
          </p:nvPr>
        </p:nvSpPr>
        <p:spPr>
          <a:xfrm>
            <a:off x="7874000" y="4876800"/>
            <a:ext cx="355600" cy="152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>
            <a:lvl1pPr marL="0" indent="0" algn="r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747B82"/>
                </a:solidFill>
                <a:latin typeface="Aptos"/>
                <a:ea typeface="Aptos"/>
                <a:cs typeface="Aptos"/>
              </a:defRPr>
            </a:lvl1pPr>
            <a:lvl2pPr marL="203200" indent="0" algn="r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747B82"/>
                </a:solidFill>
                <a:latin typeface="Aptos"/>
                <a:ea typeface="Aptos"/>
                <a:cs typeface="Aptos"/>
              </a:defRPr>
            </a:lvl2pPr>
            <a:lvl3pPr marL="406400" indent="0" algn="r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747B82"/>
                </a:solidFill>
                <a:latin typeface="Aptos"/>
                <a:ea typeface="Aptos"/>
                <a:cs typeface="Aptos"/>
              </a:defRPr>
            </a:lvl3pPr>
            <a:lvl4pPr marL="609600" indent="0" algn="r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747B82"/>
                </a:solidFill>
                <a:latin typeface="Aptos"/>
                <a:ea typeface="Aptos"/>
                <a:cs typeface="Aptos"/>
              </a:defRPr>
            </a:lvl4pPr>
            <a:lvl5pPr marL="812800" indent="0" algn="r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747B82"/>
                </a:solidFill>
                <a:latin typeface="Aptos"/>
                <a:ea typeface="Aptos"/>
                <a:cs typeface="Aptos"/>
              </a:defRPr>
            </a:lvl5pPr>
            <a:lvl6pPr marL="1016000" indent="0" algn="r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747B82"/>
                </a:solidFill>
                <a:latin typeface="Aptos"/>
                <a:ea typeface="Aptos"/>
                <a:cs typeface="Aptos"/>
              </a:defRPr>
            </a:lvl6pPr>
            <a:lvl7pPr marL="1219200" indent="0" algn="r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747B82"/>
                </a:solidFill>
                <a:latin typeface="Aptos"/>
                <a:ea typeface="Aptos"/>
                <a:cs typeface="Aptos"/>
              </a:defRPr>
            </a:lvl7pPr>
            <a:lvl8pPr marL="1422400" indent="0" algn="r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747B82"/>
                </a:solidFill>
                <a:latin typeface="Aptos"/>
                <a:ea typeface="Aptos"/>
                <a:cs typeface="Aptos"/>
              </a:defRPr>
            </a:lvl8pPr>
            <a:lvl9pPr marL="1625600" indent="0" algn="r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747B82"/>
                </a:solidFill>
                <a:latin typeface="Aptos"/>
                <a:ea typeface="Aptos"/>
                <a:cs typeface="Aptos"/>
              </a:defRPr>
            </a:lvl9pPr>
          </a:lstStyle>
          <a:p>
            <a:pPr marL="0" indent="0" algn="r">
              <a:lnSpc>
                <a:spcPct val="112000"/>
              </a:lnSpc>
              <a:spcAft>
                <a:spcPts val="0"/>
              </a:spcAft>
              <a:buNone/>
              <a:defRPr sz="800" b="0">
                <a:solidFill>
                  <a:srgbClr val="747B82"/>
                </a:solidFill>
                <a:latin typeface="Aptos"/>
                <a:ea typeface="Aptos"/>
                <a:cs typeface="Aptos"/>
              </a:defRPr>
            </a:pPr>
            <a:fld id="{02D62CF7-B451-42A0-BFB3-67C7E3FB3001}" type="slidenum">
              <a:rPr lang="en-GB"/>
              <a:t>1</a:t>
            </a:fld>
          </a:p>
        </p:txBody>
      </p:sp>
    </p:spTree>
  </p:cSld>
  <p:clrMapOvr>
    <a:masterClrMapping/>
  </p:clrMapOvr>
  <p:hf hdr="0" dt="0" ftr="1" sldNum="1"/>
</p:sldLayout>
</file>

<file path=ppt/slideLayouts/slideLayout12.xml><?xml version="1.0" encoding="utf-8"?>
<p:sldLayout xmlns:p="http://schemas.openxmlformats.org/presentationml/2006/main" xmlns:a="http://schemas.openxmlformats.org/drawingml/2006/main" xmlns:r="http://schemas.openxmlformats.org/officeDocument/2006/relationships" type="titleOnly" preserve="1" showMasterSp="1">
  <p:cSld name="Clean White - Title Only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lean title 0"/>
          <p:cNvSpPr>
            <a:spLocks noGrp="1"/>
          </p:cNvSpPr>
          <p:nvPr>
            <p:ph type="title" idx="0"/>
          </p:nvPr>
        </p:nvSpPr>
        <p:spPr>
          <a:xfrm>
            <a:off x="457200" y="381000"/>
            <a:ext cx="822960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>
            <a:lvl1pPr marL="0" indent="0" algn="l">
              <a:lnSpc>
                <a:spcPct val="112000"/>
              </a:lnSpc>
              <a:spcAft>
                <a:spcPts val="0"/>
              </a:spcAft>
              <a:buNone/>
              <a:defRPr sz="2500" b="1">
                <a:solidFill>
                  <a:srgbClr val="252529"/>
                </a:solidFill>
                <a:latin typeface="Aptos"/>
                <a:ea typeface="Aptos"/>
                <a:cs typeface="Aptos"/>
              </a:defRPr>
            </a:lvl1pPr>
            <a:lvl2pPr marL="203200" indent="0" algn="l">
              <a:lnSpc>
                <a:spcPct val="112000"/>
              </a:lnSpc>
              <a:spcAft>
                <a:spcPts val="0"/>
              </a:spcAft>
              <a:buNone/>
              <a:defRPr sz="2400" b="1">
                <a:solidFill>
                  <a:srgbClr val="252529"/>
                </a:solidFill>
                <a:latin typeface="Aptos"/>
                <a:ea typeface="Aptos"/>
                <a:cs typeface="Aptos"/>
              </a:defRPr>
            </a:lvl2pPr>
            <a:lvl3pPr marL="406400" indent="0" algn="l">
              <a:lnSpc>
                <a:spcPct val="112000"/>
              </a:lnSpc>
              <a:spcAft>
                <a:spcPts val="0"/>
              </a:spcAft>
              <a:buNone/>
              <a:defRPr sz="2300" b="1">
                <a:solidFill>
                  <a:srgbClr val="252529"/>
                </a:solidFill>
                <a:latin typeface="Aptos"/>
                <a:ea typeface="Aptos"/>
                <a:cs typeface="Aptos"/>
              </a:defRPr>
            </a:lvl3pPr>
            <a:lvl4pPr marL="609600" indent="0" algn="l">
              <a:lnSpc>
                <a:spcPct val="112000"/>
              </a:lnSpc>
              <a:spcAft>
                <a:spcPts val="0"/>
              </a:spcAft>
              <a:buNone/>
              <a:defRPr sz="2200" b="1">
                <a:solidFill>
                  <a:srgbClr val="252529"/>
                </a:solidFill>
                <a:latin typeface="Aptos"/>
                <a:ea typeface="Aptos"/>
                <a:cs typeface="Aptos"/>
              </a:defRPr>
            </a:lvl4pPr>
            <a:lvl5pPr marL="812800" indent="0" algn="l">
              <a:lnSpc>
                <a:spcPct val="112000"/>
              </a:lnSpc>
              <a:spcAft>
                <a:spcPts val="0"/>
              </a:spcAft>
              <a:buNone/>
              <a:defRPr sz="2100" b="1">
                <a:solidFill>
                  <a:srgbClr val="252529"/>
                </a:solidFill>
                <a:latin typeface="Aptos"/>
                <a:ea typeface="Aptos"/>
                <a:cs typeface="Aptos"/>
              </a:defRPr>
            </a:lvl5pPr>
            <a:lvl6pPr marL="1016000" indent="0" algn="l">
              <a:lnSpc>
                <a:spcPct val="112000"/>
              </a:lnSpc>
              <a:spcAft>
                <a:spcPts val="0"/>
              </a:spcAft>
              <a:buNone/>
              <a:defRPr sz="2000" b="1">
                <a:solidFill>
                  <a:srgbClr val="252529"/>
                </a:solidFill>
                <a:latin typeface="Aptos"/>
                <a:ea typeface="Aptos"/>
                <a:cs typeface="Aptos"/>
              </a:defRPr>
            </a:lvl6pPr>
            <a:lvl7pPr marL="1219200" indent="0" algn="l">
              <a:lnSpc>
                <a:spcPct val="112000"/>
              </a:lnSpc>
              <a:spcAft>
                <a:spcPts val="0"/>
              </a:spcAft>
              <a:buNone/>
              <a:defRPr sz="1900" b="1">
                <a:solidFill>
                  <a:srgbClr val="252529"/>
                </a:solidFill>
                <a:latin typeface="Aptos"/>
                <a:ea typeface="Aptos"/>
                <a:cs typeface="Aptos"/>
              </a:defRPr>
            </a:lvl7pPr>
            <a:lvl8pPr marL="1422400" indent="0" algn="l">
              <a:lnSpc>
                <a:spcPct val="112000"/>
              </a:lnSpc>
              <a:spcAft>
                <a:spcPts val="0"/>
              </a:spcAft>
              <a:buNone/>
              <a:defRPr sz="1800" b="1">
                <a:solidFill>
                  <a:srgbClr val="252529"/>
                </a:solidFill>
                <a:latin typeface="Aptos"/>
                <a:ea typeface="Aptos"/>
                <a:cs typeface="Aptos"/>
              </a:defRPr>
            </a:lvl8pPr>
            <a:lvl9pPr marL="1625600" indent="0" algn="l">
              <a:lnSpc>
                <a:spcPct val="112000"/>
              </a:lnSpc>
              <a:spcAft>
                <a:spcPts val="0"/>
              </a:spcAft>
              <a:buNone/>
              <a:defRPr sz="1700" b="1">
                <a:solidFill>
                  <a:srgbClr val="252529"/>
                </a:solidFill>
                <a:latin typeface="Aptos"/>
                <a:ea typeface="Aptos"/>
                <a:cs typeface="Aptos"/>
              </a:defRPr>
            </a:lvl9pPr>
          </a:lstStyle>
          <a:p>
            <a:pPr marL="0" indent="0" algn="l">
              <a:lnSpc>
                <a:spcPct val="112000"/>
              </a:lnSpc>
              <a:spcAft>
                <a:spcPts val="0"/>
              </a:spcAft>
              <a:buNone/>
              <a:defRPr sz="2500" b="1">
                <a:solidFill>
                  <a:srgbClr val="252529"/>
                </a:solidFill>
                <a:latin typeface="Aptos"/>
                <a:ea typeface="Aptos"/>
                <a:cs typeface="Aptos"/>
              </a:defRPr>
            </a:pPr>
            <a:r>
              <a:t>Click to add title</a:t>
            </a:r>
          </a:p>
        </p:txBody>
      </p:sp>
      <p:sp>
        <p:nvSpPr>
          <p:cNvPr id="90" name="Clean ftr 11"/>
          <p:cNvSpPr>
            <a:spLocks noGrp="1"/>
          </p:cNvSpPr>
          <p:nvPr>
            <p:ph type="ftr" idx="11"/>
          </p:nvPr>
        </p:nvSpPr>
        <p:spPr>
          <a:xfrm>
            <a:off x="457200" y="4876800"/>
            <a:ext cx="5080000" cy="152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>
            <a:lvl1pPr marL="0" indent="0" algn="l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747B82"/>
                </a:solidFill>
                <a:latin typeface="Aptos"/>
                <a:ea typeface="Aptos"/>
                <a:cs typeface="Aptos"/>
              </a:defRPr>
            </a:lvl1pPr>
            <a:lvl2pPr marL="203200" indent="0" algn="l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747B82"/>
                </a:solidFill>
                <a:latin typeface="Aptos"/>
                <a:ea typeface="Aptos"/>
                <a:cs typeface="Aptos"/>
              </a:defRPr>
            </a:lvl2pPr>
            <a:lvl3pPr marL="406400" indent="0" algn="l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747B82"/>
                </a:solidFill>
                <a:latin typeface="Aptos"/>
                <a:ea typeface="Aptos"/>
                <a:cs typeface="Aptos"/>
              </a:defRPr>
            </a:lvl3pPr>
            <a:lvl4pPr marL="609600" indent="0" algn="l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747B82"/>
                </a:solidFill>
                <a:latin typeface="Aptos"/>
                <a:ea typeface="Aptos"/>
                <a:cs typeface="Aptos"/>
              </a:defRPr>
            </a:lvl4pPr>
            <a:lvl5pPr marL="812800" indent="0" algn="l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747B82"/>
                </a:solidFill>
                <a:latin typeface="Aptos"/>
                <a:ea typeface="Aptos"/>
                <a:cs typeface="Aptos"/>
              </a:defRPr>
            </a:lvl5pPr>
            <a:lvl6pPr marL="1016000" indent="0" algn="l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747B82"/>
                </a:solidFill>
                <a:latin typeface="Aptos"/>
                <a:ea typeface="Aptos"/>
                <a:cs typeface="Aptos"/>
              </a:defRPr>
            </a:lvl6pPr>
            <a:lvl7pPr marL="1219200" indent="0" algn="l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747B82"/>
                </a:solidFill>
                <a:latin typeface="Aptos"/>
                <a:ea typeface="Aptos"/>
                <a:cs typeface="Aptos"/>
              </a:defRPr>
            </a:lvl7pPr>
            <a:lvl8pPr marL="1422400" indent="0" algn="l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747B82"/>
                </a:solidFill>
                <a:latin typeface="Aptos"/>
                <a:ea typeface="Aptos"/>
                <a:cs typeface="Aptos"/>
              </a:defRPr>
            </a:lvl8pPr>
            <a:lvl9pPr marL="1625600" indent="0" algn="l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747B82"/>
                </a:solidFill>
                <a:latin typeface="Aptos"/>
                <a:ea typeface="Aptos"/>
                <a:cs typeface="Aptos"/>
              </a:defRPr>
            </a:lvl9pPr>
          </a:lstStyle>
          <a:p>
            <a:pPr marL="0" indent="0" algn="l">
              <a:lnSpc>
                <a:spcPct val="112000"/>
              </a:lnSpc>
              <a:spcAft>
                <a:spcPts val="0"/>
              </a:spcAft>
              <a:buNone/>
              <a:defRPr sz="800" b="0">
                <a:solidFill>
                  <a:srgbClr val="747B82"/>
                </a:solidFill>
                <a:latin typeface="Aptos"/>
                <a:ea typeface="Aptos"/>
                <a:cs typeface="Aptos"/>
              </a:defRPr>
            </a:pPr>
            <a:r>
              <a:t>Msc Defence T.M. Lenssen</a:t>
            </a:r>
          </a:p>
        </p:txBody>
      </p:sp>
      <p:sp>
        <p:nvSpPr>
          <p:cNvPr id="91" name="Clean sldNum 12"/>
          <p:cNvSpPr>
            <a:spLocks noGrp="1"/>
          </p:cNvSpPr>
          <p:nvPr>
            <p:ph type="sldNum" idx="12"/>
          </p:nvPr>
        </p:nvSpPr>
        <p:spPr>
          <a:xfrm>
            <a:off x="7874000" y="4876800"/>
            <a:ext cx="355600" cy="152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>
            <a:lvl1pPr marL="0" indent="0" algn="r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747B82"/>
                </a:solidFill>
                <a:latin typeface="Aptos"/>
                <a:ea typeface="Aptos"/>
                <a:cs typeface="Aptos"/>
              </a:defRPr>
            </a:lvl1pPr>
            <a:lvl2pPr marL="203200" indent="0" algn="r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747B82"/>
                </a:solidFill>
                <a:latin typeface="Aptos"/>
                <a:ea typeface="Aptos"/>
                <a:cs typeface="Aptos"/>
              </a:defRPr>
            </a:lvl2pPr>
            <a:lvl3pPr marL="406400" indent="0" algn="r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747B82"/>
                </a:solidFill>
                <a:latin typeface="Aptos"/>
                <a:ea typeface="Aptos"/>
                <a:cs typeface="Aptos"/>
              </a:defRPr>
            </a:lvl3pPr>
            <a:lvl4pPr marL="609600" indent="0" algn="r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747B82"/>
                </a:solidFill>
                <a:latin typeface="Aptos"/>
                <a:ea typeface="Aptos"/>
                <a:cs typeface="Aptos"/>
              </a:defRPr>
            </a:lvl4pPr>
            <a:lvl5pPr marL="812800" indent="0" algn="r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747B82"/>
                </a:solidFill>
                <a:latin typeface="Aptos"/>
                <a:ea typeface="Aptos"/>
                <a:cs typeface="Aptos"/>
              </a:defRPr>
            </a:lvl5pPr>
            <a:lvl6pPr marL="1016000" indent="0" algn="r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747B82"/>
                </a:solidFill>
                <a:latin typeface="Aptos"/>
                <a:ea typeface="Aptos"/>
                <a:cs typeface="Aptos"/>
              </a:defRPr>
            </a:lvl6pPr>
            <a:lvl7pPr marL="1219200" indent="0" algn="r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747B82"/>
                </a:solidFill>
                <a:latin typeface="Aptos"/>
                <a:ea typeface="Aptos"/>
                <a:cs typeface="Aptos"/>
              </a:defRPr>
            </a:lvl7pPr>
            <a:lvl8pPr marL="1422400" indent="0" algn="r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747B82"/>
                </a:solidFill>
                <a:latin typeface="Aptos"/>
                <a:ea typeface="Aptos"/>
                <a:cs typeface="Aptos"/>
              </a:defRPr>
            </a:lvl8pPr>
            <a:lvl9pPr marL="1625600" indent="0" algn="r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747B82"/>
                </a:solidFill>
                <a:latin typeface="Aptos"/>
                <a:ea typeface="Aptos"/>
                <a:cs typeface="Aptos"/>
              </a:defRPr>
            </a:lvl9pPr>
          </a:lstStyle>
          <a:p>
            <a:pPr marL="0" indent="0" algn="r">
              <a:lnSpc>
                <a:spcPct val="112000"/>
              </a:lnSpc>
              <a:spcAft>
                <a:spcPts val="0"/>
              </a:spcAft>
              <a:buNone/>
              <a:defRPr sz="800" b="0">
                <a:solidFill>
                  <a:srgbClr val="747B82"/>
                </a:solidFill>
                <a:latin typeface="Aptos"/>
                <a:ea typeface="Aptos"/>
                <a:cs typeface="Aptos"/>
              </a:defRPr>
            </a:pPr>
            <a:fld id="{02D62CF7-B451-42A0-BFB3-67C7E3FB3001}" type="slidenum">
              <a:rPr lang="en-GB"/>
              <a:t>1</a:t>
            </a:fld>
          </a:p>
        </p:txBody>
      </p:sp>
    </p:spTree>
  </p:cSld>
  <p:clrMapOvr>
    <a:masterClrMapping/>
  </p:clrMapOvr>
  <p:hf hdr="0" dt="0" ftr="1" sldNum="1"/>
</p:sldLayout>
</file>

<file path=ppt/slideLayouts/slideLayout13.xml><?xml version="1.0" encoding="utf-8"?>
<p:sldLayout xmlns:p="http://schemas.openxmlformats.org/presentationml/2006/main" xmlns:a="http://schemas.openxmlformats.org/drawingml/2006/main" xmlns:r="http://schemas.openxmlformats.org/officeDocument/2006/relationships" type="blank" preserve="1" showMasterSp="1">
  <p:cSld name="Clean White - Blank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Clean ftr 11"/>
          <p:cNvSpPr>
            <a:spLocks noGrp="1"/>
          </p:cNvSpPr>
          <p:nvPr>
            <p:ph type="ftr" idx="11"/>
          </p:nvPr>
        </p:nvSpPr>
        <p:spPr>
          <a:xfrm>
            <a:off x="457200" y="4876800"/>
            <a:ext cx="5080000" cy="152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>
            <a:lvl1pPr marL="0" indent="0" algn="l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747B82"/>
                </a:solidFill>
                <a:latin typeface="Aptos"/>
                <a:ea typeface="Aptos"/>
                <a:cs typeface="Aptos"/>
              </a:defRPr>
            </a:lvl1pPr>
            <a:lvl2pPr marL="203200" indent="0" algn="l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747B82"/>
                </a:solidFill>
                <a:latin typeface="Aptos"/>
                <a:ea typeface="Aptos"/>
                <a:cs typeface="Aptos"/>
              </a:defRPr>
            </a:lvl2pPr>
            <a:lvl3pPr marL="406400" indent="0" algn="l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747B82"/>
                </a:solidFill>
                <a:latin typeface="Aptos"/>
                <a:ea typeface="Aptos"/>
                <a:cs typeface="Aptos"/>
              </a:defRPr>
            </a:lvl3pPr>
            <a:lvl4pPr marL="609600" indent="0" algn="l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747B82"/>
                </a:solidFill>
                <a:latin typeface="Aptos"/>
                <a:ea typeface="Aptos"/>
                <a:cs typeface="Aptos"/>
              </a:defRPr>
            </a:lvl4pPr>
            <a:lvl5pPr marL="812800" indent="0" algn="l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747B82"/>
                </a:solidFill>
                <a:latin typeface="Aptos"/>
                <a:ea typeface="Aptos"/>
                <a:cs typeface="Aptos"/>
              </a:defRPr>
            </a:lvl5pPr>
            <a:lvl6pPr marL="1016000" indent="0" algn="l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747B82"/>
                </a:solidFill>
                <a:latin typeface="Aptos"/>
                <a:ea typeface="Aptos"/>
                <a:cs typeface="Aptos"/>
              </a:defRPr>
            </a:lvl6pPr>
            <a:lvl7pPr marL="1219200" indent="0" algn="l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747B82"/>
                </a:solidFill>
                <a:latin typeface="Aptos"/>
                <a:ea typeface="Aptos"/>
                <a:cs typeface="Aptos"/>
              </a:defRPr>
            </a:lvl7pPr>
            <a:lvl8pPr marL="1422400" indent="0" algn="l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747B82"/>
                </a:solidFill>
                <a:latin typeface="Aptos"/>
                <a:ea typeface="Aptos"/>
                <a:cs typeface="Aptos"/>
              </a:defRPr>
            </a:lvl8pPr>
            <a:lvl9pPr marL="1625600" indent="0" algn="l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747B82"/>
                </a:solidFill>
                <a:latin typeface="Aptos"/>
                <a:ea typeface="Aptos"/>
                <a:cs typeface="Aptos"/>
              </a:defRPr>
            </a:lvl9pPr>
          </a:lstStyle>
          <a:p>
            <a:pPr marL="0" indent="0" algn="l">
              <a:lnSpc>
                <a:spcPct val="112000"/>
              </a:lnSpc>
              <a:spcAft>
                <a:spcPts val="0"/>
              </a:spcAft>
              <a:buNone/>
              <a:defRPr sz="800" b="0">
                <a:solidFill>
                  <a:srgbClr val="747B82"/>
                </a:solidFill>
                <a:latin typeface="Aptos"/>
                <a:ea typeface="Aptos"/>
                <a:cs typeface="Aptos"/>
              </a:defRPr>
            </a:pPr>
            <a:r>
              <a:t>Msc Defence T.M. Lenssen</a:t>
            </a:r>
          </a:p>
        </p:txBody>
      </p:sp>
      <p:sp>
        <p:nvSpPr>
          <p:cNvPr id="91" name="Clean sldNum 12"/>
          <p:cNvSpPr>
            <a:spLocks noGrp="1"/>
          </p:cNvSpPr>
          <p:nvPr>
            <p:ph type="sldNum" idx="12"/>
          </p:nvPr>
        </p:nvSpPr>
        <p:spPr>
          <a:xfrm>
            <a:off x="7874000" y="4876800"/>
            <a:ext cx="355600" cy="152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>
            <a:lvl1pPr marL="0" indent="0" algn="r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747B82"/>
                </a:solidFill>
                <a:latin typeface="Aptos"/>
                <a:ea typeface="Aptos"/>
                <a:cs typeface="Aptos"/>
              </a:defRPr>
            </a:lvl1pPr>
            <a:lvl2pPr marL="203200" indent="0" algn="r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747B82"/>
                </a:solidFill>
                <a:latin typeface="Aptos"/>
                <a:ea typeface="Aptos"/>
                <a:cs typeface="Aptos"/>
              </a:defRPr>
            </a:lvl2pPr>
            <a:lvl3pPr marL="406400" indent="0" algn="r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747B82"/>
                </a:solidFill>
                <a:latin typeface="Aptos"/>
                <a:ea typeface="Aptos"/>
                <a:cs typeface="Aptos"/>
              </a:defRPr>
            </a:lvl3pPr>
            <a:lvl4pPr marL="609600" indent="0" algn="r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747B82"/>
                </a:solidFill>
                <a:latin typeface="Aptos"/>
                <a:ea typeface="Aptos"/>
                <a:cs typeface="Aptos"/>
              </a:defRPr>
            </a:lvl4pPr>
            <a:lvl5pPr marL="812800" indent="0" algn="r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747B82"/>
                </a:solidFill>
                <a:latin typeface="Aptos"/>
                <a:ea typeface="Aptos"/>
                <a:cs typeface="Aptos"/>
              </a:defRPr>
            </a:lvl5pPr>
            <a:lvl6pPr marL="1016000" indent="0" algn="r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747B82"/>
                </a:solidFill>
                <a:latin typeface="Aptos"/>
                <a:ea typeface="Aptos"/>
                <a:cs typeface="Aptos"/>
              </a:defRPr>
            </a:lvl6pPr>
            <a:lvl7pPr marL="1219200" indent="0" algn="r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747B82"/>
                </a:solidFill>
                <a:latin typeface="Aptos"/>
                <a:ea typeface="Aptos"/>
                <a:cs typeface="Aptos"/>
              </a:defRPr>
            </a:lvl7pPr>
            <a:lvl8pPr marL="1422400" indent="0" algn="r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747B82"/>
                </a:solidFill>
                <a:latin typeface="Aptos"/>
                <a:ea typeface="Aptos"/>
                <a:cs typeface="Aptos"/>
              </a:defRPr>
            </a:lvl8pPr>
            <a:lvl9pPr marL="1625600" indent="0" algn="r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747B82"/>
                </a:solidFill>
                <a:latin typeface="Aptos"/>
                <a:ea typeface="Aptos"/>
                <a:cs typeface="Aptos"/>
              </a:defRPr>
            </a:lvl9pPr>
          </a:lstStyle>
          <a:p>
            <a:pPr marL="0" indent="0" algn="r">
              <a:lnSpc>
                <a:spcPct val="112000"/>
              </a:lnSpc>
              <a:spcAft>
                <a:spcPts val="0"/>
              </a:spcAft>
              <a:buNone/>
              <a:defRPr sz="800" b="0">
                <a:solidFill>
                  <a:srgbClr val="747B82"/>
                </a:solidFill>
                <a:latin typeface="Aptos"/>
                <a:ea typeface="Aptos"/>
                <a:cs typeface="Aptos"/>
              </a:defRPr>
            </a:pPr>
            <a:fld id="{02D62CF7-B451-42A0-BFB3-67C7E3FB3001}" type="slidenum">
              <a:rPr lang="en-GB"/>
              <a:t>1</a:t>
            </a:fld>
          </a:p>
        </p:txBody>
      </p:sp>
    </p:spTree>
  </p:cSld>
  <p:clrMapOvr>
    <a:masterClrMapping/>
  </p:clrMapOvr>
  <p:hf hdr="0" dt="0" ftr="1" sldNum="1"/>
</p:sldLayout>
</file>

<file path=ppt/slideLayouts/slideLayout14.xml><?xml version="1.0" encoding="utf-8"?>
<p:sldLayout xmlns:p="http://schemas.openxmlformats.org/presentationml/2006/main" xmlns:a="http://schemas.openxmlformats.org/drawingml/2006/main" xmlns:r="http://schemas.openxmlformats.org/officeDocument/2006/relationships" type="picTx" preserve="1" showMasterSp="1">
  <p:cSld name="Clean White - Large Pictur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lean title 0"/>
          <p:cNvSpPr>
            <a:spLocks noGrp="1"/>
          </p:cNvSpPr>
          <p:nvPr>
            <p:ph type="title" idx="0"/>
          </p:nvPr>
        </p:nvSpPr>
        <p:spPr>
          <a:xfrm>
            <a:off x="457200" y="381000"/>
            <a:ext cx="822960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>
            <a:lvl1pPr marL="0" indent="0" algn="l">
              <a:lnSpc>
                <a:spcPct val="112000"/>
              </a:lnSpc>
              <a:spcAft>
                <a:spcPts val="0"/>
              </a:spcAft>
              <a:buNone/>
              <a:defRPr sz="2500" b="1">
                <a:solidFill>
                  <a:srgbClr val="252529"/>
                </a:solidFill>
                <a:latin typeface="Aptos"/>
                <a:ea typeface="Aptos"/>
                <a:cs typeface="Aptos"/>
              </a:defRPr>
            </a:lvl1pPr>
            <a:lvl2pPr marL="203200" indent="0" algn="l">
              <a:lnSpc>
                <a:spcPct val="112000"/>
              </a:lnSpc>
              <a:spcAft>
                <a:spcPts val="0"/>
              </a:spcAft>
              <a:buNone/>
              <a:defRPr sz="2400" b="1">
                <a:solidFill>
                  <a:srgbClr val="252529"/>
                </a:solidFill>
                <a:latin typeface="Aptos"/>
                <a:ea typeface="Aptos"/>
                <a:cs typeface="Aptos"/>
              </a:defRPr>
            </a:lvl2pPr>
            <a:lvl3pPr marL="406400" indent="0" algn="l">
              <a:lnSpc>
                <a:spcPct val="112000"/>
              </a:lnSpc>
              <a:spcAft>
                <a:spcPts val="0"/>
              </a:spcAft>
              <a:buNone/>
              <a:defRPr sz="2300" b="1">
                <a:solidFill>
                  <a:srgbClr val="252529"/>
                </a:solidFill>
                <a:latin typeface="Aptos"/>
                <a:ea typeface="Aptos"/>
                <a:cs typeface="Aptos"/>
              </a:defRPr>
            </a:lvl3pPr>
            <a:lvl4pPr marL="609600" indent="0" algn="l">
              <a:lnSpc>
                <a:spcPct val="112000"/>
              </a:lnSpc>
              <a:spcAft>
                <a:spcPts val="0"/>
              </a:spcAft>
              <a:buNone/>
              <a:defRPr sz="2200" b="1">
                <a:solidFill>
                  <a:srgbClr val="252529"/>
                </a:solidFill>
                <a:latin typeface="Aptos"/>
                <a:ea typeface="Aptos"/>
                <a:cs typeface="Aptos"/>
              </a:defRPr>
            </a:lvl4pPr>
            <a:lvl5pPr marL="812800" indent="0" algn="l">
              <a:lnSpc>
                <a:spcPct val="112000"/>
              </a:lnSpc>
              <a:spcAft>
                <a:spcPts val="0"/>
              </a:spcAft>
              <a:buNone/>
              <a:defRPr sz="2100" b="1">
                <a:solidFill>
                  <a:srgbClr val="252529"/>
                </a:solidFill>
                <a:latin typeface="Aptos"/>
                <a:ea typeface="Aptos"/>
                <a:cs typeface="Aptos"/>
              </a:defRPr>
            </a:lvl5pPr>
            <a:lvl6pPr marL="1016000" indent="0" algn="l">
              <a:lnSpc>
                <a:spcPct val="112000"/>
              </a:lnSpc>
              <a:spcAft>
                <a:spcPts val="0"/>
              </a:spcAft>
              <a:buNone/>
              <a:defRPr sz="2000" b="1">
                <a:solidFill>
                  <a:srgbClr val="252529"/>
                </a:solidFill>
                <a:latin typeface="Aptos"/>
                <a:ea typeface="Aptos"/>
                <a:cs typeface="Aptos"/>
              </a:defRPr>
            </a:lvl6pPr>
            <a:lvl7pPr marL="1219200" indent="0" algn="l">
              <a:lnSpc>
                <a:spcPct val="112000"/>
              </a:lnSpc>
              <a:spcAft>
                <a:spcPts val="0"/>
              </a:spcAft>
              <a:buNone/>
              <a:defRPr sz="1900" b="1">
                <a:solidFill>
                  <a:srgbClr val="252529"/>
                </a:solidFill>
                <a:latin typeface="Aptos"/>
                <a:ea typeface="Aptos"/>
                <a:cs typeface="Aptos"/>
              </a:defRPr>
            </a:lvl7pPr>
            <a:lvl8pPr marL="1422400" indent="0" algn="l">
              <a:lnSpc>
                <a:spcPct val="112000"/>
              </a:lnSpc>
              <a:spcAft>
                <a:spcPts val="0"/>
              </a:spcAft>
              <a:buNone/>
              <a:defRPr sz="1800" b="1">
                <a:solidFill>
                  <a:srgbClr val="252529"/>
                </a:solidFill>
                <a:latin typeface="Aptos"/>
                <a:ea typeface="Aptos"/>
                <a:cs typeface="Aptos"/>
              </a:defRPr>
            </a:lvl8pPr>
            <a:lvl9pPr marL="1625600" indent="0" algn="l">
              <a:lnSpc>
                <a:spcPct val="112000"/>
              </a:lnSpc>
              <a:spcAft>
                <a:spcPts val="0"/>
              </a:spcAft>
              <a:buNone/>
              <a:defRPr sz="1700" b="1">
                <a:solidFill>
                  <a:srgbClr val="252529"/>
                </a:solidFill>
                <a:latin typeface="Aptos"/>
                <a:ea typeface="Aptos"/>
                <a:cs typeface="Aptos"/>
              </a:defRPr>
            </a:lvl9pPr>
          </a:lstStyle>
          <a:p>
            <a:pPr marL="0" indent="0" algn="l">
              <a:lnSpc>
                <a:spcPct val="112000"/>
              </a:lnSpc>
              <a:spcAft>
                <a:spcPts val="0"/>
              </a:spcAft>
              <a:buNone/>
              <a:defRPr sz="2500" b="1">
                <a:solidFill>
                  <a:srgbClr val="252529"/>
                </a:solidFill>
                <a:latin typeface="Aptos"/>
                <a:ea typeface="Aptos"/>
                <a:cs typeface="Aptos"/>
              </a:defRPr>
            </a:pPr>
            <a:r>
              <a:t>Click to add title</a:t>
            </a:r>
          </a:p>
        </p:txBody>
      </p:sp>
      <p:sp>
        <p:nvSpPr>
          <p:cNvPr id="23" name="Clean pic 13"/>
          <p:cNvSpPr>
            <a:spLocks noGrp="1"/>
          </p:cNvSpPr>
          <p:nvPr>
            <p:ph type="pic" idx="13"/>
          </p:nvPr>
        </p:nvSpPr>
        <p:spPr>
          <a:xfrm>
            <a:off x="457200" y="1092200"/>
            <a:ext cx="8229600" cy="3479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>
            <a:lvl1pPr marL="0" indent="0" algn="l">
              <a:lnSpc>
                <a:spcPct val="112000"/>
              </a:lnSpc>
              <a:spcAft>
                <a:spcPts val="1000"/>
              </a:spcAft>
              <a:buNone/>
              <a:defRPr sz="1800" b="0">
                <a:solidFill>
                  <a:srgbClr val="252529"/>
                </a:solidFill>
                <a:latin typeface="Aptos"/>
                <a:ea typeface="Aptos"/>
                <a:cs typeface="Aptos"/>
              </a:defRPr>
            </a:lvl1pPr>
            <a:lvl2pPr marL="203200" indent="0" algn="l">
              <a:lnSpc>
                <a:spcPct val="112000"/>
              </a:lnSpc>
              <a:spcAft>
                <a:spcPts val="1000"/>
              </a:spcAft>
              <a:buNone/>
              <a:defRPr sz="1700" b="0">
                <a:solidFill>
                  <a:srgbClr val="252529"/>
                </a:solidFill>
                <a:latin typeface="Aptos"/>
                <a:ea typeface="Aptos"/>
                <a:cs typeface="Aptos"/>
              </a:defRPr>
            </a:lvl2pPr>
            <a:lvl3pPr marL="406400" indent="0" algn="l">
              <a:lnSpc>
                <a:spcPct val="112000"/>
              </a:lnSpc>
              <a:spcAft>
                <a:spcPts val="0"/>
              </a:spcAft>
              <a:buNone/>
              <a:defRPr sz="1600" b="0">
                <a:solidFill>
                  <a:srgbClr val="252529"/>
                </a:solidFill>
                <a:latin typeface="Aptos"/>
                <a:ea typeface="Aptos"/>
                <a:cs typeface="Aptos"/>
              </a:defRPr>
            </a:lvl3pPr>
            <a:lvl4pPr marL="609600" indent="0" algn="l">
              <a:lnSpc>
                <a:spcPct val="112000"/>
              </a:lnSpc>
              <a:spcAft>
                <a:spcPts val="0"/>
              </a:spcAft>
              <a:buNone/>
              <a:defRPr sz="1500" b="0">
                <a:solidFill>
                  <a:srgbClr val="252529"/>
                </a:solidFill>
                <a:latin typeface="Aptos"/>
                <a:ea typeface="Aptos"/>
                <a:cs typeface="Aptos"/>
              </a:defRPr>
            </a:lvl4pPr>
            <a:lvl5pPr marL="812800" indent="0" algn="l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252529"/>
                </a:solidFill>
                <a:latin typeface="Aptos"/>
                <a:ea typeface="Aptos"/>
                <a:cs typeface="Aptos"/>
              </a:defRPr>
            </a:lvl5pPr>
            <a:lvl6pPr marL="1016000" indent="0" algn="l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252529"/>
                </a:solidFill>
                <a:latin typeface="Aptos"/>
                <a:ea typeface="Aptos"/>
                <a:cs typeface="Aptos"/>
              </a:defRPr>
            </a:lvl6pPr>
            <a:lvl7pPr marL="1219200" indent="0" algn="l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252529"/>
                </a:solidFill>
                <a:latin typeface="Aptos"/>
                <a:ea typeface="Aptos"/>
                <a:cs typeface="Aptos"/>
              </a:defRPr>
            </a:lvl7pPr>
            <a:lvl8pPr marL="1422400" indent="0" algn="l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252529"/>
                </a:solidFill>
                <a:latin typeface="Aptos"/>
                <a:ea typeface="Aptos"/>
                <a:cs typeface="Aptos"/>
              </a:defRPr>
            </a:lvl8pPr>
            <a:lvl9pPr marL="1625600" indent="0" algn="l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252529"/>
                </a:solidFill>
                <a:latin typeface="Aptos"/>
                <a:ea typeface="Aptos"/>
                <a:cs typeface="Aptos"/>
              </a:defRPr>
            </a:lvl9pPr>
          </a:lstStyle>
          <a:p>
            <a:pPr marL="0" indent="0" algn="l">
              <a:lnSpc>
                <a:spcPct val="112000"/>
              </a:lnSpc>
              <a:spcAft>
                <a:spcPts val="1000"/>
              </a:spcAft>
              <a:buNone/>
              <a:defRPr sz="1800" b="0">
                <a:solidFill>
                  <a:srgbClr val="252529"/>
                </a:solidFill>
                <a:latin typeface="Aptos"/>
                <a:ea typeface="Aptos"/>
                <a:cs typeface="Aptos"/>
              </a:defRPr>
            </a:pPr>
            <a:r>
              <a:t>Click to add picture</a:t>
            </a:r>
          </a:p>
        </p:txBody>
      </p:sp>
      <p:sp>
        <p:nvSpPr>
          <p:cNvPr id="90" name="Clean ftr 11"/>
          <p:cNvSpPr>
            <a:spLocks noGrp="1"/>
          </p:cNvSpPr>
          <p:nvPr>
            <p:ph type="ftr" idx="11"/>
          </p:nvPr>
        </p:nvSpPr>
        <p:spPr>
          <a:xfrm>
            <a:off x="457200" y="4876800"/>
            <a:ext cx="5080000" cy="152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>
            <a:lvl1pPr marL="0" indent="0" algn="l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747B82"/>
                </a:solidFill>
                <a:latin typeface="Aptos"/>
                <a:ea typeface="Aptos"/>
                <a:cs typeface="Aptos"/>
              </a:defRPr>
            </a:lvl1pPr>
            <a:lvl2pPr marL="203200" indent="0" algn="l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747B82"/>
                </a:solidFill>
                <a:latin typeface="Aptos"/>
                <a:ea typeface="Aptos"/>
                <a:cs typeface="Aptos"/>
              </a:defRPr>
            </a:lvl2pPr>
            <a:lvl3pPr marL="406400" indent="0" algn="l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747B82"/>
                </a:solidFill>
                <a:latin typeface="Aptos"/>
                <a:ea typeface="Aptos"/>
                <a:cs typeface="Aptos"/>
              </a:defRPr>
            </a:lvl3pPr>
            <a:lvl4pPr marL="609600" indent="0" algn="l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747B82"/>
                </a:solidFill>
                <a:latin typeface="Aptos"/>
                <a:ea typeface="Aptos"/>
                <a:cs typeface="Aptos"/>
              </a:defRPr>
            </a:lvl4pPr>
            <a:lvl5pPr marL="812800" indent="0" algn="l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747B82"/>
                </a:solidFill>
                <a:latin typeface="Aptos"/>
                <a:ea typeface="Aptos"/>
                <a:cs typeface="Aptos"/>
              </a:defRPr>
            </a:lvl5pPr>
            <a:lvl6pPr marL="1016000" indent="0" algn="l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747B82"/>
                </a:solidFill>
                <a:latin typeface="Aptos"/>
                <a:ea typeface="Aptos"/>
                <a:cs typeface="Aptos"/>
              </a:defRPr>
            </a:lvl6pPr>
            <a:lvl7pPr marL="1219200" indent="0" algn="l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747B82"/>
                </a:solidFill>
                <a:latin typeface="Aptos"/>
                <a:ea typeface="Aptos"/>
                <a:cs typeface="Aptos"/>
              </a:defRPr>
            </a:lvl7pPr>
            <a:lvl8pPr marL="1422400" indent="0" algn="l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747B82"/>
                </a:solidFill>
                <a:latin typeface="Aptos"/>
                <a:ea typeface="Aptos"/>
                <a:cs typeface="Aptos"/>
              </a:defRPr>
            </a:lvl8pPr>
            <a:lvl9pPr marL="1625600" indent="0" algn="l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747B82"/>
                </a:solidFill>
                <a:latin typeface="Aptos"/>
                <a:ea typeface="Aptos"/>
                <a:cs typeface="Aptos"/>
              </a:defRPr>
            </a:lvl9pPr>
          </a:lstStyle>
          <a:p>
            <a:pPr marL="0" indent="0" algn="l">
              <a:lnSpc>
                <a:spcPct val="112000"/>
              </a:lnSpc>
              <a:spcAft>
                <a:spcPts val="0"/>
              </a:spcAft>
              <a:buNone/>
              <a:defRPr sz="800" b="0">
                <a:solidFill>
                  <a:srgbClr val="747B82"/>
                </a:solidFill>
                <a:latin typeface="Aptos"/>
                <a:ea typeface="Aptos"/>
                <a:cs typeface="Aptos"/>
              </a:defRPr>
            </a:pPr>
            <a:r>
              <a:t>Msc Defence T.M. Lenssen</a:t>
            </a:r>
          </a:p>
        </p:txBody>
      </p:sp>
      <p:sp>
        <p:nvSpPr>
          <p:cNvPr id="91" name="Clean sldNum 12"/>
          <p:cNvSpPr>
            <a:spLocks noGrp="1"/>
          </p:cNvSpPr>
          <p:nvPr>
            <p:ph type="sldNum" idx="12"/>
          </p:nvPr>
        </p:nvSpPr>
        <p:spPr>
          <a:xfrm>
            <a:off x="7874000" y="4876800"/>
            <a:ext cx="355600" cy="152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>
            <a:lvl1pPr marL="0" indent="0" algn="r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747B82"/>
                </a:solidFill>
                <a:latin typeface="Aptos"/>
                <a:ea typeface="Aptos"/>
                <a:cs typeface="Aptos"/>
              </a:defRPr>
            </a:lvl1pPr>
            <a:lvl2pPr marL="203200" indent="0" algn="r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747B82"/>
                </a:solidFill>
                <a:latin typeface="Aptos"/>
                <a:ea typeface="Aptos"/>
                <a:cs typeface="Aptos"/>
              </a:defRPr>
            </a:lvl2pPr>
            <a:lvl3pPr marL="406400" indent="0" algn="r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747B82"/>
                </a:solidFill>
                <a:latin typeface="Aptos"/>
                <a:ea typeface="Aptos"/>
                <a:cs typeface="Aptos"/>
              </a:defRPr>
            </a:lvl3pPr>
            <a:lvl4pPr marL="609600" indent="0" algn="r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747B82"/>
                </a:solidFill>
                <a:latin typeface="Aptos"/>
                <a:ea typeface="Aptos"/>
                <a:cs typeface="Aptos"/>
              </a:defRPr>
            </a:lvl4pPr>
            <a:lvl5pPr marL="812800" indent="0" algn="r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747B82"/>
                </a:solidFill>
                <a:latin typeface="Aptos"/>
                <a:ea typeface="Aptos"/>
                <a:cs typeface="Aptos"/>
              </a:defRPr>
            </a:lvl5pPr>
            <a:lvl6pPr marL="1016000" indent="0" algn="r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747B82"/>
                </a:solidFill>
                <a:latin typeface="Aptos"/>
                <a:ea typeface="Aptos"/>
                <a:cs typeface="Aptos"/>
              </a:defRPr>
            </a:lvl6pPr>
            <a:lvl7pPr marL="1219200" indent="0" algn="r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747B82"/>
                </a:solidFill>
                <a:latin typeface="Aptos"/>
                <a:ea typeface="Aptos"/>
                <a:cs typeface="Aptos"/>
              </a:defRPr>
            </a:lvl7pPr>
            <a:lvl8pPr marL="1422400" indent="0" algn="r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747B82"/>
                </a:solidFill>
                <a:latin typeface="Aptos"/>
                <a:ea typeface="Aptos"/>
                <a:cs typeface="Aptos"/>
              </a:defRPr>
            </a:lvl8pPr>
            <a:lvl9pPr marL="1625600" indent="0" algn="r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747B82"/>
                </a:solidFill>
                <a:latin typeface="Aptos"/>
                <a:ea typeface="Aptos"/>
                <a:cs typeface="Aptos"/>
              </a:defRPr>
            </a:lvl9pPr>
          </a:lstStyle>
          <a:p>
            <a:pPr marL="0" indent="0" algn="r">
              <a:lnSpc>
                <a:spcPct val="112000"/>
              </a:lnSpc>
              <a:spcAft>
                <a:spcPts val="0"/>
              </a:spcAft>
              <a:buNone/>
              <a:defRPr sz="800" b="0">
                <a:solidFill>
                  <a:srgbClr val="747B82"/>
                </a:solidFill>
                <a:latin typeface="Aptos"/>
                <a:ea typeface="Aptos"/>
                <a:cs typeface="Aptos"/>
              </a:defRPr>
            </a:pPr>
            <a:fld id="{02D62CF7-B451-42A0-BFB3-67C7E3FB3001}" type="slidenum">
              <a:rPr lang="en-GB"/>
              <a:t>1</a:t>
            </a:fld>
          </a:p>
        </p:txBody>
      </p:sp>
    </p:spTree>
  </p:cSld>
  <p:clrMapOvr>
    <a:masterClrMapping/>
  </p:clrMapOvr>
  <p:hf hdr="0" dt="0" ftr="1" sldNum="1"/>
</p:sldLayout>
</file>

<file path=ppt/slideLayouts/slideLayout15.xml><?xml version="1.0" encoding="utf-8"?>
<p:sldLayout xmlns:p="http://schemas.openxmlformats.org/presentationml/2006/main" xmlns:a="http://schemas.openxmlformats.org/drawingml/2006/main" xmlns:r="http://schemas.openxmlformats.org/officeDocument/2006/relationships" type="twoObj" preserve="1" showMasterSp="1">
  <p:cSld name="Clean White - Two Column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lean title 0"/>
          <p:cNvSpPr>
            <a:spLocks noGrp="1"/>
          </p:cNvSpPr>
          <p:nvPr>
            <p:ph type="title" idx="0"/>
          </p:nvPr>
        </p:nvSpPr>
        <p:spPr>
          <a:xfrm>
            <a:off x="457200" y="381000"/>
            <a:ext cx="822960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>
            <a:lvl1pPr marL="0" indent="0" algn="l">
              <a:lnSpc>
                <a:spcPct val="112000"/>
              </a:lnSpc>
              <a:spcAft>
                <a:spcPts val="0"/>
              </a:spcAft>
              <a:buNone/>
              <a:defRPr sz="2500" b="1">
                <a:solidFill>
                  <a:srgbClr val="252529"/>
                </a:solidFill>
                <a:latin typeface="Aptos"/>
                <a:ea typeface="Aptos"/>
                <a:cs typeface="Aptos"/>
              </a:defRPr>
            </a:lvl1pPr>
            <a:lvl2pPr marL="203200" indent="0" algn="l">
              <a:lnSpc>
                <a:spcPct val="112000"/>
              </a:lnSpc>
              <a:spcAft>
                <a:spcPts val="0"/>
              </a:spcAft>
              <a:buNone/>
              <a:defRPr sz="2400" b="1">
                <a:solidFill>
                  <a:srgbClr val="252529"/>
                </a:solidFill>
                <a:latin typeface="Aptos"/>
                <a:ea typeface="Aptos"/>
                <a:cs typeface="Aptos"/>
              </a:defRPr>
            </a:lvl2pPr>
            <a:lvl3pPr marL="406400" indent="0" algn="l">
              <a:lnSpc>
                <a:spcPct val="112000"/>
              </a:lnSpc>
              <a:spcAft>
                <a:spcPts val="0"/>
              </a:spcAft>
              <a:buNone/>
              <a:defRPr sz="2300" b="1">
                <a:solidFill>
                  <a:srgbClr val="252529"/>
                </a:solidFill>
                <a:latin typeface="Aptos"/>
                <a:ea typeface="Aptos"/>
                <a:cs typeface="Aptos"/>
              </a:defRPr>
            </a:lvl3pPr>
            <a:lvl4pPr marL="609600" indent="0" algn="l">
              <a:lnSpc>
                <a:spcPct val="112000"/>
              </a:lnSpc>
              <a:spcAft>
                <a:spcPts val="0"/>
              </a:spcAft>
              <a:buNone/>
              <a:defRPr sz="2200" b="1">
                <a:solidFill>
                  <a:srgbClr val="252529"/>
                </a:solidFill>
                <a:latin typeface="Aptos"/>
                <a:ea typeface="Aptos"/>
                <a:cs typeface="Aptos"/>
              </a:defRPr>
            </a:lvl4pPr>
            <a:lvl5pPr marL="812800" indent="0" algn="l">
              <a:lnSpc>
                <a:spcPct val="112000"/>
              </a:lnSpc>
              <a:spcAft>
                <a:spcPts val="0"/>
              </a:spcAft>
              <a:buNone/>
              <a:defRPr sz="2100" b="1">
                <a:solidFill>
                  <a:srgbClr val="252529"/>
                </a:solidFill>
                <a:latin typeface="Aptos"/>
                <a:ea typeface="Aptos"/>
                <a:cs typeface="Aptos"/>
              </a:defRPr>
            </a:lvl5pPr>
            <a:lvl6pPr marL="1016000" indent="0" algn="l">
              <a:lnSpc>
                <a:spcPct val="112000"/>
              </a:lnSpc>
              <a:spcAft>
                <a:spcPts val="0"/>
              </a:spcAft>
              <a:buNone/>
              <a:defRPr sz="2000" b="1">
                <a:solidFill>
                  <a:srgbClr val="252529"/>
                </a:solidFill>
                <a:latin typeface="Aptos"/>
                <a:ea typeface="Aptos"/>
                <a:cs typeface="Aptos"/>
              </a:defRPr>
            </a:lvl6pPr>
            <a:lvl7pPr marL="1219200" indent="0" algn="l">
              <a:lnSpc>
                <a:spcPct val="112000"/>
              </a:lnSpc>
              <a:spcAft>
                <a:spcPts val="0"/>
              </a:spcAft>
              <a:buNone/>
              <a:defRPr sz="1900" b="1">
                <a:solidFill>
                  <a:srgbClr val="252529"/>
                </a:solidFill>
                <a:latin typeface="Aptos"/>
                <a:ea typeface="Aptos"/>
                <a:cs typeface="Aptos"/>
              </a:defRPr>
            </a:lvl7pPr>
            <a:lvl8pPr marL="1422400" indent="0" algn="l">
              <a:lnSpc>
                <a:spcPct val="112000"/>
              </a:lnSpc>
              <a:spcAft>
                <a:spcPts val="0"/>
              </a:spcAft>
              <a:buNone/>
              <a:defRPr sz="1800" b="1">
                <a:solidFill>
                  <a:srgbClr val="252529"/>
                </a:solidFill>
                <a:latin typeface="Aptos"/>
                <a:ea typeface="Aptos"/>
                <a:cs typeface="Aptos"/>
              </a:defRPr>
            </a:lvl8pPr>
            <a:lvl9pPr marL="1625600" indent="0" algn="l">
              <a:lnSpc>
                <a:spcPct val="112000"/>
              </a:lnSpc>
              <a:spcAft>
                <a:spcPts val="0"/>
              </a:spcAft>
              <a:buNone/>
              <a:defRPr sz="1700" b="1">
                <a:solidFill>
                  <a:srgbClr val="252529"/>
                </a:solidFill>
                <a:latin typeface="Aptos"/>
                <a:ea typeface="Aptos"/>
                <a:cs typeface="Aptos"/>
              </a:defRPr>
            </a:lvl9pPr>
          </a:lstStyle>
          <a:p>
            <a:pPr marL="0" indent="0" algn="l">
              <a:lnSpc>
                <a:spcPct val="112000"/>
              </a:lnSpc>
              <a:spcAft>
                <a:spcPts val="0"/>
              </a:spcAft>
              <a:buNone/>
              <a:defRPr sz="2500" b="1">
                <a:solidFill>
                  <a:srgbClr val="252529"/>
                </a:solidFill>
                <a:latin typeface="Aptos"/>
                <a:ea typeface="Aptos"/>
                <a:cs typeface="Aptos"/>
              </a:defRPr>
            </a:pPr>
            <a:r>
              <a:t>Click to add title</a:t>
            </a:r>
          </a:p>
        </p:txBody>
      </p:sp>
      <p:sp>
        <p:nvSpPr>
          <p:cNvPr id="11" name="Clean obj 1"/>
          <p:cNvSpPr>
            <a:spLocks noGrp="1"/>
          </p:cNvSpPr>
          <p:nvPr>
            <p:ph type="obj" idx="1"/>
          </p:nvPr>
        </p:nvSpPr>
        <p:spPr>
          <a:xfrm>
            <a:off x="457200" y="1219200"/>
            <a:ext cx="3911600" cy="330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>
            <a:lvl1pPr marL="0" indent="0" algn="l">
              <a:lnSpc>
                <a:spcPct val="112000"/>
              </a:lnSpc>
              <a:spcAft>
                <a:spcPts val="1000"/>
              </a:spcAft>
              <a:buNone/>
              <a:defRPr sz="1800" b="0">
                <a:solidFill>
                  <a:srgbClr val="252529"/>
                </a:solidFill>
                <a:latin typeface="Aptos"/>
                <a:ea typeface="Aptos"/>
                <a:cs typeface="Aptos"/>
              </a:defRPr>
            </a:lvl1pPr>
            <a:lvl2pPr marL="203200" indent="0" algn="l">
              <a:lnSpc>
                <a:spcPct val="112000"/>
              </a:lnSpc>
              <a:spcAft>
                <a:spcPts val="1000"/>
              </a:spcAft>
              <a:buNone/>
              <a:defRPr sz="1700" b="0">
                <a:solidFill>
                  <a:srgbClr val="252529"/>
                </a:solidFill>
                <a:latin typeface="Aptos"/>
                <a:ea typeface="Aptos"/>
                <a:cs typeface="Aptos"/>
              </a:defRPr>
            </a:lvl2pPr>
            <a:lvl3pPr marL="406400" indent="0" algn="l">
              <a:lnSpc>
                <a:spcPct val="112000"/>
              </a:lnSpc>
              <a:spcAft>
                <a:spcPts val="0"/>
              </a:spcAft>
              <a:buNone/>
              <a:defRPr sz="1600" b="0">
                <a:solidFill>
                  <a:srgbClr val="252529"/>
                </a:solidFill>
                <a:latin typeface="Aptos"/>
                <a:ea typeface="Aptos"/>
                <a:cs typeface="Aptos"/>
              </a:defRPr>
            </a:lvl3pPr>
            <a:lvl4pPr marL="609600" indent="0" algn="l">
              <a:lnSpc>
                <a:spcPct val="112000"/>
              </a:lnSpc>
              <a:spcAft>
                <a:spcPts val="0"/>
              </a:spcAft>
              <a:buNone/>
              <a:defRPr sz="1500" b="0">
                <a:solidFill>
                  <a:srgbClr val="252529"/>
                </a:solidFill>
                <a:latin typeface="Aptos"/>
                <a:ea typeface="Aptos"/>
                <a:cs typeface="Aptos"/>
              </a:defRPr>
            </a:lvl4pPr>
            <a:lvl5pPr marL="812800" indent="0" algn="l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252529"/>
                </a:solidFill>
                <a:latin typeface="Aptos"/>
                <a:ea typeface="Aptos"/>
                <a:cs typeface="Aptos"/>
              </a:defRPr>
            </a:lvl5pPr>
            <a:lvl6pPr marL="1016000" indent="0" algn="l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252529"/>
                </a:solidFill>
                <a:latin typeface="Aptos"/>
                <a:ea typeface="Aptos"/>
                <a:cs typeface="Aptos"/>
              </a:defRPr>
            </a:lvl6pPr>
            <a:lvl7pPr marL="1219200" indent="0" algn="l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252529"/>
                </a:solidFill>
                <a:latin typeface="Aptos"/>
                <a:ea typeface="Aptos"/>
                <a:cs typeface="Aptos"/>
              </a:defRPr>
            </a:lvl7pPr>
            <a:lvl8pPr marL="1422400" indent="0" algn="l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252529"/>
                </a:solidFill>
                <a:latin typeface="Aptos"/>
                <a:ea typeface="Aptos"/>
                <a:cs typeface="Aptos"/>
              </a:defRPr>
            </a:lvl8pPr>
            <a:lvl9pPr marL="1625600" indent="0" algn="l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252529"/>
                </a:solidFill>
                <a:latin typeface="Aptos"/>
                <a:ea typeface="Aptos"/>
                <a:cs typeface="Aptos"/>
              </a:defRPr>
            </a:lvl9pPr>
          </a:lstStyle>
          <a:p>
            <a:pPr marL="0" indent="0" algn="l">
              <a:lnSpc>
                <a:spcPct val="112000"/>
              </a:lnSpc>
              <a:spcAft>
                <a:spcPts val="1000"/>
              </a:spcAft>
              <a:buNone/>
              <a:defRPr sz="1800" b="0">
                <a:solidFill>
                  <a:srgbClr val="252529"/>
                </a:solidFill>
                <a:latin typeface="Aptos"/>
                <a:ea typeface="Aptos"/>
                <a:cs typeface="Aptos"/>
              </a:defRPr>
            </a:pPr>
            <a:r>
              <a:t>Click to add content</a:t>
            </a:r>
          </a:p>
        </p:txBody>
      </p:sp>
      <p:sp>
        <p:nvSpPr>
          <p:cNvPr id="12" name="Clean obj 2"/>
          <p:cNvSpPr>
            <a:spLocks noGrp="1"/>
          </p:cNvSpPr>
          <p:nvPr>
            <p:ph type="obj" idx="2"/>
          </p:nvPr>
        </p:nvSpPr>
        <p:spPr>
          <a:xfrm>
            <a:off x="4775200" y="1219200"/>
            <a:ext cx="3911600" cy="330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>
            <a:lvl1pPr marL="0" indent="0" algn="l">
              <a:lnSpc>
                <a:spcPct val="112000"/>
              </a:lnSpc>
              <a:spcAft>
                <a:spcPts val="1000"/>
              </a:spcAft>
              <a:buNone/>
              <a:defRPr sz="1800" b="0">
                <a:solidFill>
                  <a:srgbClr val="252529"/>
                </a:solidFill>
                <a:latin typeface="Aptos"/>
                <a:ea typeface="Aptos"/>
                <a:cs typeface="Aptos"/>
              </a:defRPr>
            </a:lvl1pPr>
            <a:lvl2pPr marL="203200" indent="0" algn="l">
              <a:lnSpc>
                <a:spcPct val="112000"/>
              </a:lnSpc>
              <a:spcAft>
                <a:spcPts val="1000"/>
              </a:spcAft>
              <a:buNone/>
              <a:defRPr sz="1700" b="0">
                <a:solidFill>
                  <a:srgbClr val="252529"/>
                </a:solidFill>
                <a:latin typeface="Aptos"/>
                <a:ea typeface="Aptos"/>
                <a:cs typeface="Aptos"/>
              </a:defRPr>
            </a:lvl2pPr>
            <a:lvl3pPr marL="406400" indent="0" algn="l">
              <a:lnSpc>
                <a:spcPct val="112000"/>
              </a:lnSpc>
              <a:spcAft>
                <a:spcPts val="0"/>
              </a:spcAft>
              <a:buNone/>
              <a:defRPr sz="1600" b="0">
                <a:solidFill>
                  <a:srgbClr val="252529"/>
                </a:solidFill>
                <a:latin typeface="Aptos"/>
                <a:ea typeface="Aptos"/>
                <a:cs typeface="Aptos"/>
              </a:defRPr>
            </a:lvl3pPr>
            <a:lvl4pPr marL="609600" indent="0" algn="l">
              <a:lnSpc>
                <a:spcPct val="112000"/>
              </a:lnSpc>
              <a:spcAft>
                <a:spcPts val="0"/>
              </a:spcAft>
              <a:buNone/>
              <a:defRPr sz="1500" b="0">
                <a:solidFill>
                  <a:srgbClr val="252529"/>
                </a:solidFill>
                <a:latin typeface="Aptos"/>
                <a:ea typeface="Aptos"/>
                <a:cs typeface="Aptos"/>
              </a:defRPr>
            </a:lvl4pPr>
            <a:lvl5pPr marL="812800" indent="0" algn="l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252529"/>
                </a:solidFill>
                <a:latin typeface="Aptos"/>
                <a:ea typeface="Aptos"/>
                <a:cs typeface="Aptos"/>
              </a:defRPr>
            </a:lvl5pPr>
            <a:lvl6pPr marL="1016000" indent="0" algn="l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252529"/>
                </a:solidFill>
                <a:latin typeface="Aptos"/>
                <a:ea typeface="Aptos"/>
                <a:cs typeface="Aptos"/>
              </a:defRPr>
            </a:lvl6pPr>
            <a:lvl7pPr marL="1219200" indent="0" algn="l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252529"/>
                </a:solidFill>
                <a:latin typeface="Aptos"/>
                <a:ea typeface="Aptos"/>
                <a:cs typeface="Aptos"/>
              </a:defRPr>
            </a:lvl7pPr>
            <a:lvl8pPr marL="1422400" indent="0" algn="l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252529"/>
                </a:solidFill>
                <a:latin typeface="Aptos"/>
                <a:ea typeface="Aptos"/>
                <a:cs typeface="Aptos"/>
              </a:defRPr>
            </a:lvl8pPr>
            <a:lvl9pPr marL="1625600" indent="0" algn="l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252529"/>
                </a:solidFill>
                <a:latin typeface="Aptos"/>
                <a:ea typeface="Aptos"/>
                <a:cs typeface="Aptos"/>
              </a:defRPr>
            </a:lvl9pPr>
          </a:lstStyle>
          <a:p>
            <a:pPr marL="0" indent="0" algn="l">
              <a:lnSpc>
                <a:spcPct val="112000"/>
              </a:lnSpc>
              <a:spcAft>
                <a:spcPts val="1000"/>
              </a:spcAft>
              <a:buNone/>
              <a:defRPr sz="1800" b="0">
                <a:solidFill>
                  <a:srgbClr val="252529"/>
                </a:solidFill>
                <a:latin typeface="Aptos"/>
                <a:ea typeface="Aptos"/>
                <a:cs typeface="Aptos"/>
              </a:defRPr>
            </a:pPr>
            <a:r>
              <a:t>Click to add content</a:t>
            </a:r>
          </a:p>
        </p:txBody>
      </p:sp>
      <p:sp>
        <p:nvSpPr>
          <p:cNvPr id="90" name="Clean ftr 11"/>
          <p:cNvSpPr>
            <a:spLocks noGrp="1"/>
          </p:cNvSpPr>
          <p:nvPr>
            <p:ph type="ftr" idx="11"/>
          </p:nvPr>
        </p:nvSpPr>
        <p:spPr>
          <a:xfrm>
            <a:off x="457200" y="4876800"/>
            <a:ext cx="5080000" cy="152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>
            <a:lvl1pPr marL="0" indent="0" algn="l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747B82"/>
                </a:solidFill>
                <a:latin typeface="Aptos"/>
                <a:ea typeface="Aptos"/>
                <a:cs typeface="Aptos"/>
              </a:defRPr>
            </a:lvl1pPr>
            <a:lvl2pPr marL="203200" indent="0" algn="l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747B82"/>
                </a:solidFill>
                <a:latin typeface="Aptos"/>
                <a:ea typeface="Aptos"/>
                <a:cs typeface="Aptos"/>
              </a:defRPr>
            </a:lvl2pPr>
            <a:lvl3pPr marL="406400" indent="0" algn="l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747B82"/>
                </a:solidFill>
                <a:latin typeface="Aptos"/>
                <a:ea typeface="Aptos"/>
                <a:cs typeface="Aptos"/>
              </a:defRPr>
            </a:lvl3pPr>
            <a:lvl4pPr marL="609600" indent="0" algn="l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747B82"/>
                </a:solidFill>
                <a:latin typeface="Aptos"/>
                <a:ea typeface="Aptos"/>
                <a:cs typeface="Aptos"/>
              </a:defRPr>
            </a:lvl4pPr>
            <a:lvl5pPr marL="812800" indent="0" algn="l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747B82"/>
                </a:solidFill>
                <a:latin typeface="Aptos"/>
                <a:ea typeface="Aptos"/>
                <a:cs typeface="Aptos"/>
              </a:defRPr>
            </a:lvl5pPr>
            <a:lvl6pPr marL="1016000" indent="0" algn="l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747B82"/>
                </a:solidFill>
                <a:latin typeface="Aptos"/>
                <a:ea typeface="Aptos"/>
                <a:cs typeface="Aptos"/>
              </a:defRPr>
            </a:lvl6pPr>
            <a:lvl7pPr marL="1219200" indent="0" algn="l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747B82"/>
                </a:solidFill>
                <a:latin typeface="Aptos"/>
                <a:ea typeface="Aptos"/>
                <a:cs typeface="Aptos"/>
              </a:defRPr>
            </a:lvl7pPr>
            <a:lvl8pPr marL="1422400" indent="0" algn="l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747B82"/>
                </a:solidFill>
                <a:latin typeface="Aptos"/>
                <a:ea typeface="Aptos"/>
                <a:cs typeface="Aptos"/>
              </a:defRPr>
            </a:lvl8pPr>
            <a:lvl9pPr marL="1625600" indent="0" algn="l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747B82"/>
                </a:solidFill>
                <a:latin typeface="Aptos"/>
                <a:ea typeface="Aptos"/>
                <a:cs typeface="Aptos"/>
              </a:defRPr>
            </a:lvl9pPr>
          </a:lstStyle>
          <a:p>
            <a:pPr marL="0" indent="0" algn="l">
              <a:lnSpc>
                <a:spcPct val="112000"/>
              </a:lnSpc>
              <a:spcAft>
                <a:spcPts val="0"/>
              </a:spcAft>
              <a:buNone/>
              <a:defRPr sz="800" b="0">
                <a:solidFill>
                  <a:srgbClr val="747B82"/>
                </a:solidFill>
                <a:latin typeface="Aptos"/>
                <a:ea typeface="Aptos"/>
                <a:cs typeface="Aptos"/>
              </a:defRPr>
            </a:pPr>
            <a:r>
              <a:t>Msc Defence T.M. Lenssen</a:t>
            </a:r>
          </a:p>
        </p:txBody>
      </p:sp>
      <p:sp>
        <p:nvSpPr>
          <p:cNvPr id="91" name="Clean sldNum 12"/>
          <p:cNvSpPr>
            <a:spLocks noGrp="1"/>
          </p:cNvSpPr>
          <p:nvPr>
            <p:ph type="sldNum" idx="12"/>
          </p:nvPr>
        </p:nvSpPr>
        <p:spPr>
          <a:xfrm>
            <a:off x="7874000" y="4876800"/>
            <a:ext cx="355600" cy="152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>
            <a:lvl1pPr marL="0" indent="0" algn="r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747B82"/>
                </a:solidFill>
                <a:latin typeface="Aptos"/>
                <a:ea typeface="Aptos"/>
                <a:cs typeface="Aptos"/>
              </a:defRPr>
            </a:lvl1pPr>
            <a:lvl2pPr marL="203200" indent="0" algn="r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747B82"/>
                </a:solidFill>
                <a:latin typeface="Aptos"/>
                <a:ea typeface="Aptos"/>
                <a:cs typeface="Aptos"/>
              </a:defRPr>
            </a:lvl2pPr>
            <a:lvl3pPr marL="406400" indent="0" algn="r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747B82"/>
                </a:solidFill>
                <a:latin typeface="Aptos"/>
                <a:ea typeface="Aptos"/>
                <a:cs typeface="Aptos"/>
              </a:defRPr>
            </a:lvl3pPr>
            <a:lvl4pPr marL="609600" indent="0" algn="r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747B82"/>
                </a:solidFill>
                <a:latin typeface="Aptos"/>
                <a:ea typeface="Aptos"/>
                <a:cs typeface="Aptos"/>
              </a:defRPr>
            </a:lvl4pPr>
            <a:lvl5pPr marL="812800" indent="0" algn="r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747B82"/>
                </a:solidFill>
                <a:latin typeface="Aptos"/>
                <a:ea typeface="Aptos"/>
                <a:cs typeface="Aptos"/>
              </a:defRPr>
            </a:lvl5pPr>
            <a:lvl6pPr marL="1016000" indent="0" algn="r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747B82"/>
                </a:solidFill>
                <a:latin typeface="Aptos"/>
                <a:ea typeface="Aptos"/>
                <a:cs typeface="Aptos"/>
              </a:defRPr>
            </a:lvl6pPr>
            <a:lvl7pPr marL="1219200" indent="0" algn="r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747B82"/>
                </a:solidFill>
                <a:latin typeface="Aptos"/>
                <a:ea typeface="Aptos"/>
                <a:cs typeface="Aptos"/>
              </a:defRPr>
            </a:lvl7pPr>
            <a:lvl8pPr marL="1422400" indent="0" algn="r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747B82"/>
                </a:solidFill>
                <a:latin typeface="Aptos"/>
                <a:ea typeface="Aptos"/>
                <a:cs typeface="Aptos"/>
              </a:defRPr>
            </a:lvl8pPr>
            <a:lvl9pPr marL="1625600" indent="0" algn="r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747B82"/>
                </a:solidFill>
                <a:latin typeface="Aptos"/>
                <a:ea typeface="Aptos"/>
                <a:cs typeface="Aptos"/>
              </a:defRPr>
            </a:lvl9pPr>
          </a:lstStyle>
          <a:p>
            <a:pPr marL="0" indent="0" algn="r">
              <a:lnSpc>
                <a:spcPct val="112000"/>
              </a:lnSpc>
              <a:spcAft>
                <a:spcPts val="0"/>
              </a:spcAft>
              <a:buNone/>
              <a:defRPr sz="800" b="0">
                <a:solidFill>
                  <a:srgbClr val="747B82"/>
                </a:solidFill>
                <a:latin typeface="Aptos"/>
                <a:ea typeface="Aptos"/>
                <a:cs typeface="Aptos"/>
              </a:defRPr>
            </a:pPr>
            <a:fld id="{02D62CF7-B451-42A0-BFB3-67C7E3FB3001}" type="slidenum">
              <a:rPr lang="en-GB"/>
              <a:t>1</a:t>
            </a:fld>
          </a:p>
        </p:txBody>
      </p:sp>
    </p:spTree>
  </p:cSld>
  <p:clrMapOvr>
    <a:masterClrMapping/>
  </p:clrMapOvr>
  <p:hf hdr="0" dt="0" ftr="1" sldNum="1"/>
</p:sldLayout>
</file>

<file path=ppt/slideLayouts/slideLayout16.xml><?xml version="1.0" encoding="utf-8"?>
<p:sldLayout xmlns:p="http://schemas.openxmlformats.org/presentationml/2006/main" xmlns:a="http://schemas.openxmlformats.org/drawingml/2006/main" xmlns:r="http://schemas.openxmlformats.org/officeDocument/2006/relationships" type="tbl" preserve="1" showMasterSp="1">
  <p:cSld name="Clean White - Table and Note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lean title 0"/>
          <p:cNvSpPr>
            <a:spLocks noGrp="1"/>
          </p:cNvSpPr>
          <p:nvPr>
            <p:ph type="title" idx="0"/>
          </p:nvPr>
        </p:nvSpPr>
        <p:spPr>
          <a:xfrm>
            <a:off x="457200" y="381000"/>
            <a:ext cx="822960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>
            <a:lvl1pPr marL="0" indent="0" algn="l">
              <a:lnSpc>
                <a:spcPct val="112000"/>
              </a:lnSpc>
              <a:spcAft>
                <a:spcPts val="0"/>
              </a:spcAft>
              <a:buNone/>
              <a:defRPr sz="2500" b="1">
                <a:solidFill>
                  <a:srgbClr val="252529"/>
                </a:solidFill>
                <a:latin typeface="Aptos"/>
                <a:ea typeface="Aptos"/>
                <a:cs typeface="Aptos"/>
              </a:defRPr>
            </a:lvl1pPr>
            <a:lvl2pPr marL="203200" indent="0" algn="l">
              <a:lnSpc>
                <a:spcPct val="112000"/>
              </a:lnSpc>
              <a:spcAft>
                <a:spcPts val="0"/>
              </a:spcAft>
              <a:buNone/>
              <a:defRPr sz="2400" b="1">
                <a:solidFill>
                  <a:srgbClr val="252529"/>
                </a:solidFill>
                <a:latin typeface="Aptos"/>
                <a:ea typeface="Aptos"/>
                <a:cs typeface="Aptos"/>
              </a:defRPr>
            </a:lvl2pPr>
            <a:lvl3pPr marL="406400" indent="0" algn="l">
              <a:lnSpc>
                <a:spcPct val="112000"/>
              </a:lnSpc>
              <a:spcAft>
                <a:spcPts val="0"/>
              </a:spcAft>
              <a:buNone/>
              <a:defRPr sz="2300" b="1">
                <a:solidFill>
                  <a:srgbClr val="252529"/>
                </a:solidFill>
                <a:latin typeface="Aptos"/>
                <a:ea typeface="Aptos"/>
                <a:cs typeface="Aptos"/>
              </a:defRPr>
            </a:lvl3pPr>
            <a:lvl4pPr marL="609600" indent="0" algn="l">
              <a:lnSpc>
                <a:spcPct val="112000"/>
              </a:lnSpc>
              <a:spcAft>
                <a:spcPts val="0"/>
              </a:spcAft>
              <a:buNone/>
              <a:defRPr sz="2200" b="1">
                <a:solidFill>
                  <a:srgbClr val="252529"/>
                </a:solidFill>
                <a:latin typeface="Aptos"/>
                <a:ea typeface="Aptos"/>
                <a:cs typeface="Aptos"/>
              </a:defRPr>
            </a:lvl4pPr>
            <a:lvl5pPr marL="812800" indent="0" algn="l">
              <a:lnSpc>
                <a:spcPct val="112000"/>
              </a:lnSpc>
              <a:spcAft>
                <a:spcPts val="0"/>
              </a:spcAft>
              <a:buNone/>
              <a:defRPr sz="2100" b="1">
                <a:solidFill>
                  <a:srgbClr val="252529"/>
                </a:solidFill>
                <a:latin typeface="Aptos"/>
                <a:ea typeface="Aptos"/>
                <a:cs typeface="Aptos"/>
              </a:defRPr>
            </a:lvl5pPr>
            <a:lvl6pPr marL="1016000" indent="0" algn="l">
              <a:lnSpc>
                <a:spcPct val="112000"/>
              </a:lnSpc>
              <a:spcAft>
                <a:spcPts val="0"/>
              </a:spcAft>
              <a:buNone/>
              <a:defRPr sz="2000" b="1">
                <a:solidFill>
                  <a:srgbClr val="252529"/>
                </a:solidFill>
                <a:latin typeface="Aptos"/>
                <a:ea typeface="Aptos"/>
                <a:cs typeface="Aptos"/>
              </a:defRPr>
            </a:lvl6pPr>
            <a:lvl7pPr marL="1219200" indent="0" algn="l">
              <a:lnSpc>
                <a:spcPct val="112000"/>
              </a:lnSpc>
              <a:spcAft>
                <a:spcPts val="0"/>
              </a:spcAft>
              <a:buNone/>
              <a:defRPr sz="1900" b="1">
                <a:solidFill>
                  <a:srgbClr val="252529"/>
                </a:solidFill>
                <a:latin typeface="Aptos"/>
                <a:ea typeface="Aptos"/>
                <a:cs typeface="Aptos"/>
              </a:defRPr>
            </a:lvl7pPr>
            <a:lvl8pPr marL="1422400" indent="0" algn="l">
              <a:lnSpc>
                <a:spcPct val="112000"/>
              </a:lnSpc>
              <a:spcAft>
                <a:spcPts val="0"/>
              </a:spcAft>
              <a:buNone/>
              <a:defRPr sz="1800" b="1">
                <a:solidFill>
                  <a:srgbClr val="252529"/>
                </a:solidFill>
                <a:latin typeface="Aptos"/>
                <a:ea typeface="Aptos"/>
                <a:cs typeface="Aptos"/>
              </a:defRPr>
            </a:lvl8pPr>
            <a:lvl9pPr marL="1625600" indent="0" algn="l">
              <a:lnSpc>
                <a:spcPct val="112000"/>
              </a:lnSpc>
              <a:spcAft>
                <a:spcPts val="0"/>
              </a:spcAft>
              <a:buNone/>
              <a:defRPr sz="1700" b="1">
                <a:solidFill>
                  <a:srgbClr val="252529"/>
                </a:solidFill>
                <a:latin typeface="Aptos"/>
                <a:ea typeface="Aptos"/>
                <a:cs typeface="Aptos"/>
              </a:defRPr>
            </a:lvl9pPr>
          </a:lstStyle>
          <a:p>
            <a:pPr marL="0" indent="0" algn="l">
              <a:lnSpc>
                <a:spcPct val="112000"/>
              </a:lnSpc>
              <a:spcAft>
                <a:spcPts val="0"/>
              </a:spcAft>
              <a:buNone/>
              <a:defRPr sz="2500" b="1">
                <a:solidFill>
                  <a:srgbClr val="252529"/>
                </a:solidFill>
                <a:latin typeface="Aptos"/>
                <a:ea typeface="Aptos"/>
                <a:cs typeface="Aptos"/>
              </a:defRPr>
            </a:pPr>
            <a:r>
              <a:t>Click to add title</a:t>
            </a:r>
          </a:p>
        </p:txBody>
      </p:sp>
      <p:sp>
        <p:nvSpPr>
          <p:cNvPr id="23" name="Clean tbl 13"/>
          <p:cNvSpPr>
            <a:spLocks noGrp="1"/>
          </p:cNvSpPr>
          <p:nvPr>
            <p:ph type="tbl" idx="13"/>
          </p:nvPr>
        </p:nvSpPr>
        <p:spPr>
          <a:xfrm>
            <a:off x="457200" y="1219200"/>
            <a:ext cx="8229600" cy="2222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>
            <a:lvl1pPr marL="0" indent="0" algn="l">
              <a:lnSpc>
                <a:spcPct val="112000"/>
              </a:lnSpc>
              <a:spcAft>
                <a:spcPts val="1000"/>
              </a:spcAft>
              <a:buNone/>
              <a:defRPr sz="1800" b="0">
                <a:solidFill>
                  <a:srgbClr val="252529"/>
                </a:solidFill>
                <a:latin typeface="Aptos"/>
                <a:ea typeface="Aptos"/>
                <a:cs typeface="Aptos"/>
              </a:defRPr>
            </a:lvl1pPr>
            <a:lvl2pPr marL="203200" indent="0" algn="l">
              <a:lnSpc>
                <a:spcPct val="112000"/>
              </a:lnSpc>
              <a:spcAft>
                <a:spcPts val="1000"/>
              </a:spcAft>
              <a:buNone/>
              <a:defRPr sz="1700" b="0">
                <a:solidFill>
                  <a:srgbClr val="252529"/>
                </a:solidFill>
                <a:latin typeface="Aptos"/>
                <a:ea typeface="Aptos"/>
                <a:cs typeface="Aptos"/>
              </a:defRPr>
            </a:lvl2pPr>
            <a:lvl3pPr marL="406400" indent="0" algn="l">
              <a:lnSpc>
                <a:spcPct val="112000"/>
              </a:lnSpc>
              <a:spcAft>
                <a:spcPts val="0"/>
              </a:spcAft>
              <a:buNone/>
              <a:defRPr sz="1600" b="0">
                <a:solidFill>
                  <a:srgbClr val="252529"/>
                </a:solidFill>
                <a:latin typeface="Aptos"/>
                <a:ea typeface="Aptos"/>
                <a:cs typeface="Aptos"/>
              </a:defRPr>
            </a:lvl3pPr>
            <a:lvl4pPr marL="609600" indent="0" algn="l">
              <a:lnSpc>
                <a:spcPct val="112000"/>
              </a:lnSpc>
              <a:spcAft>
                <a:spcPts val="0"/>
              </a:spcAft>
              <a:buNone/>
              <a:defRPr sz="1500" b="0">
                <a:solidFill>
                  <a:srgbClr val="252529"/>
                </a:solidFill>
                <a:latin typeface="Aptos"/>
                <a:ea typeface="Aptos"/>
                <a:cs typeface="Aptos"/>
              </a:defRPr>
            </a:lvl4pPr>
            <a:lvl5pPr marL="812800" indent="0" algn="l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252529"/>
                </a:solidFill>
                <a:latin typeface="Aptos"/>
                <a:ea typeface="Aptos"/>
                <a:cs typeface="Aptos"/>
              </a:defRPr>
            </a:lvl5pPr>
            <a:lvl6pPr marL="1016000" indent="0" algn="l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252529"/>
                </a:solidFill>
                <a:latin typeface="Aptos"/>
                <a:ea typeface="Aptos"/>
                <a:cs typeface="Aptos"/>
              </a:defRPr>
            </a:lvl6pPr>
            <a:lvl7pPr marL="1219200" indent="0" algn="l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252529"/>
                </a:solidFill>
                <a:latin typeface="Aptos"/>
                <a:ea typeface="Aptos"/>
                <a:cs typeface="Aptos"/>
              </a:defRPr>
            </a:lvl7pPr>
            <a:lvl8pPr marL="1422400" indent="0" algn="l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252529"/>
                </a:solidFill>
                <a:latin typeface="Aptos"/>
                <a:ea typeface="Aptos"/>
                <a:cs typeface="Aptos"/>
              </a:defRPr>
            </a:lvl8pPr>
            <a:lvl9pPr marL="1625600" indent="0" algn="l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252529"/>
                </a:solidFill>
                <a:latin typeface="Aptos"/>
                <a:ea typeface="Aptos"/>
                <a:cs typeface="Aptos"/>
              </a:defRPr>
            </a:lvl9pPr>
          </a:lstStyle>
          <a:p>
            <a:pPr marL="0" indent="0" algn="l">
              <a:lnSpc>
                <a:spcPct val="112000"/>
              </a:lnSpc>
              <a:spcAft>
                <a:spcPts val="1000"/>
              </a:spcAft>
              <a:buNone/>
              <a:defRPr sz="1800" b="0">
                <a:solidFill>
                  <a:srgbClr val="252529"/>
                </a:solidFill>
                <a:latin typeface="Aptos"/>
                <a:ea typeface="Aptos"/>
                <a:cs typeface="Aptos"/>
              </a:defRPr>
            </a:pPr>
            <a:r>
              <a:t>Click to add table</a:t>
            </a:r>
          </a:p>
        </p:txBody>
      </p:sp>
      <p:sp>
        <p:nvSpPr>
          <p:cNvPr id="11" name="Clean obj 1"/>
          <p:cNvSpPr>
            <a:spLocks noGrp="1"/>
          </p:cNvSpPr>
          <p:nvPr>
            <p:ph type="obj" idx="1"/>
          </p:nvPr>
        </p:nvSpPr>
        <p:spPr>
          <a:xfrm>
            <a:off x="457200" y="3721100"/>
            <a:ext cx="8229600" cy="825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>
            <a:lvl1pPr marL="0" indent="0" algn="l">
              <a:lnSpc>
                <a:spcPct val="112000"/>
              </a:lnSpc>
              <a:spcAft>
                <a:spcPts val="1000"/>
              </a:spcAft>
              <a:buNone/>
              <a:defRPr sz="1800" b="0">
                <a:solidFill>
                  <a:srgbClr val="252529"/>
                </a:solidFill>
                <a:latin typeface="Aptos"/>
                <a:ea typeface="Aptos"/>
                <a:cs typeface="Aptos"/>
              </a:defRPr>
            </a:lvl1pPr>
            <a:lvl2pPr marL="203200" indent="0" algn="l">
              <a:lnSpc>
                <a:spcPct val="112000"/>
              </a:lnSpc>
              <a:spcAft>
                <a:spcPts val="1000"/>
              </a:spcAft>
              <a:buNone/>
              <a:defRPr sz="1700" b="0">
                <a:solidFill>
                  <a:srgbClr val="252529"/>
                </a:solidFill>
                <a:latin typeface="Aptos"/>
                <a:ea typeface="Aptos"/>
                <a:cs typeface="Aptos"/>
              </a:defRPr>
            </a:lvl2pPr>
            <a:lvl3pPr marL="406400" indent="0" algn="l">
              <a:lnSpc>
                <a:spcPct val="112000"/>
              </a:lnSpc>
              <a:spcAft>
                <a:spcPts val="0"/>
              </a:spcAft>
              <a:buNone/>
              <a:defRPr sz="1600" b="0">
                <a:solidFill>
                  <a:srgbClr val="252529"/>
                </a:solidFill>
                <a:latin typeface="Aptos"/>
                <a:ea typeface="Aptos"/>
                <a:cs typeface="Aptos"/>
              </a:defRPr>
            </a:lvl3pPr>
            <a:lvl4pPr marL="609600" indent="0" algn="l">
              <a:lnSpc>
                <a:spcPct val="112000"/>
              </a:lnSpc>
              <a:spcAft>
                <a:spcPts val="0"/>
              </a:spcAft>
              <a:buNone/>
              <a:defRPr sz="1500" b="0">
                <a:solidFill>
                  <a:srgbClr val="252529"/>
                </a:solidFill>
                <a:latin typeface="Aptos"/>
                <a:ea typeface="Aptos"/>
                <a:cs typeface="Aptos"/>
              </a:defRPr>
            </a:lvl4pPr>
            <a:lvl5pPr marL="812800" indent="0" algn="l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252529"/>
                </a:solidFill>
                <a:latin typeface="Aptos"/>
                <a:ea typeface="Aptos"/>
                <a:cs typeface="Aptos"/>
              </a:defRPr>
            </a:lvl5pPr>
            <a:lvl6pPr marL="1016000" indent="0" algn="l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252529"/>
                </a:solidFill>
                <a:latin typeface="Aptos"/>
                <a:ea typeface="Aptos"/>
                <a:cs typeface="Aptos"/>
              </a:defRPr>
            </a:lvl6pPr>
            <a:lvl7pPr marL="1219200" indent="0" algn="l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252529"/>
                </a:solidFill>
                <a:latin typeface="Aptos"/>
                <a:ea typeface="Aptos"/>
                <a:cs typeface="Aptos"/>
              </a:defRPr>
            </a:lvl7pPr>
            <a:lvl8pPr marL="1422400" indent="0" algn="l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252529"/>
                </a:solidFill>
                <a:latin typeface="Aptos"/>
                <a:ea typeface="Aptos"/>
                <a:cs typeface="Aptos"/>
              </a:defRPr>
            </a:lvl8pPr>
            <a:lvl9pPr marL="1625600" indent="0" algn="l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252529"/>
                </a:solidFill>
                <a:latin typeface="Aptos"/>
                <a:ea typeface="Aptos"/>
                <a:cs typeface="Aptos"/>
              </a:defRPr>
            </a:lvl9pPr>
          </a:lstStyle>
          <a:p>
            <a:pPr marL="0" indent="0" algn="l">
              <a:lnSpc>
                <a:spcPct val="112000"/>
              </a:lnSpc>
              <a:spcAft>
                <a:spcPts val="1000"/>
              </a:spcAft>
              <a:buNone/>
              <a:defRPr sz="1800" b="0">
                <a:solidFill>
                  <a:srgbClr val="252529"/>
                </a:solidFill>
                <a:latin typeface="Aptos"/>
                <a:ea typeface="Aptos"/>
                <a:cs typeface="Aptos"/>
              </a:defRPr>
            </a:pPr>
            <a:r>
              <a:t>Click to add notes</a:t>
            </a:r>
          </a:p>
        </p:txBody>
      </p:sp>
      <p:sp>
        <p:nvSpPr>
          <p:cNvPr id="90" name="Clean ftr 11"/>
          <p:cNvSpPr>
            <a:spLocks noGrp="1"/>
          </p:cNvSpPr>
          <p:nvPr>
            <p:ph type="ftr" idx="11"/>
          </p:nvPr>
        </p:nvSpPr>
        <p:spPr>
          <a:xfrm>
            <a:off x="457200" y="4876800"/>
            <a:ext cx="5080000" cy="152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>
            <a:lvl1pPr marL="0" indent="0" algn="l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747B82"/>
                </a:solidFill>
                <a:latin typeface="Aptos"/>
                <a:ea typeface="Aptos"/>
                <a:cs typeface="Aptos"/>
              </a:defRPr>
            </a:lvl1pPr>
            <a:lvl2pPr marL="203200" indent="0" algn="l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747B82"/>
                </a:solidFill>
                <a:latin typeface="Aptos"/>
                <a:ea typeface="Aptos"/>
                <a:cs typeface="Aptos"/>
              </a:defRPr>
            </a:lvl2pPr>
            <a:lvl3pPr marL="406400" indent="0" algn="l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747B82"/>
                </a:solidFill>
                <a:latin typeface="Aptos"/>
                <a:ea typeface="Aptos"/>
                <a:cs typeface="Aptos"/>
              </a:defRPr>
            </a:lvl3pPr>
            <a:lvl4pPr marL="609600" indent="0" algn="l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747B82"/>
                </a:solidFill>
                <a:latin typeface="Aptos"/>
                <a:ea typeface="Aptos"/>
                <a:cs typeface="Aptos"/>
              </a:defRPr>
            </a:lvl4pPr>
            <a:lvl5pPr marL="812800" indent="0" algn="l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747B82"/>
                </a:solidFill>
                <a:latin typeface="Aptos"/>
                <a:ea typeface="Aptos"/>
                <a:cs typeface="Aptos"/>
              </a:defRPr>
            </a:lvl5pPr>
            <a:lvl6pPr marL="1016000" indent="0" algn="l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747B82"/>
                </a:solidFill>
                <a:latin typeface="Aptos"/>
                <a:ea typeface="Aptos"/>
                <a:cs typeface="Aptos"/>
              </a:defRPr>
            </a:lvl6pPr>
            <a:lvl7pPr marL="1219200" indent="0" algn="l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747B82"/>
                </a:solidFill>
                <a:latin typeface="Aptos"/>
                <a:ea typeface="Aptos"/>
                <a:cs typeface="Aptos"/>
              </a:defRPr>
            </a:lvl7pPr>
            <a:lvl8pPr marL="1422400" indent="0" algn="l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747B82"/>
                </a:solidFill>
                <a:latin typeface="Aptos"/>
                <a:ea typeface="Aptos"/>
                <a:cs typeface="Aptos"/>
              </a:defRPr>
            </a:lvl8pPr>
            <a:lvl9pPr marL="1625600" indent="0" algn="l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747B82"/>
                </a:solidFill>
                <a:latin typeface="Aptos"/>
                <a:ea typeface="Aptos"/>
                <a:cs typeface="Aptos"/>
              </a:defRPr>
            </a:lvl9pPr>
          </a:lstStyle>
          <a:p>
            <a:pPr marL="0" indent="0" algn="l">
              <a:lnSpc>
                <a:spcPct val="112000"/>
              </a:lnSpc>
              <a:spcAft>
                <a:spcPts val="0"/>
              </a:spcAft>
              <a:buNone/>
              <a:defRPr sz="800" b="0">
                <a:solidFill>
                  <a:srgbClr val="747B82"/>
                </a:solidFill>
                <a:latin typeface="Aptos"/>
                <a:ea typeface="Aptos"/>
                <a:cs typeface="Aptos"/>
              </a:defRPr>
            </a:pPr>
            <a:r>
              <a:t>Msc Defence T.M. Lenssen</a:t>
            </a:r>
          </a:p>
        </p:txBody>
      </p:sp>
      <p:sp>
        <p:nvSpPr>
          <p:cNvPr id="91" name="Clean sldNum 12"/>
          <p:cNvSpPr>
            <a:spLocks noGrp="1"/>
          </p:cNvSpPr>
          <p:nvPr>
            <p:ph type="sldNum" idx="12"/>
          </p:nvPr>
        </p:nvSpPr>
        <p:spPr>
          <a:xfrm>
            <a:off x="7874000" y="4876800"/>
            <a:ext cx="355600" cy="152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>
            <a:lvl1pPr marL="0" indent="0" algn="r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747B82"/>
                </a:solidFill>
                <a:latin typeface="Aptos"/>
                <a:ea typeface="Aptos"/>
                <a:cs typeface="Aptos"/>
              </a:defRPr>
            </a:lvl1pPr>
            <a:lvl2pPr marL="203200" indent="0" algn="r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747B82"/>
                </a:solidFill>
                <a:latin typeface="Aptos"/>
                <a:ea typeface="Aptos"/>
                <a:cs typeface="Aptos"/>
              </a:defRPr>
            </a:lvl2pPr>
            <a:lvl3pPr marL="406400" indent="0" algn="r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747B82"/>
                </a:solidFill>
                <a:latin typeface="Aptos"/>
                <a:ea typeface="Aptos"/>
                <a:cs typeface="Aptos"/>
              </a:defRPr>
            </a:lvl3pPr>
            <a:lvl4pPr marL="609600" indent="0" algn="r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747B82"/>
                </a:solidFill>
                <a:latin typeface="Aptos"/>
                <a:ea typeface="Aptos"/>
                <a:cs typeface="Aptos"/>
              </a:defRPr>
            </a:lvl4pPr>
            <a:lvl5pPr marL="812800" indent="0" algn="r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747B82"/>
                </a:solidFill>
                <a:latin typeface="Aptos"/>
                <a:ea typeface="Aptos"/>
                <a:cs typeface="Aptos"/>
              </a:defRPr>
            </a:lvl5pPr>
            <a:lvl6pPr marL="1016000" indent="0" algn="r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747B82"/>
                </a:solidFill>
                <a:latin typeface="Aptos"/>
                <a:ea typeface="Aptos"/>
                <a:cs typeface="Aptos"/>
              </a:defRPr>
            </a:lvl6pPr>
            <a:lvl7pPr marL="1219200" indent="0" algn="r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747B82"/>
                </a:solidFill>
                <a:latin typeface="Aptos"/>
                <a:ea typeface="Aptos"/>
                <a:cs typeface="Aptos"/>
              </a:defRPr>
            </a:lvl7pPr>
            <a:lvl8pPr marL="1422400" indent="0" algn="r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747B82"/>
                </a:solidFill>
                <a:latin typeface="Aptos"/>
                <a:ea typeface="Aptos"/>
                <a:cs typeface="Aptos"/>
              </a:defRPr>
            </a:lvl8pPr>
            <a:lvl9pPr marL="1625600" indent="0" algn="r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747B82"/>
                </a:solidFill>
                <a:latin typeface="Aptos"/>
                <a:ea typeface="Aptos"/>
                <a:cs typeface="Aptos"/>
              </a:defRPr>
            </a:lvl9pPr>
          </a:lstStyle>
          <a:p>
            <a:pPr marL="0" indent="0" algn="r">
              <a:lnSpc>
                <a:spcPct val="112000"/>
              </a:lnSpc>
              <a:spcAft>
                <a:spcPts val="0"/>
              </a:spcAft>
              <a:buNone/>
              <a:defRPr sz="800" b="0">
                <a:solidFill>
                  <a:srgbClr val="747B82"/>
                </a:solidFill>
                <a:latin typeface="Aptos"/>
                <a:ea typeface="Aptos"/>
                <a:cs typeface="Aptos"/>
              </a:defRPr>
            </a:pPr>
            <a:fld id="{02D62CF7-B451-42A0-BFB3-67C7E3FB3001}" type="slidenum">
              <a:rPr lang="en-GB"/>
              <a:t>1</a:t>
            </a:fld>
          </a:p>
        </p:txBody>
      </p:sp>
    </p:spTree>
  </p:cSld>
  <p:clrMapOvr>
    <a:masterClrMapping/>
  </p:clrMapOvr>
  <p:hf hdr="0" dt="0" ftr="1" sldNum="1"/>
</p:sldLayout>
</file>

<file path=ppt/slideLayouts/slideLayout17.xml><?xml version="1.0" encoding="utf-8"?>
<p:sldLayout xmlns:p="http://schemas.openxmlformats.org/presentationml/2006/main" xmlns:a="http://schemas.openxmlformats.org/drawingml/2006/main" xmlns:r="http://schemas.openxmlformats.org/officeDocument/2006/relationships" type="chart" preserve="1" showMasterSp="1">
  <p:cSld name="Clean White - Char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lean title 0"/>
          <p:cNvSpPr>
            <a:spLocks noGrp="1"/>
          </p:cNvSpPr>
          <p:nvPr>
            <p:ph type="title" idx="0"/>
          </p:nvPr>
        </p:nvSpPr>
        <p:spPr>
          <a:xfrm>
            <a:off x="457200" y="381000"/>
            <a:ext cx="822960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>
            <a:lvl1pPr marL="0" indent="0" algn="l">
              <a:lnSpc>
                <a:spcPct val="112000"/>
              </a:lnSpc>
              <a:spcAft>
                <a:spcPts val="0"/>
              </a:spcAft>
              <a:buNone/>
              <a:defRPr sz="2500" b="1">
                <a:solidFill>
                  <a:srgbClr val="252529"/>
                </a:solidFill>
                <a:latin typeface="Aptos"/>
                <a:ea typeface="Aptos"/>
                <a:cs typeface="Aptos"/>
              </a:defRPr>
            </a:lvl1pPr>
            <a:lvl2pPr marL="203200" indent="0" algn="l">
              <a:lnSpc>
                <a:spcPct val="112000"/>
              </a:lnSpc>
              <a:spcAft>
                <a:spcPts val="0"/>
              </a:spcAft>
              <a:buNone/>
              <a:defRPr sz="2400" b="1">
                <a:solidFill>
                  <a:srgbClr val="252529"/>
                </a:solidFill>
                <a:latin typeface="Aptos"/>
                <a:ea typeface="Aptos"/>
                <a:cs typeface="Aptos"/>
              </a:defRPr>
            </a:lvl2pPr>
            <a:lvl3pPr marL="406400" indent="0" algn="l">
              <a:lnSpc>
                <a:spcPct val="112000"/>
              </a:lnSpc>
              <a:spcAft>
                <a:spcPts val="0"/>
              </a:spcAft>
              <a:buNone/>
              <a:defRPr sz="2300" b="1">
                <a:solidFill>
                  <a:srgbClr val="252529"/>
                </a:solidFill>
                <a:latin typeface="Aptos"/>
                <a:ea typeface="Aptos"/>
                <a:cs typeface="Aptos"/>
              </a:defRPr>
            </a:lvl3pPr>
            <a:lvl4pPr marL="609600" indent="0" algn="l">
              <a:lnSpc>
                <a:spcPct val="112000"/>
              </a:lnSpc>
              <a:spcAft>
                <a:spcPts val="0"/>
              </a:spcAft>
              <a:buNone/>
              <a:defRPr sz="2200" b="1">
                <a:solidFill>
                  <a:srgbClr val="252529"/>
                </a:solidFill>
                <a:latin typeface="Aptos"/>
                <a:ea typeface="Aptos"/>
                <a:cs typeface="Aptos"/>
              </a:defRPr>
            </a:lvl4pPr>
            <a:lvl5pPr marL="812800" indent="0" algn="l">
              <a:lnSpc>
                <a:spcPct val="112000"/>
              </a:lnSpc>
              <a:spcAft>
                <a:spcPts val="0"/>
              </a:spcAft>
              <a:buNone/>
              <a:defRPr sz="2100" b="1">
                <a:solidFill>
                  <a:srgbClr val="252529"/>
                </a:solidFill>
                <a:latin typeface="Aptos"/>
                <a:ea typeface="Aptos"/>
                <a:cs typeface="Aptos"/>
              </a:defRPr>
            </a:lvl5pPr>
            <a:lvl6pPr marL="1016000" indent="0" algn="l">
              <a:lnSpc>
                <a:spcPct val="112000"/>
              </a:lnSpc>
              <a:spcAft>
                <a:spcPts val="0"/>
              </a:spcAft>
              <a:buNone/>
              <a:defRPr sz="2000" b="1">
                <a:solidFill>
                  <a:srgbClr val="252529"/>
                </a:solidFill>
                <a:latin typeface="Aptos"/>
                <a:ea typeface="Aptos"/>
                <a:cs typeface="Aptos"/>
              </a:defRPr>
            </a:lvl6pPr>
            <a:lvl7pPr marL="1219200" indent="0" algn="l">
              <a:lnSpc>
                <a:spcPct val="112000"/>
              </a:lnSpc>
              <a:spcAft>
                <a:spcPts val="0"/>
              </a:spcAft>
              <a:buNone/>
              <a:defRPr sz="1900" b="1">
                <a:solidFill>
                  <a:srgbClr val="252529"/>
                </a:solidFill>
                <a:latin typeface="Aptos"/>
                <a:ea typeface="Aptos"/>
                <a:cs typeface="Aptos"/>
              </a:defRPr>
            </a:lvl7pPr>
            <a:lvl8pPr marL="1422400" indent="0" algn="l">
              <a:lnSpc>
                <a:spcPct val="112000"/>
              </a:lnSpc>
              <a:spcAft>
                <a:spcPts val="0"/>
              </a:spcAft>
              <a:buNone/>
              <a:defRPr sz="1800" b="1">
                <a:solidFill>
                  <a:srgbClr val="252529"/>
                </a:solidFill>
                <a:latin typeface="Aptos"/>
                <a:ea typeface="Aptos"/>
                <a:cs typeface="Aptos"/>
              </a:defRPr>
            </a:lvl8pPr>
            <a:lvl9pPr marL="1625600" indent="0" algn="l">
              <a:lnSpc>
                <a:spcPct val="112000"/>
              </a:lnSpc>
              <a:spcAft>
                <a:spcPts val="0"/>
              </a:spcAft>
              <a:buNone/>
              <a:defRPr sz="1700" b="1">
                <a:solidFill>
                  <a:srgbClr val="252529"/>
                </a:solidFill>
                <a:latin typeface="Aptos"/>
                <a:ea typeface="Aptos"/>
                <a:cs typeface="Aptos"/>
              </a:defRPr>
            </a:lvl9pPr>
          </a:lstStyle>
          <a:p>
            <a:pPr marL="0" indent="0" algn="l">
              <a:lnSpc>
                <a:spcPct val="112000"/>
              </a:lnSpc>
              <a:spcAft>
                <a:spcPts val="0"/>
              </a:spcAft>
              <a:buNone/>
              <a:defRPr sz="2500" b="1">
                <a:solidFill>
                  <a:srgbClr val="252529"/>
                </a:solidFill>
                <a:latin typeface="Aptos"/>
                <a:ea typeface="Aptos"/>
                <a:cs typeface="Aptos"/>
              </a:defRPr>
            </a:pPr>
            <a:r>
              <a:t>Click to add title</a:t>
            </a:r>
          </a:p>
        </p:txBody>
      </p:sp>
      <p:sp>
        <p:nvSpPr>
          <p:cNvPr id="23" name="Clean chart 13"/>
          <p:cNvSpPr>
            <a:spLocks noGrp="1"/>
          </p:cNvSpPr>
          <p:nvPr>
            <p:ph type="chart" idx="13"/>
          </p:nvPr>
        </p:nvSpPr>
        <p:spPr>
          <a:xfrm>
            <a:off x="457200" y="1219200"/>
            <a:ext cx="8229600" cy="330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>
            <a:lvl1pPr marL="0" indent="0" algn="l">
              <a:lnSpc>
                <a:spcPct val="112000"/>
              </a:lnSpc>
              <a:spcAft>
                <a:spcPts val="1000"/>
              </a:spcAft>
              <a:buNone/>
              <a:defRPr sz="1800" b="0">
                <a:solidFill>
                  <a:srgbClr val="252529"/>
                </a:solidFill>
                <a:latin typeface="Aptos"/>
                <a:ea typeface="Aptos"/>
                <a:cs typeface="Aptos"/>
              </a:defRPr>
            </a:lvl1pPr>
            <a:lvl2pPr marL="203200" indent="0" algn="l">
              <a:lnSpc>
                <a:spcPct val="112000"/>
              </a:lnSpc>
              <a:spcAft>
                <a:spcPts val="1000"/>
              </a:spcAft>
              <a:buNone/>
              <a:defRPr sz="1700" b="0">
                <a:solidFill>
                  <a:srgbClr val="252529"/>
                </a:solidFill>
                <a:latin typeface="Aptos"/>
                <a:ea typeface="Aptos"/>
                <a:cs typeface="Aptos"/>
              </a:defRPr>
            </a:lvl2pPr>
            <a:lvl3pPr marL="406400" indent="0" algn="l">
              <a:lnSpc>
                <a:spcPct val="112000"/>
              </a:lnSpc>
              <a:spcAft>
                <a:spcPts val="0"/>
              </a:spcAft>
              <a:buNone/>
              <a:defRPr sz="1600" b="0">
                <a:solidFill>
                  <a:srgbClr val="252529"/>
                </a:solidFill>
                <a:latin typeface="Aptos"/>
                <a:ea typeface="Aptos"/>
                <a:cs typeface="Aptos"/>
              </a:defRPr>
            </a:lvl3pPr>
            <a:lvl4pPr marL="609600" indent="0" algn="l">
              <a:lnSpc>
                <a:spcPct val="112000"/>
              </a:lnSpc>
              <a:spcAft>
                <a:spcPts val="0"/>
              </a:spcAft>
              <a:buNone/>
              <a:defRPr sz="1500" b="0">
                <a:solidFill>
                  <a:srgbClr val="252529"/>
                </a:solidFill>
                <a:latin typeface="Aptos"/>
                <a:ea typeface="Aptos"/>
                <a:cs typeface="Aptos"/>
              </a:defRPr>
            </a:lvl4pPr>
            <a:lvl5pPr marL="812800" indent="0" algn="l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252529"/>
                </a:solidFill>
                <a:latin typeface="Aptos"/>
                <a:ea typeface="Aptos"/>
                <a:cs typeface="Aptos"/>
              </a:defRPr>
            </a:lvl5pPr>
            <a:lvl6pPr marL="1016000" indent="0" algn="l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252529"/>
                </a:solidFill>
                <a:latin typeface="Aptos"/>
                <a:ea typeface="Aptos"/>
                <a:cs typeface="Aptos"/>
              </a:defRPr>
            </a:lvl6pPr>
            <a:lvl7pPr marL="1219200" indent="0" algn="l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252529"/>
                </a:solidFill>
                <a:latin typeface="Aptos"/>
                <a:ea typeface="Aptos"/>
                <a:cs typeface="Aptos"/>
              </a:defRPr>
            </a:lvl7pPr>
            <a:lvl8pPr marL="1422400" indent="0" algn="l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252529"/>
                </a:solidFill>
                <a:latin typeface="Aptos"/>
                <a:ea typeface="Aptos"/>
                <a:cs typeface="Aptos"/>
              </a:defRPr>
            </a:lvl8pPr>
            <a:lvl9pPr marL="1625600" indent="0" algn="l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252529"/>
                </a:solidFill>
                <a:latin typeface="Aptos"/>
                <a:ea typeface="Aptos"/>
                <a:cs typeface="Aptos"/>
              </a:defRPr>
            </a:lvl9pPr>
          </a:lstStyle>
          <a:p>
            <a:pPr marL="0" indent="0" algn="l">
              <a:lnSpc>
                <a:spcPct val="112000"/>
              </a:lnSpc>
              <a:spcAft>
                <a:spcPts val="1000"/>
              </a:spcAft>
              <a:buNone/>
              <a:defRPr sz="1800" b="0">
                <a:solidFill>
                  <a:srgbClr val="252529"/>
                </a:solidFill>
                <a:latin typeface="Aptos"/>
                <a:ea typeface="Aptos"/>
                <a:cs typeface="Aptos"/>
              </a:defRPr>
            </a:pPr>
            <a:r>
              <a:t>Click to add chart</a:t>
            </a:r>
          </a:p>
        </p:txBody>
      </p:sp>
      <p:sp>
        <p:nvSpPr>
          <p:cNvPr id="90" name="Clean ftr 11"/>
          <p:cNvSpPr>
            <a:spLocks noGrp="1"/>
          </p:cNvSpPr>
          <p:nvPr>
            <p:ph type="ftr" idx="11"/>
          </p:nvPr>
        </p:nvSpPr>
        <p:spPr>
          <a:xfrm>
            <a:off x="457200" y="4876800"/>
            <a:ext cx="5080000" cy="152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>
            <a:lvl1pPr marL="0" indent="0" algn="l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747B82"/>
                </a:solidFill>
                <a:latin typeface="Aptos"/>
                <a:ea typeface="Aptos"/>
                <a:cs typeface="Aptos"/>
              </a:defRPr>
            </a:lvl1pPr>
            <a:lvl2pPr marL="203200" indent="0" algn="l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747B82"/>
                </a:solidFill>
                <a:latin typeface="Aptos"/>
                <a:ea typeface="Aptos"/>
                <a:cs typeface="Aptos"/>
              </a:defRPr>
            </a:lvl2pPr>
            <a:lvl3pPr marL="406400" indent="0" algn="l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747B82"/>
                </a:solidFill>
                <a:latin typeface="Aptos"/>
                <a:ea typeface="Aptos"/>
                <a:cs typeface="Aptos"/>
              </a:defRPr>
            </a:lvl3pPr>
            <a:lvl4pPr marL="609600" indent="0" algn="l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747B82"/>
                </a:solidFill>
                <a:latin typeface="Aptos"/>
                <a:ea typeface="Aptos"/>
                <a:cs typeface="Aptos"/>
              </a:defRPr>
            </a:lvl4pPr>
            <a:lvl5pPr marL="812800" indent="0" algn="l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747B82"/>
                </a:solidFill>
                <a:latin typeface="Aptos"/>
                <a:ea typeface="Aptos"/>
                <a:cs typeface="Aptos"/>
              </a:defRPr>
            </a:lvl5pPr>
            <a:lvl6pPr marL="1016000" indent="0" algn="l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747B82"/>
                </a:solidFill>
                <a:latin typeface="Aptos"/>
                <a:ea typeface="Aptos"/>
                <a:cs typeface="Aptos"/>
              </a:defRPr>
            </a:lvl6pPr>
            <a:lvl7pPr marL="1219200" indent="0" algn="l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747B82"/>
                </a:solidFill>
                <a:latin typeface="Aptos"/>
                <a:ea typeface="Aptos"/>
                <a:cs typeface="Aptos"/>
              </a:defRPr>
            </a:lvl7pPr>
            <a:lvl8pPr marL="1422400" indent="0" algn="l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747B82"/>
                </a:solidFill>
                <a:latin typeface="Aptos"/>
                <a:ea typeface="Aptos"/>
                <a:cs typeface="Aptos"/>
              </a:defRPr>
            </a:lvl8pPr>
            <a:lvl9pPr marL="1625600" indent="0" algn="l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747B82"/>
                </a:solidFill>
                <a:latin typeface="Aptos"/>
                <a:ea typeface="Aptos"/>
                <a:cs typeface="Aptos"/>
              </a:defRPr>
            </a:lvl9pPr>
          </a:lstStyle>
          <a:p>
            <a:pPr marL="0" indent="0" algn="l">
              <a:lnSpc>
                <a:spcPct val="112000"/>
              </a:lnSpc>
              <a:spcAft>
                <a:spcPts val="0"/>
              </a:spcAft>
              <a:buNone/>
              <a:defRPr sz="800" b="0">
                <a:solidFill>
                  <a:srgbClr val="747B82"/>
                </a:solidFill>
                <a:latin typeface="Aptos"/>
                <a:ea typeface="Aptos"/>
                <a:cs typeface="Aptos"/>
              </a:defRPr>
            </a:pPr>
            <a:r>
              <a:t>Msc Defence T.M. Lenssen</a:t>
            </a:r>
          </a:p>
        </p:txBody>
      </p:sp>
      <p:sp>
        <p:nvSpPr>
          <p:cNvPr id="91" name="Clean sldNum 12"/>
          <p:cNvSpPr>
            <a:spLocks noGrp="1"/>
          </p:cNvSpPr>
          <p:nvPr>
            <p:ph type="sldNum" idx="12"/>
          </p:nvPr>
        </p:nvSpPr>
        <p:spPr>
          <a:xfrm>
            <a:off x="7874000" y="4876800"/>
            <a:ext cx="355600" cy="152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>
            <a:lvl1pPr marL="0" indent="0" algn="r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747B82"/>
                </a:solidFill>
                <a:latin typeface="Aptos"/>
                <a:ea typeface="Aptos"/>
                <a:cs typeface="Aptos"/>
              </a:defRPr>
            </a:lvl1pPr>
            <a:lvl2pPr marL="203200" indent="0" algn="r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747B82"/>
                </a:solidFill>
                <a:latin typeface="Aptos"/>
                <a:ea typeface="Aptos"/>
                <a:cs typeface="Aptos"/>
              </a:defRPr>
            </a:lvl2pPr>
            <a:lvl3pPr marL="406400" indent="0" algn="r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747B82"/>
                </a:solidFill>
                <a:latin typeface="Aptos"/>
                <a:ea typeface="Aptos"/>
                <a:cs typeface="Aptos"/>
              </a:defRPr>
            </a:lvl3pPr>
            <a:lvl4pPr marL="609600" indent="0" algn="r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747B82"/>
                </a:solidFill>
                <a:latin typeface="Aptos"/>
                <a:ea typeface="Aptos"/>
                <a:cs typeface="Aptos"/>
              </a:defRPr>
            </a:lvl4pPr>
            <a:lvl5pPr marL="812800" indent="0" algn="r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747B82"/>
                </a:solidFill>
                <a:latin typeface="Aptos"/>
                <a:ea typeface="Aptos"/>
                <a:cs typeface="Aptos"/>
              </a:defRPr>
            </a:lvl5pPr>
            <a:lvl6pPr marL="1016000" indent="0" algn="r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747B82"/>
                </a:solidFill>
                <a:latin typeface="Aptos"/>
                <a:ea typeface="Aptos"/>
                <a:cs typeface="Aptos"/>
              </a:defRPr>
            </a:lvl6pPr>
            <a:lvl7pPr marL="1219200" indent="0" algn="r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747B82"/>
                </a:solidFill>
                <a:latin typeface="Aptos"/>
                <a:ea typeface="Aptos"/>
                <a:cs typeface="Aptos"/>
              </a:defRPr>
            </a:lvl7pPr>
            <a:lvl8pPr marL="1422400" indent="0" algn="r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747B82"/>
                </a:solidFill>
                <a:latin typeface="Aptos"/>
                <a:ea typeface="Aptos"/>
                <a:cs typeface="Aptos"/>
              </a:defRPr>
            </a:lvl8pPr>
            <a:lvl9pPr marL="1625600" indent="0" algn="r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747B82"/>
                </a:solidFill>
                <a:latin typeface="Aptos"/>
                <a:ea typeface="Aptos"/>
                <a:cs typeface="Aptos"/>
              </a:defRPr>
            </a:lvl9pPr>
          </a:lstStyle>
          <a:p>
            <a:pPr marL="0" indent="0" algn="r">
              <a:lnSpc>
                <a:spcPct val="112000"/>
              </a:lnSpc>
              <a:spcAft>
                <a:spcPts val="0"/>
              </a:spcAft>
              <a:buNone/>
              <a:defRPr sz="800" b="0">
                <a:solidFill>
                  <a:srgbClr val="747B82"/>
                </a:solidFill>
                <a:latin typeface="Aptos"/>
                <a:ea typeface="Aptos"/>
                <a:cs typeface="Aptos"/>
              </a:defRPr>
            </a:pPr>
            <a:fld id="{02D62CF7-B451-42A0-BFB3-67C7E3FB3001}" type="slidenum">
              <a:rPr lang="en-GB"/>
              <a:t>1</a:t>
            </a:fld>
          </a:p>
        </p:txBody>
      </p:sp>
    </p:spTree>
  </p:cSld>
  <p:clrMapOvr>
    <a:masterClrMapping/>
  </p:clrMapOvr>
  <p:hf hdr="0" dt="0" ftr="1" sldNum="1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TUe - Clean Whit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lean title 0"/>
          <p:cNvSpPr>
            <a:spLocks noGrp="1"/>
          </p:cNvSpPr>
          <p:nvPr>
            <p:ph type="title" idx="0"/>
          </p:nvPr>
        </p:nvSpPr>
        <p:spPr>
          <a:xfrm>
            <a:off x="457200" y="381000"/>
            <a:ext cx="822960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>
            <a:lvl1pPr marL="0" indent="0" algn="l">
              <a:lnSpc>
                <a:spcPct val="112000"/>
              </a:lnSpc>
              <a:spcAft>
                <a:spcPts val="0"/>
              </a:spcAft>
              <a:buNone/>
              <a:defRPr sz="2500" b="1">
                <a:solidFill>
                  <a:srgbClr val="252529"/>
                </a:solidFill>
                <a:latin typeface="Aptos"/>
                <a:ea typeface="Aptos"/>
                <a:cs typeface="Aptos"/>
              </a:defRPr>
            </a:lvl1pPr>
            <a:lvl2pPr marL="203200" indent="0" algn="l">
              <a:lnSpc>
                <a:spcPct val="112000"/>
              </a:lnSpc>
              <a:spcAft>
                <a:spcPts val="0"/>
              </a:spcAft>
              <a:buNone/>
              <a:defRPr sz="2400" b="1">
                <a:solidFill>
                  <a:srgbClr val="252529"/>
                </a:solidFill>
                <a:latin typeface="Aptos"/>
                <a:ea typeface="Aptos"/>
                <a:cs typeface="Aptos"/>
              </a:defRPr>
            </a:lvl2pPr>
            <a:lvl3pPr marL="406400" indent="0" algn="l">
              <a:lnSpc>
                <a:spcPct val="112000"/>
              </a:lnSpc>
              <a:spcAft>
                <a:spcPts val="0"/>
              </a:spcAft>
              <a:buNone/>
              <a:defRPr sz="2300" b="1">
                <a:solidFill>
                  <a:srgbClr val="252529"/>
                </a:solidFill>
                <a:latin typeface="Aptos"/>
                <a:ea typeface="Aptos"/>
                <a:cs typeface="Aptos"/>
              </a:defRPr>
            </a:lvl3pPr>
            <a:lvl4pPr marL="609600" indent="0" algn="l">
              <a:lnSpc>
                <a:spcPct val="112000"/>
              </a:lnSpc>
              <a:spcAft>
                <a:spcPts val="0"/>
              </a:spcAft>
              <a:buNone/>
              <a:defRPr sz="2200" b="1">
                <a:solidFill>
                  <a:srgbClr val="252529"/>
                </a:solidFill>
                <a:latin typeface="Aptos"/>
                <a:ea typeface="Aptos"/>
                <a:cs typeface="Aptos"/>
              </a:defRPr>
            </a:lvl4pPr>
            <a:lvl5pPr marL="812800" indent="0" algn="l">
              <a:lnSpc>
                <a:spcPct val="112000"/>
              </a:lnSpc>
              <a:spcAft>
                <a:spcPts val="0"/>
              </a:spcAft>
              <a:buNone/>
              <a:defRPr sz="2100" b="1">
                <a:solidFill>
                  <a:srgbClr val="252529"/>
                </a:solidFill>
                <a:latin typeface="Aptos"/>
                <a:ea typeface="Aptos"/>
                <a:cs typeface="Aptos"/>
              </a:defRPr>
            </a:lvl5pPr>
            <a:lvl6pPr marL="1016000" indent="0" algn="l">
              <a:lnSpc>
                <a:spcPct val="112000"/>
              </a:lnSpc>
              <a:spcAft>
                <a:spcPts val="0"/>
              </a:spcAft>
              <a:buNone/>
              <a:defRPr sz="2000" b="1">
                <a:solidFill>
                  <a:srgbClr val="252529"/>
                </a:solidFill>
                <a:latin typeface="Aptos"/>
                <a:ea typeface="Aptos"/>
                <a:cs typeface="Aptos"/>
              </a:defRPr>
            </a:lvl6pPr>
            <a:lvl7pPr marL="1219200" indent="0" algn="l">
              <a:lnSpc>
                <a:spcPct val="112000"/>
              </a:lnSpc>
              <a:spcAft>
                <a:spcPts val="0"/>
              </a:spcAft>
              <a:buNone/>
              <a:defRPr sz="1900" b="1">
                <a:solidFill>
                  <a:srgbClr val="252529"/>
                </a:solidFill>
                <a:latin typeface="Aptos"/>
                <a:ea typeface="Aptos"/>
                <a:cs typeface="Aptos"/>
              </a:defRPr>
            </a:lvl7pPr>
            <a:lvl8pPr marL="1422400" indent="0" algn="l">
              <a:lnSpc>
                <a:spcPct val="112000"/>
              </a:lnSpc>
              <a:spcAft>
                <a:spcPts val="0"/>
              </a:spcAft>
              <a:buNone/>
              <a:defRPr sz="1800" b="1">
                <a:solidFill>
                  <a:srgbClr val="252529"/>
                </a:solidFill>
                <a:latin typeface="Aptos"/>
                <a:ea typeface="Aptos"/>
                <a:cs typeface="Aptos"/>
              </a:defRPr>
            </a:lvl8pPr>
            <a:lvl9pPr marL="1625600" indent="0" algn="l">
              <a:lnSpc>
                <a:spcPct val="112000"/>
              </a:lnSpc>
              <a:spcAft>
                <a:spcPts val="0"/>
              </a:spcAft>
              <a:buNone/>
              <a:defRPr sz="1700" b="1">
                <a:solidFill>
                  <a:srgbClr val="252529"/>
                </a:solidFill>
                <a:latin typeface="Aptos"/>
                <a:ea typeface="Aptos"/>
                <a:cs typeface="Aptos"/>
              </a:defRPr>
            </a:lvl9pPr>
          </a:lstStyle>
          <a:p>
            <a:pPr marL="0" indent="0" algn="l">
              <a:lnSpc>
                <a:spcPct val="112000"/>
              </a:lnSpc>
              <a:spcAft>
                <a:spcPts val="0"/>
              </a:spcAft>
              <a:buNone/>
              <a:defRPr sz="2500" b="1">
                <a:solidFill>
                  <a:srgbClr val="252529"/>
                </a:solidFill>
                <a:latin typeface="Aptos"/>
                <a:ea typeface="Aptos"/>
                <a:cs typeface="Aptos"/>
              </a:defRPr>
            </a:pPr>
            <a:r>
              <a:t>Click to add title</a:t>
            </a:r>
          </a:p>
        </p:txBody>
      </p:sp>
      <p:sp>
        <p:nvSpPr>
          <p:cNvPr id="3" name="Clean body 1"/>
          <p:cNvSpPr>
            <a:spLocks noGrp="1"/>
          </p:cNvSpPr>
          <p:nvPr>
            <p:ph type="body" idx="1"/>
          </p:nvPr>
        </p:nvSpPr>
        <p:spPr>
          <a:xfrm>
            <a:off x="457200" y="1219200"/>
            <a:ext cx="8229600" cy="330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>
            <a:lvl1pPr marL="0" indent="0" algn="l">
              <a:lnSpc>
                <a:spcPct val="112000"/>
              </a:lnSpc>
              <a:spcAft>
                <a:spcPts val="1000"/>
              </a:spcAft>
              <a:buNone/>
              <a:defRPr sz="1800" b="0">
                <a:solidFill>
                  <a:srgbClr val="252529"/>
                </a:solidFill>
                <a:latin typeface="Aptos"/>
                <a:ea typeface="Aptos"/>
                <a:cs typeface="Aptos"/>
              </a:defRPr>
            </a:lvl1pPr>
            <a:lvl2pPr marL="203200" indent="0" algn="l">
              <a:lnSpc>
                <a:spcPct val="112000"/>
              </a:lnSpc>
              <a:spcAft>
                <a:spcPts val="1000"/>
              </a:spcAft>
              <a:buNone/>
              <a:defRPr sz="1700" b="0">
                <a:solidFill>
                  <a:srgbClr val="252529"/>
                </a:solidFill>
                <a:latin typeface="Aptos"/>
                <a:ea typeface="Aptos"/>
                <a:cs typeface="Aptos"/>
              </a:defRPr>
            </a:lvl2pPr>
            <a:lvl3pPr marL="406400" indent="0" algn="l">
              <a:lnSpc>
                <a:spcPct val="112000"/>
              </a:lnSpc>
              <a:spcAft>
                <a:spcPts val="0"/>
              </a:spcAft>
              <a:buNone/>
              <a:defRPr sz="1600" b="0">
                <a:solidFill>
                  <a:srgbClr val="252529"/>
                </a:solidFill>
                <a:latin typeface="Aptos"/>
                <a:ea typeface="Aptos"/>
                <a:cs typeface="Aptos"/>
              </a:defRPr>
            </a:lvl3pPr>
            <a:lvl4pPr marL="609600" indent="0" algn="l">
              <a:lnSpc>
                <a:spcPct val="112000"/>
              </a:lnSpc>
              <a:spcAft>
                <a:spcPts val="0"/>
              </a:spcAft>
              <a:buNone/>
              <a:defRPr sz="1500" b="0">
                <a:solidFill>
                  <a:srgbClr val="252529"/>
                </a:solidFill>
                <a:latin typeface="Aptos"/>
                <a:ea typeface="Aptos"/>
                <a:cs typeface="Aptos"/>
              </a:defRPr>
            </a:lvl4pPr>
            <a:lvl5pPr marL="812800" indent="0" algn="l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252529"/>
                </a:solidFill>
                <a:latin typeface="Aptos"/>
                <a:ea typeface="Aptos"/>
                <a:cs typeface="Aptos"/>
              </a:defRPr>
            </a:lvl5pPr>
            <a:lvl6pPr marL="1016000" indent="0" algn="l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252529"/>
                </a:solidFill>
                <a:latin typeface="Aptos"/>
                <a:ea typeface="Aptos"/>
                <a:cs typeface="Aptos"/>
              </a:defRPr>
            </a:lvl6pPr>
            <a:lvl7pPr marL="1219200" indent="0" algn="l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252529"/>
                </a:solidFill>
                <a:latin typeface="Aptos"/>
                <a:ea typeface="Aptos"/>
                <a:cs typeface="Aptos"/>
              </a:defRPr>
            </a:lvl7pPr>
            <a:lvl8pPr marL="1422400" indent="0" algn="l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252529"/>
                </a:solidFill>
                <a:latin typeface="Aptos"/>
                <a:ea typeface="Aptos"/>
                <a:cs typeface="Aptos"/>
              </a:defRPr>
            </a:lvl8pPr>
            <a:lvl9pPr marL="1625600" indent="0" algn="l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252529"/>
                </a:solidFill>
                <a:latin typeface="Aptos"/>
                <a:ea typeface="Aptos"/>
                <a:cs typeface="Aptos"/>
              </a:defRPr>
            </a:lvl9pPr>
          </a:lstStyle>
          <a:p>
            <a:pPr marL="0" indent="0" algn="l">
              <a:lnSpc>
                <a:spcPct val="112000"/>
              </a:lnSpc>
              <a:spcAft>
                <a:spcPts val="1000"/>
              </a:spcAft>
              <a:buNone/>
              <a:defRPr sz="1800" b="0">
                <a:solidFill>
                  <a:srgbClr val="252529"/>
                </a:solidFill>
                <a:latin typeface="Aptos"/>
                <a:ea typeface="Aptos"/>
                <a:cs typeface="Aptos"/>
              </a:defRPr>
            </a:pPr>
            <a:r>
              <a:t>Click to add content</a:t>
            </a:r>
          </a:p>
        </p:txBody>
      </p:sp>
      <p:sp>
        <p:nvSpPr>
          <p:cNvPr id="90" name="Clean ftr 11"/>
          <p:cNvSpPr>
            <a:spLocks noGrp="1"/>
          </p:cNvSpPr>
          <p:nvPr>
            <p:ph type="ftr" idx="11"/>
          </p:nvPr>
        </p:nvSpPr>
        <p:spPr>
          <a:xfrm>
            <a:off x="457200" y="4876800"/>
            <a:ext cx="5080000" cy="152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>
            <a:lvl1pPr marL="0" indent="0" algn="l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747B82"/>
                </a:solidFill>
                <a:latin typeface="Aptos"/>
                <a:ea typeface="Aptos"/>
                <a:cs typeface="Aptos"/>
              </a:defRPr>
            </a:lvl1pPr>
            <a:lvl2pPr marL="203200" indent="0" algn="l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747B82"/>
                </a:solidFill>
                <a:latin typeface="Aptos"/>
                <a:ea typeface="Aptos"/>
                <a:cs typeface="Aptos"/>
              </a:defRPr>
            </a:lvl2pPr>
            <a:lvl3pPr marL="406400" indent="0" algn="l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747B82"/>
                </a:solidFill>
                <a:latin typeface="Aptos"/>
                <a:ea typeface="Aptos"/>
                <a:cs typeface="Aptos"/>
              </a:defRPr>
            </a:lvl3pPr>
            <a:lvl4pPr marL="609600" indent="0" algn="l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747B82"/>
                </a:solidFill>
                <a:latin typeface="Aptos"/>
                <a:ea typeface="Aptos"/>
                <a:cs typeface="Aptos"/>
              </a:defRPr>
            </a:lvl4pPr>
            <a:lvl5pPr marL="812800" indent="0" algn="l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747B82"/>
                </a:solidFill>
                <a:latin typeface="Aptos"/>
                <a:ea typeface="Aptos"/>
                <a:cs typeface="Aptos"/>
              </a:defRPr>
            </a:lvl5pPr>
            <a:lvl6pPr marL="1016000" indent="0" algn="l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747B82"/>
                </a:solidFill>
                <a:latin typeface="Aptos"/>
                <a:ea typeface="Aptos"/>
                <a:cs typeface="Aptos"/>
              </a:defRPr>
            </a:lvl6pPr>
            <a:lvl7pPr marL="1219200" indent="0" algn="l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747B82"/>
                </a:solidFill>
                <a:latin typeface="Aptos"/>
                <a:ea typeface="Aptos"/>
                <a:cs typeface="Aptos"/>
              </a:defRPr>
            </a:lvl7pPr>
            <a:lvl8pPr marL="1422400" indent="0" algn="l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747B82"/>
                </a:solidFill>
                <a:latin typeface="Aptos"/>
                <a:ea typeface="Aptos"/>
                <a:cs typeface="Aptos"/>
              </a:defRPr>
            </a:lvl8pPr>
            <a:lvl9pPr marL="1625600" indent="0" algn="l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747B82"/>
                </a:solidFill>
                <a:latin typeface="Aptos"/>
                <a:ea typeface="Aptos"/>
                <a:cs typeface="Aptos"/>
              </a:defRPr>
            </a:lvl9pPr>
          </a:lstStyle>
          <a:p>
            <a:pPr marL="0" indent="0" algn="l">
              <a:lnSpc>
                <a:spcPct val="112000"/>
              </a:lnSpc>
              <a:spcAft>
                <a:spcPts val="0"/>
              </a:spcAft>
              <a:buNone/>
              <a:defRPr sz="800" b="0">
                <a:solidFill>
                  <a:srgbClr val="747B82"/>
                </a:solidFill>
                <a:latin typeface="Aptos"/>
                <a:ea typeface="Aptos"/>
                <a:cs typeface="Aptos"/>
              </a:defRPr>
            </a:pPr>
            <a:r>
              <a:t>Msc Defence T.M. Lenssen</a:t>
            </a:r>
          </a:p>
        </p:txBody>
      </p:sp>
      <p:sp>
        <p:nvSpPr>
          <p:cNvPr id="91" name="Clean sldNum 12"/>
          <p:cNvSpPr>
            <a:spLocks noGrp="1"/>
          </p:cNvSpPr>
          <p:nvPr>
            <p:ph type="sldNum" idx="12"/>
          </p:nvPr>
        </p:nvSpPr>
        <p:spPr>
          <a:xfrm>
            <a:off x="7874000" y="4876800"/>
            <a:ext cx="355600" cy="152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>
            <a:lvl1pPr marL="0" indent="0" algn="r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747B82"/>
                </a:solidFill>
                <a:latin typeface="Aptos"/>
                <a:ea typeface="Aptos"/>
                <a:cs typeface="Aptos"/>
              </a:defRPr>
            </a:lvl1pPr>
            <a:lvl2pPr marL="203200" indent="0" algn="r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747B82"/>
                </a:solidFill>
                <a:latin typeface="Aptos"/>
                <a:ea typeface="Aptos"/>
                <a:cs typeface="Aptos"/>
              </a:defRPr>
            </a:lvl2pPr>
            <a:lvl3pPr marL="406400" indent="0" algn="r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747B82"/>
                </a:solidFill>
                <a:latin typeface="Aptos"/>
                <a:ea typeface="Aptos"/>
                <a:cs typeface="Aptos"/>
              </a:defRPr>
            </a:lvl3pPr>
            <a:lvl4pPr marL="609600" indent="0" algn="r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747B82"/>
                </a:solidFill>
                <a:latin typeface="Aptos"/>
                <a:ea typeface="Aptos"/>
                <a:cs typeface="Aptos"/>
              </a:defRPr>
            </a:lvl4pPr>
            <a:lvl5pPr marL="812800" indent="0" algn="r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747B82"/>
                </a:solidFill>
                <a:latin typeface="Aptos"/>
                <a:ea typeface="Aptos"/>
                <a:cs typeface="Aptos"/>
              </a:defRPr>
            </a:lvl5pPr>
            <a:lvl6pPr marL="1016000" indent="0" algn="r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747B82"/>
                </a:solidFill>
                <a:latin typeface="Aptos"/>
                <a:ea typeface="Aptos"/>
                <a:cs typeface="Aptos"/>
              </a:defRPr>
            </a:lvl6pPr>
            <a:lvl7pPr marL="1219200" indent="0" algn="r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747B82"/>
                </a:solidFill>
                <a:latin typeface="Aptos"/>
                <a:ea typeface="Aptos"/>
                <a:cs typeface="Aptos"/>
              </a:defRPr>
            </a:lvl7pPr>
            <a:lvl8pPr marL="1422400" indent="0" algn="r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747B82"/>
                </a:solidFill>
                <a:latin typeface="Aptos"/>
                <a:ea typeface="Aptos"/>
                <a:cs typeface="Aptos"/>
              </a:defRPr>
            </a:lvl8pPr>
            <a:lvl9pPr marL="1625600" indent="0" algn="r">
              <a:lnSpc>
                <a:spcPct val="112000"/>
              </a:lnSpc>
              <a:spcAft>
                <a:spcPts val="0"/>
              </a:spcAft>
              <a:buNone/>
              <a:defRPr sz="1400" b="0">
                <a:solidFill>
                  <a:srgbClr val="747B82"/>
                </a:solidFill>
                <a:latin typeface="Aptos"/>
                <a:ea typeface="Aptos"/>
                <a:cs typeface="Aptos"/>
              </a:defRPr>
            </a:lvl9pPr>
          </a:lstStyle>
          <a:p>
            <a:pPr marL="0" indent="0" algn="r">
              <a:lnSpc>
                <a:spcPct val="112000"/>
              </a:lnSpc>
              <a:spcAft>
                <a:spcPts val="0"/>
              </a:spcAft>
              <a:buNone/>
              <a:defRPr sz="800" b="0">
                <a:solidFill>
                  <a:srgbClr val="747B82"/>
                </a:solidFill>
                <a:latin typeface="Aptos"/>
                <a:ea typeface="Aptos"/>
                <a:cs typeface="Aptos"/>
              </a:defRPr>
            </a:pPr>
            <a:fld id="{02D62CF7-B451-42A0-BFB3-67C7E3FB3001}" type="slidenum">
              <a:rPr lang="en-GB"/>
              <a:t>1</a:t>
            </a:fld>
          </a:p>
        </p:txBody>
      </p:sp>
      <p:pic>
        <p:nvPicPr>
          <p:cNvPr id="100" name="TUe logo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8458200" y="4813300"/>
            <a:ext cx="457200" cy="2670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84" r:id="rId1"/>
    <p:sldLayoutId id="2147483685" r:id="rId2"/>
    <p:sldLayoutId id="2147483661" r:id="rId3"/>
    <p:sldLayoutId id="2147483662" r:id="rId4"/>
    <p:sldLayoutId id="2147483664" r:id="rId5"/>
    <p:sldLayoutId id="2147483672" r:id="rId6"/>
    <p:sldLayoutId id="2147483673" r:id="rId7"/>
    <p:sldLayoutId id="2147483674" r:id="rId8"/>
    <p:sldLayoutId id="2147483675" r:id="rId9"/>
    <p:sldLayoutId id="2147483676" r:id="rId10"/>
    <p:sldLayoutId id="2147483677" r:id="rId11"/>
    <p:sldLayoutId id="2147483678" r:id="rId12"/>
    <p:sldLayoutId id="2147483679" r:id="rId13"/>
    <p:sldLayoutId id="2147483680" r:id="rId14"/>
    <p:sldLayoutId id="2147483681" r:id="rId15"/>
    <p:sldLayoutId id="2147483682" r:id="rId16"/>
    <p:sldLayoutId id="2147483683" r:id="rId17"/>
  </p:sldLayoutIdLst>
  <p:hf hdr="0" dt="0" ftr="1" sldNum="1"/>
  <p:txStyles>
    <p:titleStyle>
      <a:lvl1pPr marL="0" indent="0" algn="l">
        <a:lnSpc>
          <a:spcPct val="112000"/>
        </a:lnSpc>
        <a:spcAft>
          <a:spcPts val="0"/>
        </a:spcAft>
        <a:buNone/>
        <a:defRPr sz="2500" b="1">
          <a:solidFill>
            <a:srgbClr val="252529"/>
          </a:solidFill>
          <a:latin typeface="Aptos"/>
          <a:ea typeface="Aptos"/>
          <a:cs typeface="Aptos"/>
        </a:defRPr>
      </a:lvl1pPr>
      <a:lvl2pPr marL="203200" indent="0" algn="l">
        <a:lnSpc>
          <a:spcPct val="112000"/>
        </a:lnSpc>
        <a:spcAft>
          <a:spcPts val="0"/>
        </a:spcAft>
        <a:buNone/>
        <a:defRPr sz="2400" b="1">
          <a:solidFill>
            <a:srgbClr val="252529"/>
          </a:solidFill>
          <a:latin typeface="Aptos"/>
          <a:ea typeface="Aptos"/>
          <a:cs typeface="Aptos"/>
        </a:defRPr>
      </a:lvl2pPr>
      <a:lvl3pPr marL="406400" indent="0" algn="l">
        <a:lnSpc>
          <a:spcPct val="112000"/>
        </a:lnSpc>
        <a:spcAft>
          <a:spcPts val="0"/>
        </a:spcAft>
        <a:buNone/>
        <a:defRPr sz="2300" b="1">
          <a:solidFill>
            <a:srgbClr val="252529"/>
          </a:solidFill>
          <a:latin typeface="Aptos"/>
          <a:ea typeface="Aptos"/>
          <a:cs typeface="Aptos"/>
        </a:defRPr>
      </a:lvl3pPr>
      <a:lvl4pPr marL="609600" indent="0" algn="l">
        <a:lnSpc>
          <a:spcPct val="112000"/>
        </a:lnSpc>
        <a:spcAft>
          <a:spcPts val="0"/>
        </a:spcAft>
        <a:buNone/>
        <a:defRPr sz="2200" b="1">
          <a:solidFill>
            <a:srgbClr val="252529"/>
          </a:solidFill>
          <a:latin typeface="Aptos"/>
          <a:ea typeface="Aptos"/>
          <a:cs typeface="Aptos"/>
        </a:defRPr>
      </a:lvl4pPr>
      <a:lvl5pPr marL="812800" indent="0" algn="l">
        <a:lnSpc>
          <a:spcPct val="112000"/>
        </a:lnSpc>
        <a:spcAft>
          <a:spcPts val="0"/>
        </a:spcAft>
        <a:buNone/>
        <a:defRPr sz="2100" b="1">
          <a:solidFill>
            <a:srgbClr val="252529"/>
          </a:solidFill>
          <a:latin typeface="Aptos"/>
          <a:ea typeface="Aptos"/>
          <a:cs typeface="Aptos"/>
        </a:defRPr>
      </a:lvl5pPr>
      <a:lvl6pPr marL="1016000" indent="0" algn="l">
        <a:lnSpc>
          <a:spcPct val="112000"/>
        </a:lnSpc>
        <a:spcAft>
          <a:spcPts val="0"/>
        </a:spcAft>
        <a:buNone/>
        <a:defRPr sz="2000" b="1">
          <a:solidFill>
            <a:srgbClr val="252529"/>
          </a:solidFill>
          <a:latin typeface="Aptos"/>
          <a:ea typeface="Aptos"/>
          <a:cs typeface="Aptos"/>
        </a:defRPr>
      </a:lvl6pPr>
      <a:lvl7pPr marL="1219200" indent="0" algn="l">
        <a:lnSpc>
          <a:spcPct val="112000"/>
        </a:lnSpc>
        <a:spcAft>
          <a:spcPts val="0"/>
        </a:spcAft>
        <a:buNone/>
        <a:defRPr sz="1900" b="1">
          <a:solidFill>
            <a:srgbClr val="252529"/>
          </a:solidFill>
          <a:latin typeface="Aptos"/>
          <a:ea typeface="Aptos"/>
          <a:cs typeface="Aptos"/>
        </a:defRPr>
      </a:lvl7pPr>
      <a:lvl8pPr marL="1422400" indent="0" algn="l">
        <a:lnSpc>
          <a:spcPct val="112000"/>
        </a:lnSpc>
        <a:spcAft>
          <a:spcPts val="0"/>
        </a:spcAft>
        <a:buNone/>
        <a:defRPr sz="1800" b="1">
          <a:solidFill>
            <a:srgbClr val="252529"/>
          </a:solidFill>
          <a:latin typeface="Aptos"/>
          <a:ea typeface="Aptos"/>
          <a:cs typeface="Aptos"/>
        </a:defRPr>
      </a:lvl8pPr>
      <a:lvl9pPr marL="1625600" indent="0" algn="l">
        <a:lnSpc>
          <a:spcPct val="112000"/>
        </a:lnSpc>
        <a:spcAft>
          <a:spcPts val="0"/>
        </a:spcAft>
        <a:buNone/>
        <a:defRPr sz="1700" b="1">
          <a:solidFill>
            <a:srgbClr val="252529"/>
          </a:solidFill>
          <a:latin typeface="Aptos"/>
          <a:ea typeface="Aptos"/>
          <a:cs typeface="Aptos"/>
        </a:defRPr>
      </a:lvl9pPr>
    </p:titleStyle>
    <p:bodyStyle>
      <a:lvl1pPr marL="0" indent="0" algn="l">
        <a:lnSpc>
          <a:spcPct val="112000"/>
        </a:lnSpc>
        <a:spcAft>
          <a:spcPts val="1000"/>
        </a:spcAft>
        <a:buNone/>
        <a:defRPr sz="1800" b="0">
          <a:solidFill>
            <a:srgbClr val="252529"/>
          </a:solidFill>
          <a:latin typeface="Aptos"/>
          <a:ea typeface="Aptos"/>
          <a:cs typeface="Aptos"/>
        </a:defRPr>
      </a:lvl1pPr>
      <a:lvl2pPr marL="203200" indent="0" algn="l">
        <a:lnSpc>
          <a:spcPct val="112000"/>
        </a:lnSpc>
        <a:spcAft>
          <a:spcPts val="1000"/>
        </a:spcAft>
        <a:buNone/>
        <a:defRPr sz="1700" b="0">
          <a:solidFill>
            <a:srgbClr val="252529"/>
          </a:solidFill>
          <a:latin typeface="Aptos"/>
          <a:ea typeface="Aptos"/>
          <a:cs typeface="Aptos"/>
        </a:defRPr>
      </a:lvl2pPr>
      <a:lvl3pPr marL="406400" indent="0" algn="l">
        <a:lnSpc>
          <a:spcPct val="112000"/>
        </a:lnSpc>
        <a:spcAft>
          <a:spcPts val="0"/>
        </a:spcAft>
        <a:buNone/>
        <a:defRPr sz="1600" b="0">
          <a:solidFill>
            <a:srgbClr val="252529"/>
          </a:solidFill>
          <a:latin typeface="Aptos"/>
          <a:ea typeface="Aptos"/>
          <a:cs typeface="Aptos"/>
        </a:defRPr>
      </a:lvl3pPr>
      <a:lvl4pPr marL="609600" indent="0" algn="l">
        <a:lnSpc>
          <a:spcPct val="112000"/>
        </a:lnSpc>
        <a:spcAft>
          <a:spcPts val="0"/>
        </a:spcAft>
        <a:buNone/>
        <a:defRPr sz="1500" b="0">
          <a:solidFill>
            <a:srgbClr val="252529"/>
          </a:solidFill>
          <a:latin typeface="Aptos"/>
          <a:ea typeface="Aptos"/>
          <a:cs typeface="Aptos"/>
        </a:defRPr>
      </a:lvl4pPr>
      <a:lvl5pPr marL="812800" indent="0" algn="l">
        <a:lnSpc>
          <a:spcPct val="112000"/>
        </a:lnSpc>
        <a:spcAft>
          <a:spcPts val="0"/>
        </a:spcAft>
        <a:buNone/>
        <a:defRPr sz="1400" b="0">
          <a:solidFill>
            <a:srgbClr val="252529"/>
          </a:solidFill>
          <a:latin typeface="Aptos"/>
          <a:ea typeface="Aptos"/>
          <a:cs typeface="Aptos"/>
        </a:defRPr>
      </a:lvl5pPr>
      <a:lvl6pPr marL="1016000" indent="0" algn="l">
        <a:lnSpc>
          <a:spcPct val="112000"/>
        </a:lnSpc>
        <a:spcAft>
          <a:spcPts val="0"/>
        </a:spcAft>
        <a:buNone/>
        <a:defRPr sz="1400" b="0">
          <a:solidFill>
            <a:srgbClr val="252529"/>
          </a:solidFill>
          <a:latin typeface="Aptos"/>
          <a:ea typeface="Aptos"/>
          <a:cs typeface="Aptos"/>
        </a:defRPr>
      </a:lvl6pPr>
      <a:lvl7pPr marL="1219200" indent="0" algn="l">
        <a:lnSpc>
          <a:spcPct val="112000"/>
        </a:lnSpc>
        <a:spcAft>
          <a:spcPts val="0"/>
        </a:spcAft>
        <a:buNone/>
        <a:defRPr sz="1400" b="0">
          <a:solidFill>
            <a:srgbClr val="252529"/>
          </a:solidFill>
          <a:latin typeface="Aptos"/>
          <a:ea typeface="Aptos"/>
          <a:cs typeface="Aptos"/>
        </a:defRPr>
      </a:lvl7pPr>
      <a:lvl8pPr marL="1422400" indent="0" algn="l">
        <a:lnSpc>
          <a:spcPct val="112000"/>
        </a:lnSpc>
        <a:spcAft>
          <a:spcPts val="0"/>
        </a:spcAft>
        <a:buNone/>
        <a:defRPr sz="1400" b="0">
          <a:solidFill>
            <a:srgbClr val="252529"/>
          </a:solidFill>
          <a:latin typeface="Aptos"/>
          <a:ea typeface="Aptos"/>
          <a:cs typeface="Aptos"/>
        </a:defRPr>
      </a:lvl8pPr>
      <a:lvl9pPr marL="1625600" indent="0" algn="l">
        <a:lnSpc>
          <a:spcPct val="112000"/>
        </a:lnSpc>
        <a:spcAft>
          <a:spcPts val="0"/>
        </a:spcAft>
        <a:buNone/>
        <a:defRPr sz="1400" b="0">
          <a:solidFill>
            <a:srgbClr val="252529"/>
          </a:solidFill>
          <a:latin typeface="Aptos"/>
          <a:ea typeface="Aptos"/>
          <a:cs typeface="Aptos"/>
        </a:defRPr>
      </a:lvl9pPr>
    </p:bodyStyle>
    <p:otherStyle>
      <a:lvl1pPr marL="0" indent="0" algn="l">
        <a:lnSpc>
          <a:spcPct val="112000"/>
        </a:lnSpc>
        <a:spcAft>
          <a:spcPts val="1000"/>
        </a:spcAft>
        <a:buNone/>
        <a:defRPr sz="1800" b="0">
          <a:solidFill>
            <a:srgbClr val="252529"/>
          </a:solidFill>
          <a:latin typeface="Aptos"/>
          <a:ea typeface="Aptos"/>
          <a:cs typeface="Aptos"/>
        </a:defRPr>
      </a:lvl1pPr>
      <a:lvl2pPr marL="203200" indent="0" algn="l">
        <a:lnSpc>
          <a:spcPct val="112000"/>
        </a:lnSpc>
        <a:spcAft>
          <a:spcPts val="1000"/>
        </a:spcAft>
        <a:buNone/>
        <a:defRPr sz="1700" b="0">
          <a:solidFill>
            <a:srgbClr val="252529"/>
          </a:solidFill>
          <a:latin typeface="Aptos"/>
          <a:ea typeface="Aptos"/>
          <a:cs typeface="Aptos"/>
        </a:defRPr>
      </a:lvl2pPr>
      <a:lvl3pPr marL="406400" indent="0" algn="l">
        <a:lnSpc>
          <a:spcPct val="112000"/>
        </a:lnSpc>
        <a:spcAft>
          <a:spcPts val="0"/>
        </a:spcAft>
        <a:buNone/>
        <a:defRPr sz="1600" b="0">
          <a:solidFill>
            <a:srgbClr val="252529"/>
          </a:solidFill>
          <a:latin typeface="Aptos"/>
          <a:ea typeface="Aptos"/>
          <a:cs typeface="Aptos"/>
        </a:defRPr>
      </a:lvl3pPr>
      <a:lvl4pPr marL="609600" indent="0" algn="l">
        <a:lnSpc>
          <a:spcPct val="112000"/>
        </a:lnSpc>
        <a:spcAft>
          <a:spcPts val="0"/>
        </a:spcAft>
        <a:buNone/>
        <a:defRPr sz="1500" b="0">
          <a:solidFill>
            <a:srgbClr val="252529"/>
          </a:solidFill>
          <a:latin typeface="Aptos"/>
          <a:ea typeface="Aptos"/>
          <a:cs typeface="Aptos"/>
        </a:defRPr>
      </a:lvl4pPr>
      <a:lvl5pPr marL="812800" indent="0" algn="l">
        <a:lnSpc>
          <a:spcPct val="112000"/>
        </a:lnSpc>
        <a:spcAft>
          <a:spcPts val="0"/>
        </a:spcAft>
        <a:buNone/>
        <a:defRPr sz="1400" b="0">
          <a:solidFill>
            <a:srgbClr val="252529"/>
          </a:solidFill>
          <a:latin typeface="Aptos"/>
          <a:ea typeface="Aptos"/>
          <a:cs typeface="Aptos"/>
        </a:defRPr>
      </a:lvl5pPr>
      <a:lvl6pPr marL="1016000" indent="0" algn="l">
        <a:lnSpc>
          <a:spcPct val="112000"/>
        </a:lnSpc>
        <a:spcAft>
          <a:spcPts val="0"/>
        </a:spcAft>
        <a:buNone/>
        <a:defRPr sz="1400" b="0">
          <a:solidFill>
            <a:srgbClr val="252529"/>
          </a:solidFill>
          <a:latin typeface="Aptos"/>
          <a:ea typeface="Aptos"/>
          <a:cs typeface="Aptos"/>
        </a:defRPr>
      </a:lvl6pPr>
      <a:lvl7pPr marL="1219200" indent="0" algn="l">
        <a:lnSpc>
          <a:spcPct val="112000"/>
        </a:lnSpc>
        <a:spcAft>
          <a:spcPts val="0"/>
        </a:spcAft>
        <a:buNone/>
        <a:defRPr sz="1400" b="0">
          <a:solidFill>
            <a:srgbClr val="252529"/>
          </a:solidFill>
          <a:latin typeface="Aptos"/>
          <a:ea typeface="Aptos"/>
          <a:cs typeface="Aptos"/>
        </a:defRPr>
      </a:lvl7pPr>
      <a:lvl8pPr marL="1422400" indent="0" algn="l">
        <a:lnSpc>
          <a:spcPct val="112000"/>
        </a:lnSpc>
        <a:spcAft>
          <a:spcPts val="0"/>
        </a:spcAft>
        <a:buNone/>
        <a:defRPr sz="1400" b="0">
          <a:solidFill>
            <a:srgbClr val="252529"/>
          </a:solidFill>
          <a:latin typeface="Aptos"/>
          <a:ea typeface="Aptos"/>
          <a:cs typeface="Aptos"/>
        </a:defRPr>
      </a:lvl8pPr>
      <a:lvl9pPr marL="1625600" indent="0" algn="l">
        <a:lnSpc>
          <a:spcPct val="112000"/>
        </a:lnSpc>
        <a:spcAft>
          <a:spcPts val="0"/>
        </a:spcAft>
        <a:buNone/>
        <a:defRPr sz="1400" b="0">
          <a:solidFill>
            <a:srgbClr val="252529"/>
          </a:solidFill>
          <a:latin typeface="Aptos"/>
          <a:ea typeface="Aptos"/>
          <a:cs typeface="Apto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2.xml"/><Relationship Id="rIdHeatNotes" Type="http://schemas.openxmlformats.org/officeDocument/2006/relationships/notesSlide" Target="../notesSlides/notesSlide1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2.xml"/><Relationship Id="rIdHeatNotes" Type="http://schemas.openxmlformats.org/officeDocument/2006/relationships/notesSlide" Target="../notesSlides/notesSlide2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2.xml"/><Relationship Id="rIdHeatNotes" Type="http://schemas.openxmlformats.org/officeDocument/2006/relationships/notesSlide" Target="../notesSlides/notesSlide3.xml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2.xml"/><Relationship Id="rIdHeatNotes" Type="http://schemas.openxmlformats.org/officeDocument/2006/relationships/notesSlide" Target="../notesSlides/notesSlide4.xml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 xmlns:m="http://schemas.openxmlformats.org/officeDocument/2006/math" xmlns:a14="http://schemas.microsoft.com/office/drawing/2010/main" xmlns:mc="http://schemas.openxmlformats.org/markup-compatibility/2006" mc:Ignorable="a14">
  <p:cSld>
    <p:spTree>
      <p:nvGrpSpPr>
        <p:cNvPr id="1" name=""/>
        <p:cNvGrpSpPr/>
        <p:nvPr/>
      </p:nvGrpSpPr>
      <p:grpSpPr/>
      <p:sp>
        <p:nvSpPr>
          <p:cNvPr id="101" name="Title"/>
          <p:cNvSpPr/>
          <p:nvPr/>
        </p:nvSpPr>
        <p:spPr>
          <a:xfrm>
            <a:off x="457200" y="371475"/>
            <a:ext cx="8229600" cy="4762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buNone/>
            </a:pPr>
            <a:r>
              <a:rPr lang="en-GB" sz="2500" baseline="0" b="1" i="0" u="none">
                <a:solidFill>
                  <a:srgbClr val="252529"/>
                </a:solidFill>
                <a:latin typeface="Aptos"/>
                <a:ea typeface="Aptos"/>
                <a:cs typeface="Aptos"/>
              </a:rPr>
              <a:t xml:space="preserve">Sector bounds describe Δ</a:t>
            </a:r>
            <a:endParaRPr sz="2500"/>
          </a:p>
        </p:txBody>
      </p:sp>
      <p:sp>
        <p:nvSpPr>
          <p:cNvPr id="102" name="Admissible sector"/>
          <p:cNvSpPr/>
          <p:nvPr/>
        </p:nvSpPr>
        <p:spPr>
          <a:xfrm>
            <a:off x="894080" y="2171700"/>
            <a:ext cx="1557020" cy="958088"/>
          </a:xfrm>
          <a:custGeom>
            <a:avLst/>
            <a:gdLst/>
            <a:ahLst/>
            <a:cxnLst/>
            <a:rect l="0" t="0" r="r" b="b"/>
            <a:pathLst>
              <a:path w="1557020" h="958088" fill="norm">
                <a:moveTo>
                  <a:pt x="1544320" y="12700"/>
                </a:moveTo>
                <a:lnTo>
                  <a:pt x="12700" y="168148"/>
                </a:lnTo>
                <a:lnTo>
                  <a:pt x="12700" y="945388"/>
                </a:lnTo>
                <a:close/>
              </a:path>
            </a:pathLst>
          </a:custGeom>
          <a:solidFill>
            <a:srgbClr val="EDF2F5"/>
          </a:solidFill>
          <a:ln w="0">
            <a:noFill/>
          </a:ln>
        </p:spPr>
      </p:sp>
      <p:sp>
        <p:nvSpPr>
          <p:cNvPr id="103" name="Admissible sector"/>
          <p:cNvSpPr/>
          <p:nvPr/>
        </p:nvSpPr>
        <p:spPr>
          <a:xfrm>
            <a:off x="2425700" y="1239012"/>
            <a:ext cx="1557020" cy="958088"/>
          </a:xfrm>
          <a:custGeom>
            <a:avLst/>
            <a:gdLst/>
            <a:ahLst/>
            <a:cxnLst/>
            <a:rect l="0" t="0" r="r" b="b"/>
            <a:pathLst>
              <a:path w="1557020" h="958088" fill="norm">
                <a:moveTo>
                  <a:pt x="12700" y="945388"/>
                </a:moveTo>
                <a:lnTo>
                  <a:pt x="1544320" y="789940"/>
                </a:lnTo>
                <a:lnTo>
                  <a:pt x="1544320" y="12700"/>
                </a:lnTo>
                <a:close/>
              </a:path>
            </a:pathLst>
          </a:custGeom>
          <a:solidFill>
            <a:srgbClr val="EDF2F5"/>
          </a:solidFill>
          <a:ln w="0">
            <a:noFill/>
          </a:ln>
        </p:spPr>
      </p:sp>
      <p:sp>
        <p:nvSpPr>
          <p:cNvPr id="104" name="Input axis"/>
          <p:cNvSpPr/>
          <p:nvPr/>
        </p:nvSpPr>
        <p:spPr>
          <a:xfrm>
            <a:off x="766445" y="2171700"/>
            <a:ext cx="3403473" cy="25400"/>
          </a:xfrm>
          <a:custGeom>
            <a:avLst/>
            <a:gdLst/>
            <a:ahLst/>
            <a:cxnLst/>
            <a:rect l="0" t="0" r="r" b="b"/>
            <a:pathLst>
              <a:path w="3403473" h="25400" fill="none">
                <a:moveTo>
                  <a:pt x="12700" y="12700"/>
                </a:moveTo>
                <a:lnTo>
                  <a:pt x="3390773" y="12700"/>
                </a:lnTo>
              </a:path>
            </a:pathLst>
          </a:custGeom>
          <a:noFill/>
          <a:ln w="8255">
            <a:solidFill>
              <a:srgbClr val="A9ADB2"/>
            </a:solidFill>
            <a:round/>
            <a:tailEnd type="triangle" w="sm" len="sm"/>
          </a:ln>
        </p:spPr>
      </p:sp>
      <p:sp>
        <p:nvSpPr>
          <p:cNvPr id="105" name="Output axis"/>
          <p:cNvSpPr/>
          <p:nvPr/>
        </p:nvSpPr>
        <p:spPr>
          <a:xfrm>
            <a:off x="2425700" y="1144016"/>
            <a:ext cx="25400" cy="2067814"/>
          </a:xfrm>
          <a:custGeom>
            <a:avLst/>
            <a:gdLst/>
            <a:ahLst/>
            <a:cxnLst/>
            <a:rect l="0" t="0" r="r" b="b"/>
            <a:pathLst>
              <a:path w="25400" h="2067814" fill="none">
                <a:moveTo>
                  <a:pt x="12700" y="2055114"/>
                </a:moveTo>
                <a:lnTo>
                  <a:pt x="12700" y="12700"/>
                </a:lnTo>
              </a:path>
            </a:pathLst>
          </a:custGeom>
          <a:noFill/>
          <a:ln w="8255">
            <a:solidFill>
              <a:srgbClr val="A9ADB2"/>
            </a:solidFill>
            <a:round/>
            <a:tailEnd type="triangle" w="sm" len="sm"/>
          </a:ln>
        </p:spPr>
      </p:sp>
      <p:sp>
        <p:nvSpPr>
          <p:cNvPr id="106" name="Sector boundary"/>
          <p:cNvSpPr/>
          <p:nvPr/>
        </p:nvSpPr>
        <p:spPr>
          <a:xfrm>
            <a:off x="894080" y="2016252"/>
            <a:ext cx="3088640" cy="336296"/>
          </a:xfrm>
          <a:custGeom>
            <a:avLst/>
            <a:gdLst/>
            <a:ahLst/>
            <a:cxnLst/>
            <a:rect l="0" t="0" r="r" b="b"/>
            <a:pathLst>
              <a:path w="3088640" h="336296" fill="none">
                <a:moveTo>
                  <a:pt x="12700" y="323596"/>
                </a:moveTo>
                <a:lnTo>
                  <a:pt x="3075940" y="12700"/>
                </a:lnTo>
              </a:path>
            </a:pathLst>
          </a:custGeom>
          <a:noFill/>
          <a:ln w="11430">
            <a:solidFill>
              <a:srgbClr val="747B82"/>
            </a:solidFill>
          </a:ln>
        </p:spPr>
      </p:sp>
      <p:sp>
        <p:nvSpPr>
          <p:cNvPr id="107" name="Sector boundary"/>
          <p:cNvSpPr/>
          <p:nvPr/>
        </p:nvSpPr>
        <p:spPr>
          <a:xfrm>
            <a:off x="894080" y="1239012"/>
            <a:ext cx="3088640" cy="1890776"/>
          </a:xfrm>
          <a:custGeom>
            <a:avLst/>
            <a:gdLst/>
            <a:ahLst/>
            <a:cxnLst/>
            <a:rect l="0" t="0" r="r" b="b"/>
            <a:pathLst>
              <a:path w="3088640" h="1890776" fill="none">
                <a:moveTo>
                  <a:pt x="12700" y="1878076"/>
                </a:moveTo>
                <a:lnTo>
                  <a:pt x="3075940" y="12700"/>
                </a:lnTo>
              </a:path>
            </a:pathLst>
          </a:custGeom>
          <a:noFill/>
          <a:ln w="11430">
            <a:solidFill>
              <a:srgbClr val="747B82"/>
            </a:solidFill>
          </a:ln>
        </p:spPr>
      </p:sp>
      <p:sp>
        <p:nvSpPr>
          <p:cNvPr id="108" name="Example sector nonlinearity"/>
          <p:cNvSpPr/>
          <p:nvPr/>
        </p:nvSpPr>
        <p:spPr>
          <a:xfrm>
            <a:off x="894080" y="1504983"/>
            <a:ext cx="3088640" cy="1358835"/>
          </a:xfrm>
          <a:custGeom>
            <a:avLst/>
            <a:gdLst/>
            <a:ahLst/>
            <a:cxnLst/>
            <a:rect l="0" t="0" r="r" b="b"/>
            <a:pathLst>
              <a:path w="3088640" h="1358835" fill="none">
                <a:moveTo>
                  <a:pt x="12700" y="1346135"/>
                </a:moveTo>
                <a:lnTo>
                  <a:pt x="43332" y="1334753"/>
                </a:lnTo>
                <a:lnTo>
                  <a:pt x="73965" y="1323337"/>
                </a:lnTo>
                <a:lnTo>
                  <a:pt x="104597" y="1311884"/>
                </a:lnTo>
                <a:lnTo>
                  <a:pt x="135230" y="1300390"/>
                </a:lnTo>
                <a:lnTo>
                  <a:pt x="165862" y="1288854"/>
                </a:lnTo>
                <a:lnTo>
                  <a:pt x="196494" y="1277273"/>
                </a:lnTo>
                <a:lnTo>
                  <a:pt x="227127" y="1265645"/>
                </a:lnTo>
                <a:lnTo>
                  <a:pt x="257759" y="1253965"/>
                </a:lnTo>
                <a:lnTo>
                  <a:pt x="288392" y="1242232"/>
                </a:lnTo>
                <a:lnTo>
                  <a:pt x="319024" y="1230441"/>
                </a:lnTo>
                <a:lnTo>
                  <a:pt x="349656" y="1218590"/>
                </a:lnTo>
                <a:lnTo>
                  <a:pt x="380289" y="1206676"/>
                </a:lnTo>
                <a:lnTo>
                  <a:pt x="410921" y="1194693"/>
                </a:lnTo>
                <a:lnTo>
                  <a:pt x="441554" y="1182640"/>
                </a:lnTo>
                <a:lnTo>
                  <a:pt x="472186" y="1170512"/>
                </a:lnTo>
                <a:lnTo>
                  <a:pt x="502818" y="1158305"/>
                </a:lnTo>
                <a:lnTo>
                  <a:pt x="533451" y="1146015"/>
                </a:lnTo>
                <a:lnTo>
                  <a:pt x="564083" y="1133638"/>
                </a:lnTo>
                <a:lnTo>
                  <a:pt x="594716" y="1121171"/>
                </a:lnTo>
                <a:lnTo>
                  <a:pt x="625348" y="1108609"/>
                </a:lnTo>
                <a:lnTo>
                  <a:pt x="655980" y="1095948"/>
                </a:lnTo>
                <a:lnTo>
                  <a:pt x="686613" y="1083185"/>
                </a:lnTo>
                <a:lnTo>
                  <a:pt x="717245" y="1070315"/>
                </a:lnTo>
                <a:lnTo>
                  <a:pt x="747878" y="1057335"/>
                </a:lnTo>
                <a:lnTo>
                  <a:pt x="778510" y="1044240"/>
                </a:lnTo>
                <a:lnTo>
                  <a:pt x="809142" y="1031029"/>
                </a:lnTo>
                <a:lnTo>
                  <a:pt x="839775" y="1017698"/>
                </a:lnTo>
                <a:lnTo>
                  <a:pt x="870407" y="1004244"/>
                </a:lnTo>
                <a:lnTo>
                  <a:pt x="901040" y="990665"/>
                </a:lnTo>
                <a:lnTo>
                  <a:pt x="931672" y="976959"/>
                </a:lnTo>
                <a:lnTo>
                  <a:pt x="962304" y="963125"/>
                </a:lnTo>
                <a:lnTo>
                  <a:pt x="992937" y="949161"/>
                </a:lnTo>
                <a:lnTo>
                  <a:pt x="1023569" y="935069"/>
                </a:lnTo>
                <a:lnTo>
                  <a:pt x="1054202" y="920848"/>
                </a:lnTo>
                <a:lnTo>
                  <a:pt x="1084834" y="906499"/>
                </a:lnTo>
                <a:lnTo>
                  <a:pt x="1115466" y="892026"/>
                </a:lnTo>
                <a:lnTo>
                  <a:pt x="1146099" y="877430"/>
                </a:lnTo>
                <a:lnTo>
                  <a:pt x="1176731" y="862715"/>
                </a:lnTo>
                <a:lnTo>
                  <a:pt x="1207364" y="847887"/>
                </a:lnTo>
                <a:lnTo>
                  <a:pt x="1237996" y="832950"/>
                </a:lnTo>
                <a:lnTo>
                  <a:pt x="1268628" y="817911"/>
                </a:lnTo>
                <a:lnTo>
                  <a:pt x="1299261" y="802777"/>
                </a:lnTo>
                <a:lnTo>
                  <a:pt x="1329893" y="787557"/>
                </a:lnTo>
                <a:lnTo>
                  <a:pt x="1360526" y="772259"/>
                </a:lnTo>
                <a:lnTo>
                  <a:pt x="1391158" y="756893"/>
                </a:lnTo>
                <a:lnTo>
                  <a:pt x="1421790" y="741469"/>
                </a:lnTo>
                <a:lnTo>
                  <a:pt x="1452423" y="725998"/>
                </a:lnTo>
                <a:lnTo>
                  <a:pt x="1483055" y="710491"/>
                </a:lnTo>
                <a:lnTo>
                  <a:pt x="1513688" y="694960"/>
                </a:lnTo>
                <a:lnTo>
                  <a:pt x="1544320" y="679417"/>
                </a:lnTo>
                <a:lnTo>
                  <a:pt x="1574952" y="663874"/>
                </a:lnTo>
                <a:lnTo>
                  <a:pt x="1605585" y="648344"/>
                </a:lnTo>
                <a:lnTo>
                  <a:pt x="1636217" y="632837"/>
                </a:lnTo>
                <a:lnTo>
                  <a:pt x="1666850" y="617366"/>
                </a:lnTo>
                <a:lnTo>
                  <a:pt x="1697482" y="601942"/>
                </a:lnTo>
                <a:lnTo>
                  <a:pt x="1728114" y="586576"/>
                </a:lnTo>
                <a:lnTo>
                  <a:pt x="1758747" y="571278"/>
                </a:lnTo>
                <a:lnTo>
                  <a:pt x="1789379" y="556057"/>
                </a:lnTo>
                <a:lnTo>
                  <a:pt x="1820012" y="540924"/>
                </a:lnTo>
                <a:lnTo>
                  <a:pt x="1850644" y="525885"/>
                </a:lnTo>
                <a:lnTo>
                  <a:pt x="1881276" y="510948"/>
                </a:lnTo>
                <a:lnTo>
                  <a:pt x="1911909" y="496119"/>
                </a:lnTo>
                <a:lnTo>
                  <a:pt x="1942541" y="481405"/>
                </a:lnTo>
                <a:lnTo>
                  <a:pt x="1973174" y="466809"/>
                </a:lnTo>
                <a:lnTo>
                  <a:pt x="2003806" y="452335"/>
                </a:lnTo>
                <a:lnTo>
                  <a:pt x="2034438" y="437987"/>
                </a:lnTo>
                <a:lnTo>
                  <a:pt x="2065071" y="423766"/>
                </a:lnTo>
                <a:lnTo>
                  <a:pt x="2095703" y="409673"/>
                </a:lnTo>
                <a:lnTo>
                  <a:pt x="2126336" y="395710"/>
                </a:lnTo>
                <a:lnTo>
                  <a:pt x="2156968" y="381876"/>
                </a:lnTo>
                <a:lnTo>
                  <a:pt x="2187600" y="368170"/>
                </a:lnTo>
                <a:lnTo>
                  <a:pt x="2218233" y="354590"/>
                </a:lnTo>
                <a:lnTo>
                  <a:pt x="2248865" y="341136"/>
                </a:lnTo>
                <a:lnTo>
                  <a:pt x="2279498" y="327805"/>
                </a:lnTo>
                <a:lnTo>
                  <a:pt x="2310130" y="314594"/>
                </a:lnTo>
                <a:lnTo>
                  <a:pt x="2340762" y="301500"/>
                </a:lnTo>
                <a:lnTo>
                  <a:pt x="2371395" y="288520"/>
                </a:lnTo>
                <a:lnTo>
                  <a:pt x="2402027" y="275650"/>
                </a:lnTo>
                <a:lnTo>
                  <a:pt x="2432660" y="262886"/>
                </a:lnTo>
                <a:lnTo>
                  <a:pt x="2463292" y="250225"/>
                </a:lnTo>
                <a:lnTo>
                  <a:pt x="2493924" y="237663"/>
                </a:lnTo>
                <a:lnTo>
                  <a:pt x="2524557" y="225196"/>
                </a:lnTo>
                <a:lnTo>
                  <a:pt x="2555189" y="212820"/>
                </a:lnTo>
                <a:lnTo>
                  <a:pt x="2585822" y="200530"/>
                </a:lnTo>
                <a:lnTo>
                  <a:pt x="2616454" y="188323"/>
                </a:lnTo>
                <a:lnTo>
                  <a:pt x="2647086" y="176195"/>
                </a:lnTo>
                <a:lnTo>
                  <a:pt x="2677719" y="164141"/>
                </a:lnTo>
                <a:lnTo>
                  <a:pt x="2708351" y="152159"/>
                </a:lnTo>
                <a:lnTo>
                  <a:pt x="2738984" y="140244"/>
                </a:lnTo>
                <a:lnTo>
                  <a:pt x="2769616" y="128393"/>
                </a:lnTo>
                <a:lnTo>
                  <a:pt x="2800248" y="116603"/>
                </a:lnTo>
                <a:lnTo>
                  <a:pt x="2830881" y="104869"/>
                </a:lnTo>
                <a:lnTo>
                  <a:pt x="2861513" y="93190"/>
                </a:lnTo>
                <a:lnTo>
                  <a:pt x="2892146" y="81561"/>
                </a:lnTo>
                <a:lnTo>
                  <a:pt x="2922778" y="69980"/>
                </a:lnTo>
                <a:lnTo>
                  <a:pt x="2953410" y="58444"/>
                </a:lnTo>
                <a:lnTo>
                  <a:pt x="2984043" y="46951"/>
                </a:lnTo>
                <a:lnTo>
                  <a:pt x="3014675" y="35497"/>
                </a:lnTo>
                <a:lnTo>
                  <a:pt x="3045308" y="24081"/>
                </a:lnTo>
                <a:lnTo>
                  <a:pt x="3075940" y="12700"/>
                </a:lnTo>
              </a:path>
            </a:pathLst>
          </a:custGeom>
          <a:noFill/>
          <a:ln w="24130">
            <a:solidFill>
              <a:srgbClr val="D61016"/>
            </a:solidFill>
          </a:ln>
        </p:spPr>
      </p:sp>
      <p:sp>
        <p:nvSpPr>
          <p:cNvPr id="109" name="Input graph label"/>
          <p:cNvSpPr/>
          <p:nvPr/>
        </p:nvSpPr>
        <p:spPr>
          <a:xfrm>
            <a:off x="3517900" y="2217420"/>
            <a:ext cx="1143000" cy="391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buNone/>
            </a:pPr>
            <a14:m>
              <m:oMathPara>
                <m:oMathParaPr>
                  <m:jc m:val="center"/>
                </m:oMathParaPr>
                <m:oMath>
                  <m:sSub>
                    <m:sSubPr>
                      <m:ctrlPr>
                        <a:rPr sz="1100">
                          <a:solidFill>
                            <a:srgbClr val="252529"/>
                          </a:solidFill>
                          <a:latin typeface="Cambria Math"/>
                        </a:rPr>
                      </m:ctrlPr>
                    </m:sSubPr>
                    <m:e>
                      <m:r>
                        <m:rPr>
                          <m:sty m:val="i"/>
                        </m:rPr>
                        <a:rPr sz="1100">
                          <a:solidFill>
                            <a:srgbClr val="252529"/>
                          </a:solidFill>
                          <a:latin typeface="Cambria Math"/>
                        </a:rPr>
                        <m:t xml:space="preserve">z</m:t>
                      </m:r>
                    </m:e>
                    <m:sub>
                      <m:r>
                        <m:rPr>
                          <m:sty m:val="p"/>
                        </m:rPr>
                        <a:rPr sz="1100">
                          <a:solidFill>
                            <a:srgbClr val="252529"/>
                          </a:solidFill>
                          <a:latin typeface="Cambria Math"/>
                        </a:rPr>
                        <m:t xml:space="preserve">Δ</m:t>
                      </m:r>
                    </m:sub>
                  </m:sSub>
                  <m:d>
                    <m:dPr>
                      <m:begChr m:val="("/>
                      <m:endChr m:val=")"/>
                      <m:ctrlPr>
                        <a:rPr sz="1100">
                          <a:solidFill>
                            <a:srgbClr val="252529"/>
                          </a:solidFill>
                          <a:latin typeface="Cambria Math"/>
                        </a:rPr>
                      </m:ctrlPr>
                    </m:dPr>
                    <m:e>
                      <m:r>
                        <m:rPr>
                          <m:sty m:val="i"/>
                        </m:rPr>
                        <a:rPr sz="1100">
                          <a:solidFill>
                            <a:srgbClr val="252529"/>
                          </a:solidFill>
                          <a:latin typeface="Cambria Math"/>
                        </a:rPr>
                        <m:t xml:space="preserve">t,s</m:t>
                      </m:r>
                    </m:e>
                  </m:d>
                </m:oMath>
              </m:oMathPara>
            </a14:m>
            <a:endParaRPr sz="1100"/>
          </a:p>
        </p:txBody>
      </p:sp>
      <p:sp>
        <p:nvSpPr>
          <p:cNvPr id="110" name="Output graph label"/>
          <p:cNvSpPr/>
          <p:nvPr/>
        </p:nvSpPr>
        <p:spPr>
          <a:xfrm>
            <a:off x="1835150" y="858520"/>
            <a:ext cx="1206500" cy="391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buNone/>
            </a:pPr>
            <a14:m>
              <m:oMathPara>
                <m:oMathParaPr>
                  <m:jc m:val="center"/>
                </m:oMathParaPr>
                <m:oMath>
                  <m:sSub>
                    <m:sSubPr>
                      <m:ctrlPr>
                        <a:rPr sz="1100">
                          <a:solidFill>
                            <a:srgbClr val="252529"/>
                          </a:solidFill>
                          <a:latin typeface="Cambria Math"/>
                        </a:rPr>
                      </m:ctrlPr>
                    </m:sSubPr>
                    <m:e>
                      <m:r>
                        <m:rPr>
                          <m:sty m:val="i"/>
                        </m:rPr>
                        <a:rPr sz="1100">
                          <a:solidFill>
                            <a:srgbClr val="252529"/>
                          </a:solidFill>
                          <a:latin typeface="Cambria Math"/>
                        </a:rPr>
                        <m:t xml:space="preserve">w</m:t>
                      </m:r>
                    </m:e>
                    <m:sub>
                      <m:r>
                        <m:rPr>
                          <m:sty m:val="p"/>
                        </m:rPr>
                        <a:rPr sz="1100">
                          <a:solidFill>
                            <a:srgbClr val="252529"/>
                          </a:solidFill>
                          <a:latin typeface="Cambria Math"/>
                        </a:rPr>
                        <m:t xml:space="preserve">Δ</m:t>
                      </m:r>
                    </m:sub>
                  </m:sSub>
                  <m:d>
                    <m:dPr>
                      <m:begChr m:val="("/>
                      <m:endChr m:val=")"/>
                      <m:ctrlPr>
                        <a:rPr sz="1100">
                          <a:solidFill>
                            <a:srgbClr val="252529"/>
                          </a:solidFill>
                          <a:latin typeface="Cambria Math"/>
                        </a:rPr>
                      </m:ctrlPr>
                    </m:dPr>
                    <m:e>
                      <m:r>
                        <m:rPr>
                          <m:sty m:val="i"/>
                        </m:rPr>
                        <a:rPr sz="1100">
                          <a:solidFill>
                            <a:srgbClr val="252529"/>
                          </a:solidFill>
                          <a:latin typeface="Cambria Math"/>
                        </a:rPr>
                        <m:t xml:space="preserve">t,s</m:t>
                      </m:r>
                    </m:e>
                  </m:d>
                </m:oMath>
              </m:oMathPara>
            </a14:m>
            <a:endParaRPr sz="1100"/>
          </a:p>
        </p:txBody>
      </p:sp>
      <p:sp>
        <p:nvSpPr>
          <p:cNvPr id="111" name="Upper sector bound"/>
          <p:cNvSpPr/>
          <p:nvPr/>
        </p:nvSpPr>
        <p:spPr>
          <a:xfrm>
            <a:off x="3435350" y="1023620"/>
            <a:ext cx="1333500" cy="391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buNone/>
            </a:pPr>
            <a14:m>
              <m:oMathPara>
                <m:oMathParaPr>
                  <m:jc m:val="center"/>
                </m:oMathParaPr>
                <m:oMath>
                  <m:r>
                    <m:rPr>
                      <m:sty m:val="p"/>
                    </m:rPr>
                    <a:rPr sz="1100">
                      <a:solidFill>
                        <a:srgbClr val="252529"/>
                      </a:solidFill>
                      <a:latin typeface="Cambria Math"/>
                    </a:rPr>
                    <m:t xml:space="preserve">β</m:t>
                  </m:r>
                  <m:sSub>
                    <m:sSubPr>
                      <m:ctrlPr>
                        <a:rPr sz="1100">
                          <a:solidFill>
                            <a:srgbClr val="252529"/>
                          </a:solidFill>
                          <a:latin typeface="Cambria Math"/>
                        </a:rPr>
                      </m:ctrlPr>
                    </m:sSubPr>
                    <m:e>
                      <m:r>
                        <m:rPr>
                          <m:sty m:val="i"/>
                        </m:rPr>
                        <a:rPr sz="1100">
                          <a:solidFill>
                            <a:srgbClr val="252529"/>
                          </a:solidFill>
                          <a:latin typeface="Cambria Math"/>
                        </a:rPr>
                        <m:t xml:space="preserve">z</m:t>
                      </m:r>
                    </m:e>
                    <m:sub>
                      <m:r>
                        <m:rPr>
                          <m:sty m:val="p"/>
                        </m:rPr>
                        <a:rPr sz="1100">
                          <a:solidFill>
                            <a:srgbClr val="252529"/>
                          </a:solidFill>
                          <a:latin typeface="Cambria Math"/>
                        </a:rPr>
                        <m:t xml:space="preserve">Δ</m:t>
                      </m:r>
                    </m:sub>
                  </m:sSub>
                  <m:d>
                    <m:dPr>
                      <m:begChr m:val="("/>
                      <m:endChr m:val=")"/>
                      <m:ctrlPr>
                        <a:rPr sz="1100">
                          <a:solidFill>
                            <a:srgbClr val="252529"/>
                          </a:solidFill>
                          <a:latin typeface="Cambria Math"/>
                        </a:rPr>
                      </m:ctrlPr>
                    </m:dPr>
                    <m:e>
                      <m:r>
                        <m:rPr>
                          <m:sty m:val="i"/>
                        </m:rPr>
                        <a:rPr sz="1100">
                          <a:solidFill>
                            <a:srgbClr val="252529"/>
                          </a:solidFill>
                          <a:latin typeface="Cambria Math"/>
                        </a:rPr>
                        <m:t xml:space="preserve">t,s</m:t>
                      </m:r>
                    </m:e>
                  </m:d>
                </m:oMath>
              </m:oMathPara>
            </a14:m>
            <a:endParaRPr sz="1100"/>
          </a:p>
        </p:txBody>
      </p:sp>
      <p:sp>
        <p:nvSpPr>
          <p:cNvPr id="112" name="Lower sector bound"/>
          <p:cNvSpPr/>
          <p:nvPr/>
        </p:nvSpPr>
        <p:spPr>
          <a:xfrm>
            <a:off x="3486150" y="1633220"/>
            <a:ext cx="1333500" cy="391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buNone/>
            </a:pPr>
            <a14:m>
              <m:oMathPara>
                <m:oMathParaPr>
                  <m:jc m:val="center"/>
                </m:oMathParaPr>
                <m:oMath>
                  <m:r>
                    <m:rPr>
                      <m:sty m:val="i"/>
                    </m:rPr>
                    <a:rPr sz="1100">
                      <a:solidFill>
                        <a:srgbClr val="252529"/>
                      </a:solidFill>
                      <a:latin typeface="Cambria Math"/>
                    </a:rPr>
                    <m:t xml:space="preserve">α</m:t>
                  </m:r>
                  <m:sSub>
                    <m:sSubPr>
                      <m:ctrlPr>
                        <a:rPr sz="1100">
                          <a:solidFill>
                            <a:srgbClr val="252529"/>
                          </a:solidFill>
                          <a:latin typeface="Cambria Math"/>
                        </a:rPr>
                      </m:ctrlPr>
                    </m:sSubPr>
                    <m:e>
                      <m:r>
                        <m:rPr>
                          <m:sty m:val="i"/>
                        </m:rPr>
                        <a:rPr sz="1100">
                          <a:solidFill>
                            <a:srgbClr val="252529"/>
                          </a:solidFill>
                          <a:latin typeface="Cambria Math"/>
                        </a:rPr>
                        <m:t xml:space="preserve">z</m:t>
                      </m:r>
                    </m:e>
                    <m:sub>
                      <m:r>
                        <m:rPr>
                          <m:sty m:val="p"/>
                        </m:rPr>
                        <a:rPr sz="1100">
                          <a:solidFill>
                            <a:srgbClr val="252529"/>
                          </a:solidFill>
                          <a:latin typeface="Cambria Math"/>
                        </a:rPr>
                        <m:t xml:space="preserve">Δ</m:t>
                      </m:r>
                    </m:sub>
                  </m:sSub>
                  <m:d>
                    <m:dPr>
                      <m:begChr m:val="("/>
                      <m:endChr m:val=")"/>
                      <m:ctrlPr>
                        <a:rPr sz="1100">
                          <a:solidFill>
                            <a:srgbClr val="252529"/>
                          </a:solidFill>
                          <a:latin typeface="Cambria Math"/>
                        </a:rPr>
                      </m:ctrlPr>
                    </m:dPr>
                    <m:e>
                      <m:r>
                        <m:rPr>
                          <m:sty m:val="i"/>
                        </m:rPr>
                        <a:rPr sz="1100">
                          <a:solidFill>
                            <a:srgbClr val="252529"/>
                          </a:solidFill>
                          <a:latin typeface="Cambria Math"/>
                        </a:rPr>
                        <m:t xml:space="preserve">t,s</m:t>
                      </m:r>
                    </m:e>
                  </m:d>
                </m:oMath>
              </m:oMathPara>
            </a14:m>
            <a:endParaRPr sz="1100"/>
          </a:p>
        </p:txBody>
      </p:sp>
      <p:sp>
        <p:nvSpPr>
          <p:cNvPr id="113" name="Delta input"/>
          <p:cNvSpPr/>
          <p:nvPr/>
        </p:nvSpPr>
        <p:spPr>
          <a:xfrm>
            <a:off x="5194300" y="1841500"/>
            <a:ext cx="1079500" cy="25400"/>
          </a:xfrm>
          <a:custGeom>
            <a:avLst/>
            <a:gdLst/>
            <a:ahLst/>
            <a:cxnLst/>
            <a:rect l="0" t="0" r="r" b="b"/>
            <a:pathLst>
              <a:path w="1079500" h="25400" fill="none">
                <a:moveTo>
                  <a:pt x="12700" y="12700"/>
                </a:moveTo>
                <a:lnTo>
                  <a:pt x="1066800" y="12700"/>
                </a:lnTo>
              </a:path>
            </a:pathLst>
          </a:custGeom>
          <a:noFill/>
          <a:ln w="12700">
            <a:solidFill>
              <a:srgbClr val="252529"/>
            </a:solidFill>
            <a:round/>
            <a:tailEnd type="triangle" w="sm" len="sm"/>
          </a:ln>
        </p:spPr>
      </p:sp>
      <p:sp>
        <p:nvSpPr>
          <p:cNvPr id="114" name="Delta output"/>
          <p:cNvSpPr/>
          <p:nvPr/>
        </p:nvSpPr>
        <p:spPr>
          <a:xfrm>
            <a:off x="6934200" y="1841500"/>
            <a:ext cx="1333500" cy="25400"/>
          </a:xfrm>
          <a:custGeom>
            <a:avLst/>
            <a:gdLst/>
            <a:ahLst/>
            <a:cxnLst/>
            <a:rect l="0" t="0" r="r" b="b"/>
            <a:pathLst>
              <a:path w="1333500" h="25400" fill="none">
                <a:moveTo>
                  <a:pt x="12700" y="12700"/>
                </a:moveTo>
                <a:lnTo>
                  <a:pt x="1320800" y="12700"/>
                </a:lnTo>
              </a:path>
            </a:pathLst>
          </a:custGeom>
          <a:noFill/>
          <a:ln w="12700">
            <a:solidFill>
              <a:srgbClr val="252529"/>
            </a:solidFill>
            <a:round/>
            <a:tailEnd type="triangle" w="sm" len="sm"/>
          </a:ln>
        </p:spPr>
      </p:sp>
      <p:sp>
        <p:nvSpPr>
          <p:cNvPr id="115" name="Delta block"/>
          <p:cNvSpPr/>
          <p:nvPr/>
        </p:nvSpPr>
        <p:spPr>
          <a:xfrm>
            <a:off x="6261100" y="1549400"/>
            <a:ext cx="685800" cy="609600"/>
          </a:xfrm>
          <a:prstGeom prst="rect">
            <a:avLst/>
          </a:prstGeom>
          <a:noFill/>
          <a:ln w="12700">
            <a:solidFill>
              <a:srgbClr val="D61016"/>
            </a:solidFill>
          </a:ln>
        </p:spPr>
      </p:sp>
      <p:sp>
        <p:nvSpPr>
          <p:cNvPr id="116" name="Delta label"/>
          <p:cNvSpPr/>
          <p:nvPr/>
        </p:nvSpPr>
        <p:spPr>
          <a:xfrm>
            <a:off x="6286500" y="1409700"/>
            <a:ext cx="635000" cy="889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buNone/>
            </a:pPr>
            <a14:m>
              <m:oMathPara>
                <m:oMathParaPr>
                  <m:jc m:val="center"/>
                </m:oMathParaPr>
                <m:oMath>
                  <m:r>
                    <m:rPr>
                      <m:sty m:val="p"/>
                    </m:rPr>
                    <a:rPr sz="2500">
                      <a:solidFill>
                        <a:srgbClr val="D61016"/>
                      </a:solidFill>
                      <a:latin typeface="Cambria Math"/>
                    </a:rPr>
                    <m:t xml:space="preserve">Δ</m:t>
                  </m:r>
                </m:oMath>
              </m:oMathPara>
            </a14:m>
            <a:endParaRPr sz="2500"/>
          </a:p>
        </p:txBody>
      </p:sp>
      <p:sp>
        <p:nvSpPr>
          <p:cNvPr id="117" name="Delta input label"/>
          <p:cNvSpPr/>
          <p:nvPr/>
        </p:nvSpPr>
        <p:spPr>
          <a:xfrm>
            <a:off x="5092700" y="1394460"/>
            <a:ext cx="1143000" cy="462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buNone/>
            </a:pPr>
            <a14:m>
              <m:oMathPara>
                <m:oMathParaPr>
                  <m:jc m:val="center"/>
                </m:oMathParaPr>
                <m:oMath>
                  <m:sSub>
                    <m:sSubPr>
                      <m:ctrlPr>
                        <a:rPr sz="1300">
                          <a:solidFill>
                            <a:srgbClr val="252529"/>
                          </a:solidFill>
                          <a:latin typeface="Cambria Math"/>
                        </a:rPr>
                      </m:ctrlPr>
                    </m:sSubPr>
                    <m:e>
                      <m:r>
                        <m:rPr>
                          <m:sty m:val="i"/>
                        </m:rPr>
                        <a:rPr sz="1300">
                          <a:solidFill>
                            <a:srgbClr val="252529"/>
                          </a:solidFill>
                          <a:latin typeface="Cambria Math"/>
                        </a:rPr>
                        <m:t xml:space="preserve">z</m:t>
                      </m:r>
                    </m:e>
                    <m:sub>
                      <m:r>
                        <m:rPr>
                          <m:sty m:val="p"/>
                        </m:rPr>
                        <a:rPr sz="1300">
                          <a:solidFill>
                            <a:srgbClr val="252529"/>
                          </a:solidFill>
                          <a:latin typeface="Cambria Math"/>
                        </a:rPr>
                        <m:t xml:space="preserve">Δ</m:t>
                      </m:r>
                    </m:sub>
                  </m:sSub>
                  <m:d>
                    <m:dPr>
                      <m:begChr m:val="("/>
                      <m:endChr m:val=")"/>
                      <m:ctrlPr>
                        <a:rPr sz="1300">
                          <a:solidFill>
                            <a:srgbClr val="252529"/>
                          </a:solidFill>
                          <a:latin typeface="Cambria Math"/>
                        </a:rPr>
                      </m:ctrlPr>
                    </m:dPr>
                    <m:e>
                      <m:r>
                        <m:rPr>
                          <m:sty m:val="i"/>
                        </m:rPr>
                        <a:rPr sz="1300">
                          <a:solidFill>
                            <a:srgbClr val="252529"/>
                          </a:solidFill>
                          <a:latin typeface="Cambria Math"/>
                        </a:rPr>
                        <m:t xml:space="preserve">t,s</m:t>
                      </m:r>
                    </m:e>
                  </m:d>
                </m:oMath>
              </m:oMathPara>
            </a14:m>
            <a:endParaRPr sz="1300"/>
          </a:p>
        </p:txBody>
      </p:sp>
      <p:sp>
        <p:nvSpPr>
          <p:cNvPr id="118" name="Delta output label"/>
          <p:cNvSpPr/>
          <p:nvPr/>
        </p:nvSpPr>
        <p:spPr>
          <a:xfrm>
            <a:off x="7086600" y="1394460"/>
            <a:ext cx="1143000" cy="462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buNone/>
            </a:pPr>
            <a14:m>
              <m:oMathPara>
                <m:oMathParaPr>
                  <m:jc m:val="center"/>
                </m:oMathParaPr>
                <m:oMath>
                  <m:sSub>
                    <m:sSubPr>
                      <m:ctrlPr>
                        <a:rPr sz="1300">
                          <a:solidFill>
                            <a:srgbClr val="252529"/>
                          </a:solidFill>
                          <a:latin typeface="Cambria Math"/>
                        </a:rPr>
                      </m:ctrlPr>
                    </m:sSubPr>
                    <m:e>
                      <m:r>
                        <m:rPr>
                          <m:sty m:val="i"/>
                        </m:rPr>
                        <a:rPr sz="1300">
                          <a:solidFill>
                            <a:srgbClr val="252529"/>
                          </a:solidFill>
                          <a:latin typeface="Cambria Math"/>
                        </a:rPr>
                        <m:t xml:space="preserve">w</m:t>
                      </m:r>
                    </m:e>
                    <m:sub>
                      <m:r>
                        <m:rPr>
                          <m:sty m:val="p"/>
                        </m:rPr>
                        <a:rPr sz="1300">
                          <a:solidFill>
                            <a:srgbClr val="252529"/>
                          </a:solidFill>
                          <a:latin typeface="Cambria Math"/>
                        </a:rPr>
                        <m:t xml:space="preserve">Δ</m:t>
                      </m:r>
                    </m:sub>
                  </m:sSub>
                  <m:d>
                    <m:dPr>
                      <m:begChr m:val="("/>
                      <m:endChr m:val=")"/>
                      <m:ctrlPr>
                        <a:rPr sz="1300">
                          <a:solidFill>
                            <a:srgbClr val="252529"/>
                          </a:solidFill>
                          <a:latin typeface="Cambria Math"/>
                        </a:rPr>
                      </m:ctrlPr>
                    </m:dPr>
                    <m:e>
                      <m:r>
                        <m:rPr>
                          <m:sty m:val="i"/>
                        </m:rPr>
                        <a:rPr sz="1300">
                          <a:solidFill>
                            <a:srgbClr val="252529"/>
                          </a:solidFill>
                          <a:latin typeface="Cambria Math"/>
                        </a:rPr>
                        <m:t xml:space="preserve">t,s</m:t>
                      </m:r>
                    </m:e>
                  </m:d>
                </m:oMath>
              </m:oMathPara>
            </a14:m>
            <a:endParaRPr sz="1300"/>
          </a:p>
        </p:txBody>
      </p:sp>
      <p:sp>
        <p:nvSpPr>
          <p:cNvPr id="119" name="Memoryless map"/>
          <p:cNvSpPr/>
          <p:nvPr/>
        </p:nvSpPr>
        <p:spPr>
          <a:xfrm>
            <a:off x="4724400" y="2336800"/>
            <a:ext cx="3810000" cy="533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buNone/>
            </a:pPr>
            <a14:m>
              <m:oMathPara>
                <m:oMathParaPr>
                  <m:jc m:val="center"/>
                </m:oMathParaPr>
                <m:oMath>
                  <m:sSub>
                    <m:sSubPr>
                      <m:ctrlPr>
                        <a:rPr sz="1500">
                          <a:solidFill>
                            <a:srgbClr val="252529"/>
                          </a:solidFill>
                          <a:latin typeface="Cambria Math"/>
                        </a:rPr>
                      </m:ctrlPr>
                    </m:sSubPr>
                    <m:e>
                      <m:r>
                        <m:rPr>
                          <m:sty m:val="i"/>
                        </m:rPr>
                        <a:rPr sz="1500">
                          <a:solidFill>
                            <a:srgbClr val="252529"/>
                          </a:solidFill>
                          <a:latin typeface="Cambria Math"/>
                        </a:rPr>
                        <m:t xml:space="preserve">w</m:t>
                      </m:r>
                    </m:e>
                    <m:sub>
                      <m:r>
                        <m:rPr>
                          <m:sty m:val="p"/>
                        </m:rPr>
                        <a:rPr sz="1500">
                          <a:solidFill>
                            <a:srgbClr val="252529"/>
                          </a:solidFill>
                          <a:latin typeface="Cambria Math"/>
                        </a:rPr>
                        <m:t xml:space="preserve">Δ</m:t>
                      </m:r>
                    </m:sub>
                  </m:sSub>
                  <m:d>
                    <m:dPr>
                      <m:begChr m:val="("/>
                      <m:endChr m:val=")"/>
                      <m:ctrlPr>
                        <a:rPr sz="1500">
                          <a:solidFill>
                            <a:srgbClr val="252529"/>
                          </a:solidFill>
                          <a:latin typeface="Cambria Math"/>
                        </a:rPr>
                      </m:ctrlPr>
                    </m:dPr>
                    <m:e>
                      <m:r>
                        <m:rPr>
                          <m:sty m:val="i"/>
                        </m:rPr>
                        <a:rPr sz="1500">
                          <a:solidFill>
                            <a:srgbClr val="252529"/>
                          </a:solidFill>
                          <a:latin typeface="Cambria Math"/>
                        </a:rPr>
                        <m:t xml:space="preserve">t,s</m:t>
                      </m:r>
                    </m:e>
                  </m:d>
                  <m:r>
                    <m:rPr>
                      <m:sty m:val="p"/>
                    </m:rPr>
                    <a:rPr sz="1500">
                      <a:solidFill>
                        <a:srgbClr val="252529"/>
                      </a:solidFill>
                      <a:latin typeface="Cambria Math"/>
                    </a:rPr>
                    <m:t xml:space="preserve">=</m:t>
                  </m:r>
                  <m:r>
                    <m:rPr>
                      <m:sty m:val="p"/>
                    </m:rPr>
                    <a:rPr sz="1500">
                      <a:solidFill>
                        <a:srgbClr val="252529"/>
                      </a:solidFill>
                      <a:latin typeface="Cambria Math"/>
                    </a:rPr>
                    <m:t xml:space="preserve">φ</m:t>
                  </m:r>
                  <m:d>
                    <m:dPr>
                      <m:begChr m:val="("/>
                      <m:endChr m:val=")"/>
                      <m:ctrlPr>
                        <a:rPr sz="1500">
                          <a:solidFill>
                            <a:srgbClr val="252529"/>
                          </a:solidFill>
                          <a:latin typeface="Cambria Math"/>
                        </a:rPr>
                      </m:ctrlPr>
                    </m:dPr>
                    <m:e>
                      <m:sSub>
                        <m:sSubPr>
                          <m:ctrlPr>
                            <a:rPr sz="1500">
                              <a:solidFill>
                                <a:srgbClr val="252529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m:rPr>
                              <m:sty m:val="i"/>
                            </m:rPr>
                            <a:rPr sz="1500">
                              <a:solidFill>
                                <a:srgbClr val="252529"/>
                              </a:solidFill>
                              <a:latin typeface="Cambria Math"/>
                            </a:rPr>
                            <m:t xml:space="preserve">z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sz="1500">
                              <a:solidFill>
                                <a:srgbClr val="252529"/>
                              </a:solidFill>
                              <a:latin typeface="Cambria Math"/>
                            </a:rPr>
                            <m:t xml:space="preserve">Δ</m:t>
                          </m:r>
                        </m:sub>
                      </m:sSub>
                      <m:d>
                        <m:dPr>
                          <m:begChr m:val="("/>
                          <m:endChr m:val=")"/>
                          <m:ctrlPr>
                            <a:rPr sz="1500">
                              <a:solidFill>
                                <a:srgbClr val="252529"/>
                              </a:solidFill>
                              <a:latin typeface="Cambria Math"/>
                            </a:rPr>
                          </m:ctrlPr>
                        </m:dPr>
                        <m:e>
                          <m:r>
                            <m:rPr>
                              <m:sty m:val="i"/>
                            </m:rPr>
                            <a:rPr sz="1500">
                              <a:solidFill>
                                <a:srgbClr val="252529"/>
                              </a:solidFill>
                              <a:latin typeface="Cambria Math"/>
                            </a:rPr>
                            <m:t xml:space="preserve">t,s</m:t>
                          </m:r>
                        </m:e>
                      </m:d>
                    </m:e>
                  </m:d>
                </m:oMath>
              </m:oMathPara>
            </a14:m>
            <a:endParaRPr sz="1500"/>
          </a:p>
        </p:txBody>
      </p:sp>
      <p:sp>
        <p:nvSpPr>
          <p:cNvPr id="120" name="Map description"/>
          <p:cNvSpPr/>
          <p:nvPr/>
        </p:nvSpPr>
        <p:spPr>
          <a:xfrm>
            <a:off x="4565650" y="2854325"/>
            <a:ext cx="4127500" cy="2095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buNone/>
            </a:pPr>
            <a:r>
              <a:rPr lang="en-GB" sz="1100" baseline="0" b="0" i="0" u="none">
                <a:solidFill>
                  <a:srgbClr val="747B82"/>
                </a:solidFill>
                <a:latin typeface="Aptos"/>
                <a:ea typeface="Aptos"/>
                <a:cs typeface="Aptos"/>
              </a:rPr>
              <a:t xml:space="preserve">Memoryless, acting at each spatial point</a:t>
            </a:r>
            <a:endParaRPr sz="1100"/>
          </a:p>
        </p:txBody>
      </p:sp>
      <p:sp>
        <p:nvSpPr>
          <p:cNvPr id="121" name="Sector inequality"/>
          <p:cNvSpPr/>
          <p:nvPr/>
        </p:nvSpPr>
        <p:spPr>
          <a:xfrm>
            <a:off x="508000" y="3421380"/>
            <a:ext cx="8128000" cy="675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buNone/>
            </a:pPr>
            <a14:m>
              <m:oMathPara>
                <m:oMathParaPr>
                  <m:jc m:val="center"/>
                </m:oMathParaPr>
                <m:oMath>
                  <m:r>
                    <m:rPr>
                      <m:sty m:val="i"/>
                    </m:rPr>
                    <a:rPr sz="1900">
                      <a:solidFill>
                        <a:srgbClr val="252529"/>
                      </a:solidFill>
                      <a:latin typeface="Cambria Math"/>
                    </a:rPr>
                    <m:t xml:space="preserve">α</m:t>
                  </m:r>
                  <m:sSup>
                    <m:sSupPr>
                      <m:ctrlPr>
                        <a:rPr sz="1900">
                          <a:solidFill>
                            <a:srgbClr val="252529"/>
                          </a:solidFill>
                          <a:latin typeface="Cambria Math"/>
                        </a:rPr>
                      </m:ctrlPr>
                    </m:sSupPr>
                    <m:e>
                      <m:sSub>
                        <m:sSubPr>
                          <m:ctrlPr>
                            <a:rPr sz="1900">
                              <a:solidFill>
                                <a:srgbClr val="252529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m:rPr>
                              <m:sty m:val="i"/>
                            </m:rPr>
                            <a:rPr sz="1900">
                              <a:solidFill>
                                <a:srgbClr val="252529"/>
                              </a:solidFill>
                              <a:latin typeface="Cambria Math"/>
                            </a:rPr>
                            <m:t xml:space="preserve">z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sz="1900">
                              <a:solidFill>
                                <a:srgbClr val="252529"/>
                              </a:solidFill>
                              <a:latin typeface="Cambria Math"/>
                            </a:rPr>
                            <m:t xml:space="preserve">Δ</m:t>
                          </m:r>
                        </m:sub>
                      </m:sSub>
                      <m:d>
                        <m:dPr>
                          <m:begChr m:val="("/>
                          <m:endChr m:val=")"/>
                          <m:ctrlPr>
                            <a:rPr sz="1900">
                              <a:solidFill>
                                <a:srgbClr val="252529"/>
                              </a:solidFill>
                              <a:latin typeface="Cambria Math"/>
                            </a:rPr>
                          </m:ctrlPr>
                        </m:dPr>
                        <m:e>
                          <m:r>
                            <m:rPr>
                              <m:sty m:val="i"/>
                            </m:rPr>
                            <a:rPr sz="1900">
                              <a:solidFill>
                                <a:srgbClr val="252529"/>
                              </a:solidFill>
                              <a:latin typeface="Cambria Math"/>
                            </a:rPr>
                            <m:t xml:space="preserve">t,s</m:t>
                          </m:r>
                        </m:e>
                      </m:d>
                    </m:e>
                    <m:sup>
                      <m:r>
                        <m:rPr>
                          <m:sty m:val="p"/>
                        </m:rPr>
                        <a:rPr sz="1900">
                          <a:solidFill>
                            <a:srgbClr val="252529"/>
                          </a:solidFill>
                          <a:latin typeface="Cambria Math"/>
                        </a:rPr>
                        <m:t xml:space="preserve">2</m:t>
                      </m:r>
                    </m:sup>
                  </m:sSup>
                  <m:r>
                    <m:rPr>
                      <m:sty m:val="p"/>
                    </m:rPr>
                    <a:rPr sz="1900">
                      <a:solidFill>
                        <a:srgbClr val="252529"/>
                      </a:solidFill>
                      <a:latin typeface="Cambria Math"/>
                    </a:rPr>
                    <m:t xml:space="preserve">≤</m:t>
                  </m:r>
                  <m:sSub>
                    <m:sSubPr>
                      <m:ctrlPr>
                        <a:rPr sz="1900">
                          <a:solidFill>
                            <a:srgbClr val="252529"/>
                          </a:solidFill>
                          <a:latin typeface="Cambria Math"/>
                        </a:rPr>
                      </m:ctrlPr>
                    </m:sSubPr>
                    <m:e>
                      <m:r>
                        <m:rPr>
                          <m:sty m:val="i"/>
                        </m:rPr>
                        <a:rPr sz="1900">
                          <a:solidFill>
                            <a:srgbClr val="252529"/>
                          </a:solidFill>
                          <a:latin typeface="Cambria Math"/>
                        </a:rPr>
                        <m:t xml:space="preserve">z</m:t>
                      </m:r>
                    </m:e>
                    <m:sub>
                      <m:r>
                        <m:rPr>
                          <m:sty m:val="p"/>
                        </m:rPr>
                        <a:rPr sz="1900">
                          <a:solidFill>
                            <a:srgbClr val="252529"/>
                          </a:solidFill>
                          <a:latin typeface="Cambria Math"/>
                        </a:rPr>
                        <m:t xml:space="preserve">Δ</m:t>
                      </m:r>
                    </m:sub>
                  </m:sSub>
                  <m:d>
                    <m:dPr>
                      <m:begChr m:val="("/>
                      <m:endChr m:val=")"/>
                      <m:ctrlPr>
                        <a:rPr sz="1900">
                          <a:solidFill>
                            <a:srgbClr val="252529"/>
                          </a:solidFill>
                          <a:latin typeface="Cambria Math"/>
                        </a:rPr>
                      </m:ctrlPr>
                    </m:dPr>
                    <m:e>
                      <m:r>
                        <m:rPr>
                          <m:sty m:val="i"/>
                        </m:rPr>
                        <a:rPr sz="1900">
                          <a:solidFill>
                            <a:srgbClr val="252529"/>
                          </a:solidFill>
                          <a:latin typeface="Cambria Math"/>
                        </a:rPr>
                        <m:t xml:space="preserve">t,s</m:t>
                      </m:r>
                    </m:e>
                  </m:d>
                  <m:sSub>
                    <m:sSubPr>
                      <m:ctrlPr>
                        <a:rPr sz="1900">
                          <a:solidFill>
                            <a:srgbClr val="252529"/>
                          </a:solidFill>
                          <a:latin typeface="Cambria Math"/>
                        </a:rPr>
                      </m:ctrlPr>
                    </m:sSubPr>
                    <m:e>
                      <m:r>
                        <m:rPr>
                          <m:sty m:val="i"/>
                        </m:rPr>
                        <a:rPr sz="1900">
                          <a:solidFill>
                            <a:srgbClr val="252529"/>
                          </a:solidFill>
                          <a:latin typeface="Cambria Math"/>
                        </a:rPr>
                        <m:t xml:space="preserve">w</m:t>
                      </m:r>
                    </m:e>
                    <m:sub>
                      <m:r>
                        <m:rPr>
                          <m:sty m:val="p"/>
                        </m:rPr>
                        <a:rPr sz="1900">
                          <a:solidFill>
                            <a:srgbClr val="252529"/>
                          </a:solidFill>
                          <a:latin typeface="Cambria Math"/>
                        </a:rPr>
                        <m:t xml:space="preserve">Δ</m:t>
                      </m:r>
                    </m:sub>
                  </m:sSub>
                  <m:d>
                    <m:dPr>
                      <m:begChr m:val="("/>
                      <m:endChr m:val=")"/>
                      <m:ctrlPr>
                        <a:rPr sz="1900">
                          <a:solidFill>
                            <a:srgbClr val="252529"/>
                          </a:solidFill>
                          <a:latin typeface="Cambria Math"/>
                        </a:rPr>
                      </m:ctrlPr>
                    </m:dPr>
                    <m:e>
                      <m:r>
                        <m:rPr>
                          <m:sty m:val="i"/>
                        </m:rPr>
                        <a:rPr sz="1900">
                          <a:solidFill>
                            <a:srgbClr val="252529"/>
                          </a:solidFill>
                          <a:latin typeface="Cambria Math"/>
                        </a:rPr>
                        <m:t xml:space="preserve">t,s</m:t>
                      </m:r>
                    </m:e>
                  </m:d>
                  <m:r>
                    <m:rPr>
                      <m:sty m:val="p"/>
                    </m:rPr>
                    <a:rPr sz="1900">
                      <a:solidFill>
                        <a:srgbClr val="252529"/>
                      </a:solidFill>
                      <a:latin typeface="Cambria Math"/>
                    </a:rPr>
                    <m:t xml:space="preserve">≤β</m:t>
                  </m:r>
                  <m:sSup>
                    <m:sSupPr>
                      <m:ctrlPr>
                        <a:rPr sz="1900">
                          <a:solidFill>
                            <a:srgbClr val="252529"/>
                          </a:solidFill>
                          <a:latin typeface="Cambria Math"/>
                        </a:rPr>
                      </m:ctrlPr>
                    </m:sSupPr>
                    <m:e>
                      <m:sSub>
                        <m:sSubPr>
                          <m:ctrlPr>
                            <a:rPr sz="1900">
                              <a:solidFill>
                                <a:srgbClr val="252529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m:rPr>
                              <m:sty m:val="i"/>
                            </m:rPr>
                            <a:rPr sz="1900">
                              <a:solidFill>
                                <a:srgbClr val="252529"/>
                              </a:solidFill>
                              <a:latin typeface="Cambria Math"/>
                            </a:rPr>
                            <m:t xml:space="preserve">z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sz="1900">
                              <a:solidFill>
                                <a:srgbClr val="252529"/>
                              </a:solidFill>
                              <a:latin typeface="Cambria Math"/>
                            </a:rPr>
                            <m:t xml:space="preserve">Δ</m:t>
                          </m:r>
                        </m:sub>
                      </m:sSub>
                      <m:d>
                        <m:dPr>
                          <m:begChr m:val="("/>
                          <m:endChr m:val=")"/>
                          <m:ctrlPr>
                            <a:rPr sz="1900">
                              <a:solidFill>
                                <a:srgbClr val="252529"/>
                              </a:solidFill>
                              <a:latin typeface="Cambria Math"/>
                            </a:rPr>
                          </m:ctrlPr>
                        </m:dPr>
                        <m:e>
                          <m:r>
                            <m:rPr>
                              <m:sty m:val="i"/>
                            </m:rPr>
                            <a:rPr sz="1900">
                              <a:solidFill>
                                <a:srgbClr val="252529"/>
                              </a:solidFill>
                              <a:latin typeface="Cambria Math"/>
                            </a:rPr>
                            <m:t xml:space="preserve">t,s</m:t>
                          </m:r>
                        </m:e>
                      </m:d>
                    </m:e>
                    <m:sup>
                      <m:r>
                        <m:rPr>
                          <m:sty m:val="p"/>
                        </m:rPr>
                        <a:rPr sz="1900">
                          <a:solidFill>
                            <a:srgbClr val="252529"/>
                          </a:solidFill>
                          <a:latin typeface="Cambria Math"/>
                        </a:rPr>
                        <m:t xml:space="preserve">2</m:t>
                      </m:r>
                    </m:sup>
                  </m:sSup>
                </m:oMath>
              </m:oMathPara>
            </a14:m>
            <a:endParaRPr sz="1900"/>
          </a:p>
        </p:txBody>
      </p:sp>
      <p:sp>
        <p:nvSpPr>
          <p:cNvPr id="122" name="Sector interpretation"/>
          <p:cNvSpPr/>
          <p:nvPr/>
        </p:nvSpPr>
        <p:spPr>
          <a:xfrm>
            <a:off x="444500" y="4273550"/>
            <a:ext cx="8255000" cy="2667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buNone/>
            </a:pPr>
            <a:r>
              <a:rPr lang="en-GB" sz="1400" baseline="0" b="0" i="0" u="none">
                <a:solidFill>
                  <a:srgbClr val="252529"/>
                </a:solidFill>
                <a:latin typeface="Aptos"/>
                <a:ea typeface="Aptos"/>
                <a:cs typeface="Aptos"/>
              </a:rPr>
              <a:t xml:space="preserve">Every point of the nonlinear graph stays inside the sector.</a:t>
            </a:r>
            <a:endParaRPr sz="1400"/>
          </a:p>
        </p:txBody>
      </p:sp>
      <p:sp>
        <p:nvSpPr>
          <p:cNvPr id="123" name="Footer"/>
          <p:cNvSpPr/>
          <p:nvPr/>
        </p:nvSpPr>
        <p:spPr>
          <a:xfrm>
            <a:off x="457200" y="4876800"/>
            <a:ext cx="508000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buNone/>
            </a:pPr>
            <a:r>
              <a:rPr lang="en-GB" sz="800" baseline="0" b="0" i="0" u="none">
                <a:solidFill>
                  <a:srgbClr val="747B82"/>
                </a:solidFill>
                <a:latin typeface="Aptos"/>
                <a:ea typeface="Aptos"/>
                <a:cs typeface="Aptos"/>
              </a:rPr>
              <a:t xml:space="preserve">Msc Defence T.M. Lenssen</a:t>
            </a:r>
            <a:endParaRPr sz="800"/>
          </a:p>
        </p:txBody>
      </p:sp>
      <p:sp>
        <p:nvSpPr>
          <p:cNvPr id="124" name="Slide number"/>
          <p:cNvSpPr/>
          <p:nvPr/>
        </p:nvSpPr>
        <p:spPr>
          <a:xfrm>
            <a:off x="7874000" y="4876800"/>
            <a:ext cx="35560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buNone/>
            </a:pPr>
            <a:r>
              <a:rPr lang="en-GB" sz="800" baseline="0" b="0" i="0" u="none">
                <a:solidFill>
                  <a:srgbClr val="747B82"/>
                </a:solidFill>
                <a:latin typeface="Aptos"/>
                <a:ea typeface="Aptos"/>
                <a:cs typeface="Aptos"/>
              </a:rPr>
              <a:t xml:space="preserve">1</a:t>
            </a:r>
            <a:endParaRPr sz="800"/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 xmlns:m="http://schemas.openxmlformats.org/officeDocument/2006/math" xmlns:a14="http://schemas.microsoft.com/office/drawing/2010/main" xmlns:mc="http://schemas.openxmlformats.org/markup-compatibility/2006" mc:Ignorable="a14">
  <p:cSld>
    <p:spTree>
      <p:nvGrpSpPr>
        <p:cNvPr id="1" name=""/>
        <p:cNvGrpSpPr/>
        <p:nvPr/>
      </p:nvGrpSpPr>
      <p:grpSpPr/>
      <p:sp>
        <p:nvSpPr>
          <p:cNvPr id="101" name="Title"/>
          <p:cNvSpPr/>
          <p:nvPr/>
        </p:nvSpPr>
        <p:spPr>
          <a:xfrm>
            <a:off x="457200" y="371475"/>
            <a:ext cx="8229600" cy="4762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buNone/>
            </a:pPr>
            <a:r>
              <a:rPr lang="en-GB" sz="2500" baseline="0" b="1" i="0" u="none">
                <a:solidFill>
                  <a:srgbClr val="252529"/>
                </a:solidFill>
                <a:latin typeface="Aptos"/>
                <a:ea typeface="Aptos"/>
                <a:cs typeface="Aptos"/>
              </a:rPr>
              <a:t xml:space="preserve">Sector bounds give a nonnegative supply</a:t>
            </a:r>
            <a:endParaRPr sz="2500"/>
          </a:p>
        </p:txBody>
      </p:sp>
      <p:sp>
        <p:nvSpPr>
          <p:cNvPr id="102" name="Admissible sector"/>
          <p:cNvSpPr/>
          <p:nvPr/>
        </p:nvSpPr>
        <p:spPr>
          <a:xfrm>
            <a:off x="894080" y="2171700"/>
            <a:ext cx="1557020" cy="958088"/>
          </a:xfrm>
          <a:custGeom>
            <a:avLst/>
            <a:gdLst/>
            <a:ahLst/>
            <a:cxnLst/>
            <a:rect l="0" t="0" r="r" b="b"/>
            <a:pathLst>
              <a:path w="1557020" h="958088" fill="norm">
                <a:moveTo>
                  <a:pt x="1544320" y="12700"/>
                </a:moveTo>
                <a:lnTo>
                  <a:pt x="12700" y="168148"/>
                </a:lnTo>
                <a:lnTo>
                  <a:pt x="12700" y="945388"/>
                </a:lnTo>
                <a:close/>
              </a:path>
            </a:pathLst>
          </a:custGeom>
          <a:solidFill>
            <a:srgbClr val="EDF2F5"/>
          </a:solidFill>
          <a:ln w="0">
            <a:noFill/>
          </a:ln>
        </p:spPr>
      </p:sp>
      <p:sp>
        <p:nvSpPr>
          <p:cNvPr id="103" name="Admissible sector"/>
          <p:cNvSpPr/>
          <p:nvPr/>
        </p:nvSpPr>
        <p:spPr>
          <a:xfrm>
            <a:off x="2425700" y="1239012"/>
            <a:ext cx="1557020" cy="958088"/>
          </a:xfrm>
          <a:custGeom>
            <a:avLst/>
            <a:gdLst/>
            <a:ahLst/>
            <a:cxnLst/>
            <a:rect l="0" t="0" r="r" b="b"/>
            <a:pathLst>
              <a:path w="1557020" h="958088" fill="norm">
                <a:moveTo>
                  <a:pt x="12700" y="945388"/>
                </a:moveTo>
                <a:lnTo>
                  <a:pt x="1544320" y="789940"/>
                </a:lnTo>
                <a:lnTo>
                  <a:pt x="1544320" y="12700"/>
                </a:lnTo>
                <a:close/>
              </a:path>
            </a:pathLst>
          </a:custGeom>
          <a:solidFill>
            <a:srgbClr val="EDF2F5"/>
          </a:solidFill>
          <a:ln w="0">
            <a:noFill/>
          </a:ln>
        </p:spPr>
      </p:sp>
      <p:sp>
        <p:nvSpPr>
          <p:cNvPr id="104" name="Input axis"/>
          <p:cNvSpPr/>
          <p:nvPr/>
        </p:nvSpPr>
        <p:spPr>
          <a:xfrm>
            <a:off x="766445" y="2171700"/>
            <a:ext cx="3403473" cy="25400"/>
          </a:xfrm>
          <a:custGeom>
            <a:avLst/>
            <a:gdLst/>
            <a:ahLst/>
            <a:cxnLst/>
            <a:rect l="0" t="0" r="r" b="b"/>
            <a:pathLst>
              <a:path w="3403473" h="25400" fill="none">
                <a:moveTo>
                  <a:pt x="12700" y="12700"/>
                </a:moveTo>
                <a:lnTo>
                  <a:pt x="3390773" y="12700"/>
                </a:lnTo>
              </a:path>
            </a:pathLst>
          </a:custGeom>
          <a:noFill/>
          <a:ln w="8255">
            <a:solidFill>
              <a:srgbClr val="A9ADB2"/>
            </a:solidFill>
            <a:round/>
            <a:tailEnd type="triangle" w="sm" len="sm"/>
          </a:ln>
        </p:spPr>
      </p:sp>
      <p:sp>
        <p:nvSpPr>
          <p:cNvPr id="105" name="Output axis"/>
          <p:cNvSpPr/>
          <p:nvPr/>
        </p:nvSpPr>
        <p:spPr>
          <a:xfrm>
            <a:off x="2425700" y="1144016"/>
            <a:ext cx="25400" cy="2067814"/>
          </a:xfrm>
          <a:custGeom>
            <a:avLst/>
            <a:gdLst/>
            <a:ahLst/>
            <a:cxnLst/>
            <a:rect l="0" t="0" r="r" b="b"/>
            <a:pathLst>
              <a:path w="25400" h="2067814" fill="none">
                <a:moveTo>
                  <a:pt x="12700" y="2055114"/>
                </a:moveTo>
                <a:lnTo>
                  <a:pt x="12700" y="12700"/>
                </a:lnTo>
              </a:path>
            </a:pathLst>
          </a:custGeom>
          <a:noFill/>
          <a:ln w="8255">
            <a:solidFill>
              <a:srgbClr val="A9ADB2"/>
            </a:solidFill>
            <a:round/>
            <a:tailEnd type="triangle" w="sm" len="sm"/>
          </a:ln>
        </p:spPr>
      </p:sp>
      <p:sp>
        <p:nvSpPr>
          <p:cNvPr id="106" name="Sector boundary"/>
          <p:cNvSpPr/>
          <p:nvPr/>
        </p:nvSpPr>
        <p:spPr>
          <a:xfrm>
            <a:off x="894080" y="2016252"/>
            <a:ext cx="3088640" cy="336296"/>
          </a:xfrm>
          <a:custGeom>
            <a:avLst/>
            <a:gdLst/>
            <a:ahLst/>
            <a:cxnLst/>
            <a:rect l="0" t="0" r="r" b="b"/>
            <a:pathLst>
              <a:path w="3088640" h="336296" fill="none">
                <a:moveTo>
                  <a:pt x="12700" y="323596"/>
                </a:moveTo>
                <a:lnTo>
                  <a:pt x="3075940" y="12700"/>
                </a:lnTo>
              </a:path>
            </a:pathLst>
          </a:custGeom>
          <a:noFill/>
          <a:ln w="11430">
            <a:solidFill>
              <a:srgbClr val="747B82"/>
            </a:solidFill>
          </a:ln>
        </p:spPr>
      </p:sp>
      <p:sp>
        <p:nvSpPr>
          <p:cNvPr id="107" name="Sector boundary"/>
          <p:cNvSpPr/>
          <p:nvPr/>
        </p:nvSpPr>
        <p:spPr>
          <a:xfrm>
            <a:off x="894080" y="1239012"/>
            <a:ext cx="3088640" cy="1890776"/>
          </a:xfrm>
          <a:custGeom>
            <a:avLst/>
            <a:gdLst/>
            <a:ahLst/>
            <a:cxnLst/>
            <a:rect l="0" t="0" r="r" b="b"/>
            <a:pathLst>
              <a:path w="3088640" h="1890776" fill="none">
                <a:moveTo>
                  <a:pt x="12700" y="1878076"/>
                </a:moveTo>
                <a:lnTo>
                  <a:pt x="3075940" y="12700"/>
                </a:lnTo>
              </a:path>
            </a:pathLst>
          </a:custGeom>
          <a:noFill/>
          <a:ln w="11430">
            <a:solidFill>
              <a:srgbClr val="747B82"/>
            </a:solidFill>
          </a:ln>
        </p:spPr>
      </p:sp>
      <p:sp>
        <p:nvSpPr>
          <p:cNvPr id="108" name="Example sector nonlinearity"/>
          <p:cNvSpPr/>
          <p:nvPr/>
        </p:nvSpPr>
        <p:spPr>
          <a:xfrm>
            <a:off x="894080" y="1504983"/>
            <a:ext cx="3088640" cy="1358835"/>
          </a:xfrm>
          <a:custGeom>
            <a:avLst/>
            <a:gdLst/>
            <a:ahLst/>
            <a:cxnLst/>
            <a:rect l="0" t="0" r="r" b="b"/>
            <a:pathLst>
              <a:path w="3088640" h="1358835" fill="none">
                <a:moveTo>
                  <a:pt x="12700" y="1346135"/>
                </a:moveTo>
                <a:lnTo>
                  <a:pt x="43332" y="1334753"/>
                </a:lnTo>
                <a:lnTo>
                  <a:pt x="73965" y="1323337"/>
                </a:lnTo>
                <a:lnTo>
                  <a:pt x="104597" y="1311884"/>
                </a:lnTo>
                <a:lnTo>
                  <a:pt x="135230" y="1300390"/>
                </a:lnTo>
                <a:lnTo>
                  <a:pt x="165862" y="1288854"/>
                </a:lnTo>
                <a:lnTo>
                  <a:pt x="196494" y="1277273"/>
                </a:lnTo>
                <a:lnTo>
                  <a:pt x="227127" y="1265645"/>
                </a:lnTo>
                <a:lnTo>
                  <a:pt x="257759" y="1253965"/>
                </a:lnTo>
                <a:lnTo>
                  <a:pt x="288392" y="1242232"/>
                </a:lnTo>
                <a:lnTo>
                  <a:pt x="319024" y="1230441"/>
                </a:lnTo>
                <a:lnTo>
                  <a:pt x="349656" y="1218590"/>
                </a:lnTo>
                <a:lnTo>
                  <a:pt x="380289" y="1206676"/>
                </a:lnTo>
                <a:lnTo>
                  <a:pt x="410921" y="1194693"/>
                </a:lnTo>
                <a:lnTo>
                  <a:pt x="441554" y="1182640"/>
                </a:lnTo>
                <a:lnTo>
                  <a:pt x="472186" y="1170512"/>
                </a:lnTo>
                <a:lnTo>
                  <a:pt x="502818" y="1158305"/>
                </a:lnTo>
                <a:lnTo>
                  <a:pt x="533451" y="1146015"/>
                </a:lnTo>
                <a:lnTo>
                  <a:pt x="564083" y="1133638"/>
                </a:lnTo>
                <a:lnTo>
                  <a:pt x="594716" y="1121171"/>
                </a:lnTo>
                <a:lnTo>
                  <a:pt x="625348" y="1108609"/>
                </a:lnTo>
                <a:lnTo>
                  <a:pt x="655980" y="1095948"/>
                </a:lnTo>
                <a:lnTo>
                  <a:pt x="686613" y="1083185"/>
                </a:lnTo>
                <a:lnTo>
                  <a:pt x="717245" y="1070315"/>
                </a:lnTo>
                <a:lnTo>
                  <a:pt x="747878" y="1057335"/>
                </a:lnTo>
                <a:lnTo>
                  <a:pt x="778510" y="1044240"/>
                </a:lnTo>
                <a:lnTo>
                  <a:pt x="809142" y="1031029"/>
                </a:lnTo>
                <a:lnTo>
                  <a:pt x="839775" y="1017698"/>
                </a:lnTo>
                <a:lnTo>
                  <a:pt x="870407" y="1004244"/>
                </a:lnTo>
                <a:lnTo>
                  <a:pt x="901040" y="990665"/>
                </a:lnTo>
                <a:lnTo>
                  <a:pt x="931672" y="976959"/>
                </a:lnTo>
                <a:lnTo>
                  <a:pt x="962304" y="963125"/>
                </a:lnTo>
                <a:lnTo>
                  <a:pt x="992937" y="949161"/>
                </a:lnTo>
                <a:lnTo>
                  <a:pt x="1023569" y="935069"/>
                </a:lnTo>
                <a:lnTo>
                  <a:pt x="1054202" y="920848"/>
                </a:lnTo>
                <a:lnTo>
                  <a:pt x="1084834" y="906499"/>
                </a:lnTo>
                <a:lnTo>
                  <a:pt x="1115466" y="892026"/>
                </a:lnTo>
                <a:lnTo>
                  <a:pt x="1146099" y="877430"/>
                </a:lnTo>
                <a:lnTo>
                  <a:pt x="1176731" y="862715"/>
                </a:lnTo>
                <a:lnTo>
                  <a:pt x="1207364" y="847887"/>
                </a:lnTo>
                <a:lnTo>
                  <a:pt x="1237996" y="832950"/>
                </a:lnTo>
                <a:lnTo>
                  <a:pt x="1268628" y="817911"/>
                </a:lnTo>
                <a:lnTo>
                  <a:pt x="1299261" y="802777"/>
                </a:lnTo>
                <a:lnTo>
                  <a:pt x="1329893" y="787557"/>
                </a:lnTo>
                <a:lnTo>
                  <a:pt x="1360526" y="772259"/>
                </a:lnTo>
                <a:lnTo>
                  <a:pt x="1391158" y="756893"/>
                </a:lnTo>
                <a:lnTo>
                  <a:pt x="1421790" y="741469"/>
                </a:lnTo>
                <a:lnTo>
                  <a:pt x="1452423" y="725998"/>
                </a:lnTo>
                <a:lnTo>
                  <a:pt x="1483055" y="710491"/>
                </a:lnTo>
                <a:lnTo>
                  <a:pt x="1513688" y="694960"/>
                </a:lnTo>
                <a:lnTo>
                  <a:pt x="1544320" y="679417"/>
                </a:lnTo>
                <a:lnTo>
                  <a:pt x="1574952" y="663874"/>
                </a:lnTo>
                <a:lnTo>
                  <a:pt x="1605585" y="648344"/>
                </a:lnTo>
                <a:lnTo>
                  <a:pt x="1636217" y="632837"/>
                </a:lnTo>
                <a:lnTo>
                  <a:pt x="1666850" y="617366"/>
                </a:lnTo>
                <a:lnTo>
                  <a:pt x="1697482" y="601942"/>
                </a:lnTo>
                <a:lnTo>
                  <a:pt x="1728114" y="586576"/>
                </a:lnTo>
                <a:lnTo>
                  <a:pt x="1758747" y="571278"/>
                </a:lnTo>
                <a:lnTo>
                  <a:pt x="1789379" y="556057"/>
                </a:lnTo>
                <a:lnTo>
                  <a:pt x="1820012" y="540924"/>
                </a:lnTo>
                <a:lnTo>
                  <a:pt x="1850644" y="525885"/>
                </a:lnTo>
                <a:lnTo>
                  <a:pt x="1881276" y="510948"/>
                </a:lnTo>
                <a:lnTo>
                  <a:pt x="1911909" y="496119"/>
                </a:lnTo>
                <a:lnTo>
                  <a:pt x="1942541" y="481405"/>
                </a:lnTo>
                <a:lnTo>
                  <a:pt x="1973174" y="466809"/>
                </a:lnTo>
                <a:lnTo>
                  <a:pt x="2003806" y="452335"/>
                </a:lnTo>
                <a:lnTo>
                  <a:pt x="2034438" y="437987"/>
                </a:lnTo>
                <a:lnTo>
                  <a:pt x="2065071" y="423766"/>
                </a:lnTo>
                <a:lnTo>
                  <a:pt x="2095703" y="409673"/>
                </a:lnTo>
                <a:lnTo>
                  <a:pt x="2126336" y="395710"/>
                </a:lnTo>
                <a:lnTo>
                  <a:pt x="2156968" y="381876"/>
                </a:lnTo>
                <a:lnTo>
                  <a:pt x="2187600" y="368170"/>
                </a:lnTo>
                <a:lnTo>
                  <a:pt x="2218233" y="354590"/>
                </a:lnTo>
                <a:lnTo>
                  <a:pt x="2248865" y="341136"/>
                </a:lnTo>
                <a:lnTo>
                  <a:pt x="2279498" y="327805"/>
                </a:lnTo>
                <a:lnTo>
                  <a:pt x="2310130" y="314594"/>
                </a:lnTo>
                <a:lnTo>
                  <a:pt x="2340762" y="301500"/>
                </a:lnTo>
                <a:lnTo>
                  <a:pt x="2371395" y="288520"/>
                </a:lnTo>
                <a:lnTo>
                  <a:pt x="2402027" y="275650"/>
                </a:lnTo>
                <a:lnTo>
                  <a:pt x="2432660" y="262886"/>
                </a:lnTo>
                <a:lnTo>
                  <a:pt x="2463292" y="250225"/>
                </a:lnTo>
                <a:lnTo>
                  <a:pt x="2493924" y="237663"/>
                </a:lnTo>
                <a:lnTo>
                  <a:pt x="2524557" y="225196"/>
                </a:lnTo>
                <a:lnTo>
                  <a:pt x="2555189" y="212820"/>
                </a:lnTo>
                <a:lnTo>
                  <a:pt x="2585822" y="200530"/>
                </a:lnTo>
                <a:lnTo>
                  <a:pt x="2616454" y="188323"/>
                </a:lnTo>
                <a:lnTo>
                  <a:pt x="2647086" y="176195"/>
                </a:lnTo>
                <a:lnTo>
                  <a:pt x="2677719" y="164141"/>
                </a:lnTo>
                <a:lnTo>
                  <a:pt x="2708351" y="152159"/>
                </a:lnTo>
                <a:lnTo>
                  <a:pt x="2738984" y="140244"/>
                </a:lnTo>
                <a:lnTo>
                  <a:pt x="2769616" y="128393"/>
                </a:lnTo>
                <a:lnTo>
                  <a:pt x="2800248" y="116603"/>
                </a:lnTo>
                <a:lnTo>
                  <a:pt x="2830881" y="104869"/>
                </a:lnTo>
                <a:lnTo>
                  <a:pt x="2861513" y="93190"/>
                </a:lnTo>
                <a:lnTo>
                  <a:pt x="2892146" y="81561"/>
                </a:lnTo>
                <a:lnTo>
                  <a:pt x="2922778" y="69980"/>
                </a:lnTo>
                <a:lnTo>
                  <a:pt x="2953410" y="58444"/>
                </a:lnTo>
                <a:lnTo>
                  <a:pt x="2984043" y="46951"/>
                </a:lnTo>
                <a:lnTo>
                  <a:pt x="3014675" y="35497"/>
                </a:lnTo>
                <a:lnTo>
                  <a:pt x="3045308" y="24081"/>
                </a:lnTo>
                <a:lnTo>
                  <a:pt x="3075940" y="12700"/>
                </a:lnTo>
              </a:path>
            </a:pathLst>
          </a:custGeom>
          <a:noFill/>
          <a:ln w="24130">
            <a:solidFill>
              <a:srgbClr val="D61016"/>
            </a:solidFill>
          </a:ln>
        </p:spPr>
      </p:sp>
      <p:sp>
        <p:nvSpPr>
          <p:cNvPr id="109" name="Input graph label"/>
          <p:cNvSpPr/>
          <p:nvPr/>
        </p:nvSpPr>
        <p:spPr>
          <a:xfrm>
            <a:off x="3517900" y="2217420"/>
            <a:ext cx="1143000" cy="391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buNone/>
            </a:pPr>
            <a14:m>
              <m:oMathPara>
                <m:oMathParaPr>
                  <m:jc m:val="center"/>
                </m:oMathParaPr>
                <m:oMath>
                  <m:sSub>
                    <m:sSubPr>
                      <m:ctrlPr>
                        <a:rPr sz="1100">
                          <a:solidFill>
                            <a:srgbClr val="252529"/>
                          </a:solidFill>
                          <a:latin typeface="Cambria Math"/>
                        </a:rPr>
                      </m:ctrlPr>
                    </m:sSubPr>
                    <m:e>
                      <m:r>
                        <m:rPr>
                          <m:sty m:val="i"/>
                        </m:rPr>
                        <a:rPr sz="1100">
                          <a:solidFill>
                            <a:srgbClr val="252529"/>
                          </a:solidFill>
                          <a:latin typeface="Cambria Math"/>
                        </a:rPr>
                        <m:t xml:space="preserve">z</m:t>
                      </m:r>
                    </m:e>
                    <m:sub>
                      <m:r>
                        <m:rPr>
                          <m:sty m:val="p"/>
                        </m:rPr>
                        <a:rPr sz="1100">
                          <a:solidFill>
                            <a:srgbClr val="252529"/>
                          </a:solidFill>
                          <a:latin typeface="Cambria Math"/>
                        </a:rPr>
                        <m:t xml:space="preserve">Δ</m:t>
                      </m:r>
                    </m:sub>
                  </m:sSub>
                  <m:d>
                    <m:dPr>
                      <m:begChr m:val="("/>
                      <m:endChr m:val=")"/>
                      <m:ctrlPr>
                        <a:rPr sz="1100">
                          <a:solidFill>
                            <a:srgbClr val="252529"/>
                          </a:solidFill>
                          <a:latin typeface="Cambria Math"/>
                        </a:rPr>
                      </m:ctrlPr>
                    </m:dPr>
                    <m:e>
                      <m:r>
                        <m:rPr>
                          <m:sty m:val="i"/>
                        </m:rPr>
                        <a:rPr sz="1100">
                          <a:solidFill>
                            <a:srgbClr val="252529"/>
                          </a:solidFill>
                          <a:latin typeface="Cambria Math"/>
                        </a:rPr>
                        <m:t xml:space="preserve">t,s</m:t>
                      </m:r>
                    </m:e>
                  </m:d>
                </m:oMath>
              </m:oMathPara>
            </a14:m>
            <a:endParaRPr sz="1100"/>
          </a:p>
        </p:txBody>
      </p:sp>
      <p:sp>
        <p:nvSpPr>
          <p:cNvPr id="110" name="Output graph label"/>
          <p:cNvSpPr/>
          <p:nvPr/>
        </p:nvSpPr>
        <p:spPr>
          <a:xfrm>
            <a:off x="1835150" y="858520"/>
            <a:ext cx="1206500" cy="391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buNone/>
            </a:pPr>
            <a14:m>
              <m:oMathPara>
                <m:oMathParaPr>
                  <m:jc m:val="center"/>
                </m:oMathParaPr>
                <m:oMath>
                  <m:sSub>
                    <m:sSubPr>
                      <m:ctrlPr>
                        <a:rPr sz="1100">
                          <a:solidFill>
                            <a:srgbClr val="252529"/>
                          </a:solidFill>
                          <a:latin typeface="Cambria Math"/>
                        </a:rPr>
                      </m:ctrlPr>
                    </m:sSubPr>
                    <m:e>
                      <m:r>
                        <m:rPr>
                          <m:sty m:val="i"/>
                        </m:rPr>
                        <a:rPr sz="1100">
                          <a:solidFill>
                            <a:srgbClr val="252529"/>
                          </a:solidFill>
                          <a:latin typeface="Cambria Math"/>
                        </a:rPr>
                        <m:t xml:space="preserve">w</m:t>
                      </m:r>
                    </m:e>
                    <m:sub>
                      <m:r>
                        <m:rPr>
                          <m:sty m:val="p"/>
                        </m:rPr>
                        <a:rPr sz="1100">
                          <a:solidFill>
                            <a:srgbClr val="252529"/>
                          </a:solidFill>
                          <a:latin typeface="Cambria Math"/>
                        </a:rPr>
                        <m:t xml:space="preserve">Δ</m:t>
                      </m:r>
                    </m:sub>
                  </m:sSub>
                  <m:d>
                    <m:dPr>
                      <m:begChr m:val="("/>
                      <m:endChr m:val=")"/>
                      <m:ctrlPr>
                        <a:rPr sz="1100">
                          <a:solidFill>
                            <a:srgbClr val="252529"/>
                          </a:solidFill>
                          <a:latin typeface="Cambria Math"/>
                        </a:rPr>
                      </m:ctrlPr>
                    </m:dPr>
                    <m:e>
                      <m:r>
                        <m:rPr>
                          <m:sty m:val="i"/>
                        </m:rPr>
                        <a:rPr sz="1100">
                          <a:solidFill>
                            <a:srgbClr val="252529"/>
                          </a:solidFill>
                          <a:latin typeface="Cambria Math"/>
                        </a:rPr>
                        <m:t xml:space="preserve">t,s</m:t>
                      </m:r>
                    </m:e>
                  </m:d>
                </m:oMath>
              </m:oMathPara>
            </a14:m>
            <a:endParaRPr sz="1100"/>
          </a:p>
        </p:txBody>
      </p:sp>
      <p:sp>
        <p:nvSpPr>
          <p:cNvPr id="111" name="Upper sector bound"/>
          <p:cNvSpPr/>
          <p:nvPr/>
        </p:nvSpPr>
        <p:spPr>
          <a:xfrm>
            <a:off x="3435350" y="1023620"/>
            <a:ext cx="1333500" cy="391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buNone/>
            </a:pPr>
            <a14:m>
              <m:oMathPara>
                <m:oMathParaPr>
                  <m:jc m:val="center"/>
                </m:oMathParaPr>
                <m:oMath>
                  <m:r>
                    <m:rPr>
                      <m:sty m:val="p"/>
                    </m:rPr>
                    <a:rPr sz="1100">
                      <a:solidFill>
                        <a:srgbClr val="252529"/>
                      </a:solidFill>
                      <a:latin typeface="Cambria Math"/>
                    </a:rPr>
                    <m:t xml:space="preserve">β</m:t>
                  </m:r>
                  <m:sSub>
                    <m:sSubPr>
                      <m:ctrlPr>
                        <a:rPr sz="1100">
                          <a:solidFill>
                            <a:srgbClr val="252529"/>
                          </a:solidFill>
                          <a:latin typeface="Cambria Math"/>
                        </a:rPr>
                      </m:ctrlPr>
                    </m:sSubPr>
                    <m:e>
                      <m:r>
                        <m:rPr>
                          <m:sty m:val="i"/>
                        </m:rPr>
                        <a:rPr sz="1100">
                          <a:solidFill>
                            <a:srgbClr val="252529"/>
                          </a:solidFill>
                          <a:latin typeface="Cambria Math"/>
                        </a:rPr>
                        <m:t xml:space="preserve">z</m:t>
                      </m:r>
                    </m:e>
                    <m:sub>
                      <m:r>
                        <m:rPr>
                          <m:sty m:val="p"/>
                        </m:rPr>
                        <a:rPr sz="1100">
                          <a:solidFill>
                            <a:srgbClr val="252529"/>
                          </a:solidFill>
                          <a:latin typeface="Cambria Math"/>
                        </a:rPr>
                        <m:t xml:space="preserve">Δ</m:t>
                      </m:r>
                    </m:sub>
                  </m:sSub>
                  <m:d>
                    <m:dPr>
                      <m:begChr m:val="("/>
                      <m:endChr m:val=")"/>
                      <m:ctrlPr>
                        <a:rPr sz="1100">
                          <a:solidFill>
                            <a:srgbClr val="252529"/>
                          </a:solidFill>
                          <a:latin typeface="Cambria Math"/>
                        </a:rPr>
                      </m:ctrlPr>
                    </m:dPr>
                    <m:e>
                      <m:r>
                        <m:rPr>
                          <m:sty m:val="i"/>
                        </m:rPr>
                        <a:rPr sz="1100">
                          <a:solidFill>
                            <a:srgbClr val="252529"/>
                          </a:solidFill>
                          <a:latin typeface="Cambria Math"/>
                        </a:rPr>
                        <m:t xml:space="preserve">t,s</m:t>
                      </m:r>
                    </m:e>
                  </m:d>
                </m:oMath>
              </m:oMathPara>
            </a14:m>
            <a:endParaRPr sz="1100"/>
          </a:p>
        </p:txBody>
      </p:sp>
      <p:sp>
        <p:nvSpPr>
          <p:cNvPr id="112" name="Lower sector bound"/>
          <p:cNvSpPr/>
          <p:nvPr/>
        </p:nvSpPr>
        <p:spPr>
          <a:xfrm>
            <a:off x="3486150" y="1633220"/>
            <a:ext cx="1333500" cy="391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buNone/>
            </a:pPr>
            <a14:m>
              <m:oMathPara>
                <m:oMathParaPr>
                  <m:jc m:val="center"/>
                </m:oMathParaPr>
                <m:oMath>
                  <m:r>
                    <m:rPr>
                      <m:sty m:val="i"/>
                    </m:rPr>
                    <a:rPr sz="1100">
                      <a:solidFill>
                        <a:srgbClr val="252529"/>
                      </a:solidFill>
                      <a:latin typeface="Cambria Math"/>
                    </a:rPr>
                    <m:t xml:space="preserve">α</m:t>
                  </m:r>
                  <m:sSub>
                    <m:sSubPr>
                      <m:ctrlPr>
                        <a:rPr sz="1100">
                          <a:solidFill>
                            <a:srgbClr val="252529"/>
                          </a:solidFill>
                          <a:latin typeface="Cambria Math"/>
                        </a:rPr>
                      </m:ctrlPr>
                    </m:sSubPr>
                    <m:e>
                      <m:r>
                        <m:rPr>
                          <m:sty m:val="i"/>
                        </m:rPr>
                        <a:rPr sz="1100">
                          <a:solidFill>
                            <a:srgbClr val="252529"/>
                          </a:solidFill>
                          <a:latin typeface="Cambria Math"/>
                        </a:rPr>
                        <m:t xml:space="preserve">z</m:t>
                      </m:r>
                    </m:e>
                    <m:sub>
                      <m:r>
                        <m:rPr>
                          <m:sty m:val="p"/>
                        </m:rPr>
                        <a:rPr sz="1100">
                          <a:solidFill>
                            <a:srgbClr val="252529"/>
                          </a:solidFill>
                          <a:latin typeface="Cambria Math"/>
                        </a:rPr>
                        <m:t xml:space="preserve">Δ</m:t>
                      </m:r>
                    </m:sub>
                  </m:sSub>
                  <m:d>
                    <m:dPr>
                      <m:begChr m:val="("/>
                      <m:endChr m:val=")"/>
                      <m:ctrlPr>
                        <a:rPr sz="1100">
                          <a:solidFill>
                            <a:srgbClr val="252529"/>
                          </a:solidFill>
                          <a:latin typeface="Cambria Math"/>
                        </a:rPr>
                      </m:ctrlPr>
                    </m:dPr>
                    <m:e>
                      <m:r>
                        <m:rPr>
                          <m:sty m:val="i"/>
                        </m:rPr>
                        <a:rPr sz="1100">
                          <a:solidFill>
                            <a:srgbClr val="252529"/>
                          </a:solidFill>
                          <a:latin typeface="Cambria Math"/>
                        </a:rPr>
                        <m:t xml:space="preserve">t,s</m:t>
                      </m:r>
                    </m:e>
                  </m:d>
                </m:oMath>
              </m:oMathPara>
            </a14:m>
            <a:endParaRPr sz="1100"/>
          </a:p>
        </p:txBody>
      </p:sp>
      <p:sp>
        <p:nvSpPr>
          <p:cNvPr id="113" name="Upper gap"/>
          <p:cNvSpPr/>
          <p:nvPr/>
        </p:nvSpPr>
        <p:spPr>
          <a:xfrm>
            <a:off x="3378708" y="1591361"/>
            <a:ext cx="25400" cy="162596"/>
          </a:xfrm>
          <a:custGeom>
            <a:avLst/>
            <a:gdLst/>
            <a:ahLst/>
            <a:cxnLst/>
            <a:rect l="0" t="0" r="r" b="b"/>
            <a:pathLst>
              <a:path w="25400" h="162596" fill="none">
                <a:moveTo>
                  <a:pt x="12700" y="12700"/>
                </a:moveTo>
                <a:lnTo>
                  <a:pt x="12700" y="149896"/>
                </a:lnTo>
              </a:path>
            </a:pathLst>
          </a:custGeom>
          <a:noFill/>
          <a:ln w="35560">
            <a:solidFill>
              <a:srgbClr val="216F9C"/>
            </a:solidFill>
            <a:round/>
          </a:ln>
        </p:spPr>
      </p:sp>
      <p:sp>
        <p:nvSpPr>
          <p:cNvPr id="114" name="Lower gap"/>
          <p:cNvSpPr/>
          <p:nvPr/>
        </p:nvSpPr>
        <p:spPr>
          <a:xfrm>
            <a:off x="3378708" y="1728556"/>
            <a:ext cx="25400" cy="371820"/>
          </a:xfrm>
          <a:custGeom>
            <a:avLst/>
            <a:gdLst/>
            <a:ahLst/>
            <a:cxnLst/>
            <a:rect l="0" t="0" r="r" b="b"/>
            <a:pathLst>
              <a:path w="25400" h="371820" fill="none">
                <a:moveTo>
                  <a:pt x="12700" y="12700"/>
                </a:moveTo>
                <a:lnTo>
                  <a:pt x="12700" y="359120"/>
                </a:lnTo>
              </a:path>
            </a:pathLst>
          </a:custGeom>
          <a:noFill/>
          <a:ln w="35560">
            <a:solidFill>
              <a:srgbClr val="147C60"/>
            </a:solidFill>
            <a:round/>
          </a:ln>
        </p:spPr>
      </p:sp>
      <p:sp>
        <p:nvSpPr>
          <p:cNvPr id="115" name="Gap tick"/>
          <p:cNvSpPr/>
          <p:nvPr/>
        </p:nvSpPr>
        <p:spPr>
          <a:xfrm>
            <a:off x="3340608" y="1591361"/>
            <a:ext cx="101600" cy="25400"/>
          </a:xfrm>
          <a:custGeom>
            <a:avLst/>
            <a:gdLst/>
            <a:ahLst/>
            <a:cxnLst/>
            <a:rect l="0" t="0" r="r" b="b"/>
            <a:pathLst>
              <a:path w="101600" h="25400" fill="none">
                <a:moveTo>
                  <a:pt x="12700" y="12700"/>
                </a:moveTo>
                <a:lnTo>
                  <a:pt x="88900" y="12700"/>
                </a:lnTo>
              </a:path>
            </a:pathLst>
          </a:custGeom>
          <a:noFill/>
          <a:ln w="8255">
            <a:solidFill>
              <a:srgbClr val="252529"/>
            </a:solidFill>
            <a:round/>
          </a:ln>
        </p:spPr>
      </p:sp>
      <p:sp>
        <p:nvSpPr>
          <p:cNvPr id="116" name="Gap tick"/>
          <p:cNvSpPr/>
          <p:nvPr/>
        </p:nvSpPr>
        <p:spPr>
          <a:xfrm>
            <a:off x="3340608" y="1728556"/>
            <a:ext cx="101600" cy="25400"/>
          </a:xfrm>
          <a:custGeom>
            <a:avLst/>
            <a:gdLst/>
            <a:ahLst/>
            <a:cxnLst/>
            <a:rect l="0" t="0" r="r" b="b"/>
            <a:pathLst>
              <a:path w="101600" h="25400" fill="none">
                <a:moveTo>
                  <a:pt x="12700" y="12700"/>
                </a:moveTo>
                <a:lnTo>
                  <a:pt x="88900" y="12700"/>
                </a:lnTo>
              </a:path>
            </a:pathLst>
          </a:custGeom>
          <a:noFill/>
          <a:ln w="8255">
            <a:solidFill>
              <a:srgbClr val="252529"/>
            </a:solidFill>
            <a:round/>
          </a:ln>
        </p:spPr>
      </p:sp>
      <p:sp>
        <p:nvSpPr>
          <p:cNvPr id="117" name="Gap tick"/>
          <p:cNvSpPr/>
          <p:nvPr/>
        </p:nvSpPr>
        <p:spPr>
          <a:xfrm>
            <a:off x="3340608" y="2074977"/>
            <a:ext cx="101600" cy="25400"/>
          </a:xfrm>
          <a:custGeom>
            <a:avLst/>
            <a:gdLst/>
            <a:ahLst/>
            <a:cxnLst/>
            <a:rect l="0" t="0" r="r" b="b"/>
            <a:pathLst>
              <a:path w="101600" h="25400" fill="none">
                <a:moveTo>
                  <a:pt x="12700" y="12700"/>
                </a:moveTo>
                <a:lnTo>
                  <a:pt x="88900" y="12700"/>
                </a:lnTo>
              </a:path>
            </a:pathLst>
          </a:custGeom>
          <a:noFill/>
          <a:ln w="8255">
            <a:solidFill>
              <a:srgbClr val="252529"/>
            </a:solidFill>
            <a:round/>
          </a:ln>
        </p:spPr>
      </p:sp>
      <p:sp>
        <p:nvSpPr>
          <p:cNvPr id="118" name="Sample point"/>
          <p:cNvSpPr/>
          <p:nvPr/>
        </p:nvSpPr>
        <p:spPr>
          <a:xfrm>
            <a:off x="3359658" y="1709506"/>
            <a:ext cx="63500" cy="63500"/>
          </a:xfrm>
          <a:prstGeom prst="ellipse">
            <a:avLst/>
          </a:prstGeom>
          <a:solidFill>
            <a:srgbClr val="D61016"/>
          </a:solidFill>
          <a:ln>
            <a:noFill/>
          </a:ln>
        </p:spPr>
      </p:sp>
      <p:sp>
        <p:nvSpPr>
          <p:cNvPr id="119" name="Delta input"/>
          <p:cNvSpPr/>
          <p:nvPr/>
        </p:nvSpPr>
        <p:spPr>
          <a:xfrm>
            <a:off x="5194300" y="1841500"/>
            <a:ext cx="1079500" cy="25400"/>
          </a:xfrm>
          <a:custGeom>
            <a:avLst/>
            <a:gdLst/>
            <a:ahLst/>
            <a:cxnLst/>
            <a:rect l="0" t="0" r="r" b="b"/>
            <a:pathLst>
              <a:path w="1079500" h="25400" fill="none">
                <a:moveTo>
                  <a:pt x="12700" y="12700"/>
                </a:moveTo>
                <a:lnTo>
                  <a:pt x="1066800" y="12700"/>
                </a:lnTo>
              </a:path>
            </a:pathLst>
          </a:custGeom>
          <a:noFill/>
          <a:ln w="12700">
            <a:solidFill>
              <a:srgbClr val="252529"/>
            </a:solidFill>
            <a:round/>
            <a:tailEnd type="triangle" w="sm" len="sm"/>
          </a:ln>
        </p:spPr>
      </p:sp>
      <p:sp>
        <p:nvSpPr>
          <p:cNvPr id="120" name="Delta output"/>
          <p:cNvSpPr/>
          <p:nvPr/>
        </p:nvSpPr>
        <p:spPr>
          <a:xfrm>
            <a:off x="6934200" y="1841500"/>
            <a:ext cx="1333500" cy="25400"/>
          </a:xfrm>
          <a:custGeom>
            <a:avLst/>
            <a:gdLst/>
            <a:ahLst/>
            <a:cxnLst/>
            <a:rect l="0" t="0" r="r" b="b"/>
            <a:pathLst>
              <a:path w="1333500" h="25400" fill="none">
                <a:moveTo>
                  <a:pt x="12700" y="12700"/>
                </a:moveTo>
                <a:lnTo>
                  <a:pt x="1320800" y="12700"/>
                </a:lnTo>
              </a:path>
            </a:pathLst>
          </a:custGeom>
          <a:noFill/>
          <a:ln w="12700">
            <a:solidFill>
              <a:srgbClr val="252529"/>
            </a:solidFill>
            <a:round/>
            <a:tailEnd type="triangle" w="sm" len="sm"/>
          </a:ln>
        </p:spPr>
      </p:sp>
      <p:sp>
        <p:nvSpPr>
          <p:cNvPr id="121" name="Delta block"/>
          <p:cNvSpPr/>
          <p:nvPr/>
        </p:nvSpPr>
        <p:spPr>
          <a:xfrm>
            <a:off x="6261100" y="1549400"/>
            <a:ext cx="685800" cy="609600"/>
          </a:xfrm>
          <a:prstGeom prst="rect">
            <a:avLst/>
          </a:prstGeom>
          <a:noFill/>
          <a:ln w="12700">
            <a:solidFill>
              <a:srgbClr val="D61016"/>
            </a:solidFill>
          </a:ln>
        </p:spPr>
      </p:sp>
      <p:sp>
        <p:nvSpPr>
          <p:cNvPr id="122" name="Delta label"/>
          <p:cNvSpPr/>
          <p:nvPr/>
        </p:nvSpPr>
        <p:spPr>
          <a:xfrm>
            <a:off x="6286500" y="1409700"/>
            <a:ext cx="635000" cy="889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buNone/>
            </a:pPr>
            <a14:m>
              <m:oMathPara>
                <m:oMathParaPr>
                  <m:jc m:val="center"/>
                </m:oMathParaPr>
                <m:oMath>
                  <m:r>
                    <m:rPr>
                      <m:sty m:val="p"/>
                    </m:rPr>
                    <a:rPr sz="2500">
                      <a:solidFill>
                        <a:srgbClr val="D61016"/>
                      </a:solidFill>
                      <a:latin typeface="Cambria Math"/>
                    </a:rPr>
                    <m:t xml:space="preserve">Δ</m:t>
                  </m:r>
                </m:oMath>
              </m:oMathPara>
            </a14:m>
            <a:endParaRPr sz="2500"/>
          </a:p>
        </p:txBody>
      </p:sp>
      <p:sp>
        <p:nvSpPr>
          <p:cNvPr id="123" name="Delta input label"/>
          <p:cNvSpPr/>
          <p:nvPr/>
        </p:nvSpPr>
        <p:spPr>
          <a:xfrm>
            <a:off x="5092700" y="1394460"/>
            <a:ext cx="1143000" cy="462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buNone/>
            </a:pPr>
            <a14:m>
              <m:oMathPara>
                <m:oMathParaPr>
                  <m:jc m:val="center"/>
                </m:oMathParaPr>
                <m:oMath>
                  <m:sSub>
                    <m:sSubPr>
                      <m:ctrlPr>
                        <a:rPr sz="1300">
                          <a:solidFill>
                            <a:srgbClr val="252529"/>
                          </a:solidFill>
                          <a:latin typeface="Cambria Math"/>
                        </a:rPr>
                      </m:ctrlPr>
                    </m:sSubPr>
                    <m:e>
                      <m:r>
                        <m:rPr>
                          <m:sty m:val="i"/>
                        </m:rPr>
                        <a:rPr sz="1300">
                          <a:solidFill>
                            <a:srgbClr val="252529"/>
                          </a:solidFill>
                          <a:latin typeface="Cambria Math"/>
                        </a:rPr>
                        <m:t xml:space="preserve">z</m:t>
                      </m:r>
                    </m:e>
                    <m:sub>
                      <m:r>
                        <m:rPr>
                          <m:sty m:val="p"/>
                        </m:rPr>
                        <a:rPr sz="1300">
                          <a:solidFill>
                            <a:srgbClr val="252529"/>
                          </a:solidFill>
                          <a:latin typeface="Cambria Math"/>
                        </a:rPr>
                        <m:t xml:space="preserve">Δ</m:t>
                      </m:r>
                    </m:sub>
                  </m:sSub>
                  <m:d>
                    <m:dPr>
                      <m:begChr m:val="("/>
                      <m:endChr m:val=")"/>
                      <m:ctrlPr>
                        <a:rPr sz="1300">
                          <a:solidFill>
                            <a:srgbClr val="252529"/>
                          </a:solidFill>
                          <a:latin typeface="Cambria Math"/>
                        </a:rPr>
                      </m:ctrlPr>
                    </m:dPr>
                    <m:e>
                      <m:r>
                        <m:rPr>
                          <m:sty m:val="i"/>
                        </m:rPr>
                        <a:rPr sz="1300">
                          <a:solidFill>
                            <a:srgbClr val="252529"/>
                          </a:solidFill>
                          <a:latin typeface="Cambria Math"/>
                        </a:rPr>
                        <m:t xml:space="preserve">t,s</m:t>
                      </m:r>
                    </m:e>
                  </m:d>
                </m:oMath>
              </m:oMathPara>
            </a14:m>
            <a:endParaRPr sz="1300"/>
          </a:p>
        </p:txBody>
      </p:sp>
      <p:sp>
        <p:nvSpPr>
          <p:cNvPr id="124" name="Delta output label"/>
          <p:cNvSpPr/>
          <p:nvPr/>
        </p:nvSpPr>
        <p:spPr>
          <a:xfrm>
            <a:off x="7086600" y="1394460"/>
            <a:ext cx="1143000" cy="462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buNone/>
            </a:pPr>
            <a14:m>
              <m:oMathPara>
                <m:oMathParaPr>
                  <m:jc m:val="center"/>
                </m:oMathParaPr>
                <m:oMath>
                  <m:sSub>
                    <m:sSubPr>
                      <m:ctrlPr>
                        <a:rPr sz="1300">
                          <a:solidFill>
                            <a:srgbClr val="252529"/>
                          </a:solidFill>
                          <a:latin typeface="Cambria Math"/>
                        </a:rPr>
                      </m:ctrlPr>
                    </m:sSubPr>
                    <m:e>
                      <m:r>
                        <m:rPr>
                          <m:sty m:val="i"/>
                        </m:rPr>
                        <a:rPr sz="1300">
                          <a:solidFill>
                            <a:srgbClr val="252529"/>
                          </a:solidFill>
                          <a:latin typeface="Cambria Math"/>
                        </a:rPr>
                        <m:t xml:space="preserve">w</m:t>
                      </m:r>
                    </m:e>
                    <m:sub>
                      <m:r>
                        <m:rPr>
                          <m:sty m:val="p"/>
                        </m:rPr>
                        <a:rPr sz="1300">
                          <a:solidFill>
                            <a:srgbClr val="252529"/>
                          </a:solidFill>
                          <a:latin typeface="Cambria Math"/>
                        </a:rPr>
                        <m:t xml:space="preserve">Δ</m:t>
                      </m:r>
                    </m:sub>
                  </m:sSub>
                  <m:d>
                    <m:dPr>
                      <m:begChr m:val="("/>
                      <m:endChr m:val=")"/>
                      <m:ctrlPr>
                        <a:rPr sz="1300">
                          <a:solidFill>
                            <a:srgbClr val="252529"/>
                          </a:solidFill>
                          <a:latin typeface="Cambria Math"/>
                        </a:rPr>
                      </m:ctrlPr>
                    </m:dPr>
                    <m:e>
                      <m:r>
                        <m:rPr>
                          <m:sty m:val="i"/>
                        </m:rPr>
                        <a:rPr sz="1300">
                          <a:solidFill>
                            <a:srgbClr val="252529"/>
                          </a:solidFill>
                          <a:latin typeface="Cambria Math"/>
                        </a:rPr>
                        <m:t xml:space="preserve">t,s</m:t>
                      </m:r>
                    </m:e>
                  </m:d>
                </m:oMath>
              </m:oMathPara>
            </a14:m>
            <a:endParaRPr sz="1300"/>
          </a:p>
        </p:txBody>
      </p:sp>
      <p:sp>
        <p:nvSpPr>
          <p:cNvPr id="125" name="Gap interpretation"/>
          <p:cNvSpPr/>
          <p:nvPr/>
        </p:nvSpPr>
        <p:spPr>
          <a:xfrm>
            <a:off x="4533900" y="2495550"/>
            <a:ext cx="4191000" cy="2667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buNone/>
            </a:pPr>
            <a:r>
              <a:rPr lang="en-GB" sz="1400" baseline="0" b="0" i="0" u="none">
                <a:solidFill>
                  <a:srgbClr val="252529"/>
                </a:solidFill>
                <a:latin typeface="Aptos"/>
                <a:ea typeface="Aptos"/>
                <a:cs typeface="Aptos"/>
              </a:rPr>
              <a:t xml:space="preserve">The two gaps have the same sign.</a:t>
            </a:r>
            <a:endParaRPr sz="1400"/>
          </a:p>
        </p:txBody>
      </p:sp>
      <p:sp>
        <p:nvSpPr>
          <p:cNvPr id="126" name="Supply interpretation"/>
          <p:cNvSpPr/>
          <p:nvPr/>
        </p:nvSpPr>
        <p:spPr>
          <a:xfrm>
            <a:off x="4533900" y="2838450"/>
            <a:ext cx="4191000" cy="2667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buNone/>
            </a:pPr>
            <a:r>
              <a:rPr lang="en-GB" sz="1400" baseline="0" b="0" i="0" u="none">
                <a:solidFill>
                  <a:srgbClr val="147C60"/>
                </a:solidFill>
                <a:latin typeface="Aptos"/>
                <a:ea typeface="Aptos"/>
                <a:cs typeface="Aptos"/>
              </a:rPr>
              <a:t xml:space="preserve">Their product is nonnegative.</a:t>
            </a:r>
            <a:endParaRPr sz="1400"/>
          </a:p>
        </p:txBody>
      </p:sp>
      <p:sp>
        <p:nvSpPr>
          <p:cNvPr id="127" name="Sector supply"/>
          <p:cNvSpPr/>
          <p:nvPr/>
        </p:nvSpPr>
        <p:spPr>
          <a:xfrm>
            <a:off x="508000" y="3495040"/>
            <a:ext cx="8128000" cy="6045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buNone/>
            </a:pPr>
            <a14:m>
              <m:oMathPara>
                <m:oMathParaPr>
                  <m:jc m:val="center"/>
                </m:oMathParaPr>
                <m:oMath>
                  <m:r>
                    <m:rPr>
                      <m:sty m:val="i"/>
                    </m:rPr>
                    <a:rPr sz="1700">
                      <a:solidFill>
                        <a:srgbClr val="147C60"/>
                      </a:solidFill>
                      <a:latin typeface="Cambria Math"/>
                    </a:rPr>
                    <m:t xml:space="preserve">q</m:t>
                  </m:r>
                  <m:d>
                    <m:dPr>
                      <m:begChr m:val="("/>
                      <m:endChr m:val=")"/>
                      <m:ctrlPr>
                        <a:rPr sz="1700">
                          <a:solidFill>
                            <a:srgbClr val="252529"/>
                          </a:solidFill>
                          <a:latin typeface="Cambria Math"/>
                        </a:rPr>
                      </m:ctrlPr>
                    </m:dPr>
                    <m:e>
                      <m:r>
                        <m:rPr>
                          <m:sty m:val="i"/>
                        </m:rPr>
                        <a:rPr sz="1700">
                          <a:solidFill>
                            <a:srgbClr val="252529"/>
                          </a:solidFill>
                          <a:latin typeface="Cambria Math"/>
                        </a:rPr>
                        <m:t xml:space="preserve">t,s</m:t>
                      </m:r>
                    </m:e>
                  </m:d>
                  <m:r>
                    <m:rPr>
                      <m:sty m:val="p"/>
                    </m:rPr>
                    <a:rPr sz="1700">
                      <a:solidFill>
                        <a:srgbClr val="252529"/>
                      </a:solidFill>
                      <a:latin typeface="Cambria Math"/>
                    </a:rPr>
                    <m:t xml:space="preserve">=</m:t>
                  </m:r>
                  <m:d>
                    <m:dPr>
                      <m:begChr m:val="("/>
                      <m:endChr m:val=")"/>
                      <m:ctrlPr>
                        <a:rPr sz="1700">
                          <a:solidFill>
                            <a:srgbClr val="252529"/>
                          </a:solidFill>
                          <a:latin typeface="Cambria Math"/>
                        </a:rPr>
                      </m:ctrlPr>
                    </m:dPr>
                    <m:e>
                      <m:r>
                        <m:rPr>
                          <m:sty m:val="p"/>
                        </m:rPr>
                        <a:rPr sz="1700">
                          <a:solidFill>
                            <a:srgbClr val="216F9C"/>
                          </a:solidFill>
                          <a:latin typeface="Cambria Math"/>
                        </a:rPr>
                        <m:t xml:space="preserve">β</m:t>
                      </m:r>
                      <m:sSub>
                        <m:sSubPr>
                          <m:ctrlPr>
                            <a:rPr sz="1700">
                              <a:solidFill>
                                <a:srgbClr val="252529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m:rPr>
                              <m:sty m:val="i"/>
                            </m:rPr>
                            <a:rPr sz="1700">
                              <a:solidFill>
                                <a:srgbClr val="216F9C"/>
                              </a:solidFill>
                              <a:latin typeface="Cambria Math"/>
                            </a:rPr>
                            <m:t xml:space="preserve">z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sz="1700">
                              <a:solidFill>
                                <a:srgbClr val="216F9C"/>
                              </a:solidFill>
                              <a:latin typeface="Cambria Math"/>
                            </a:rPr>
                            <m:t xml:space="preserve">Δ</m:t>
                          </m:r>
                        </m:sub>
                      </m:sSub>
                      <m:d>
                        <m:dPr>
                          <m:begChr m:val="("/>
                          <m:endChr m:val=")"/>
                          <m:ctrlPr>
                            <a:rPr sz="1700">
                              <a:solidFill>
                                <a:srgbClr val="252529"/>
                              </a:solidFill>
                              <a:latin typeface="Cambria Math"/>
                            </a:rPr>
                          </m:ctrlPr>
                        </m:dPr>
                        <m:e>
                          <m:r>
                            <m:rPr>
                              <m:sty m:val="i"/>
                            </m:rPr>
                            <a:rPr sz="1700">
                              <a:solidFill>
                                <a:srgbClr val="252529"/>
                              </a:solidFill>
                              <a:latin typeface="Cambria Math"/>
                            </a:rPr>
                            <m:t xml:space="preserve">t,s</m:t>
                          </m:r>
                        </m:e>
                      </m:d>
                      <m:r>
                        <m:rPr>
                          <m:sty m:val="p"/>
                        </m:rPr>
                        <a:rPr sz="1700">
                          <a:solidFill>
                            <a:srgbClr val="216F9C"/>
                          </a:solidFill>
                          <a:latin typeface="Cambria Math"/>
                        </a:rPr>
                        <m:t xml:space="preserve">−</m:t>
                      </m:r>
                      <m:sSub>
                        <m:sSubPr>
                          <m:ctrlPr>
                            <a:rPr sz="1700">
                              <a:solidFill>
                                <a:srgbClr val="252529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m:rPr>
                              <m:sty m:val="i"/>
                            </m:rPr>
                            <a:rPr sz="1700">
                              <a:solidFill>
                                <a:srgbClr val="216F9C"/>
                              </a:solidFill>
                              <a:latin typeface="Cambria Math"/>
                            </a:rPr>
                            <m:t xml:space="preserve">w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sz="1700">
                              <a:solidFill>
                                <a:srgbClr val="216F9C"/>
                              </a:solidFill>
                              <a:latin typeface="Cambria Math"/>
                            </a:rPr>
                            <m:t xml:space="preserve">Δ</m:t>
                          </m:r>
                        </m:sub>
                      </m:sSub>
                      <m:d>
                        <m:dPr>
                          <m:begChr m:val="("/>
                          <m:endChr m:val=")"/>
                          <m:ctrlPr>
                            <a:rPr sz="1700">
                              <a:solidFill>
                                <a:srgbClr val="252529"/>
                              </a:solidFill>
                              <a:latin typeface="Cambria Math"/>
                            </a:rPr>
                          </m:ctrlPr>
                        </m:dPr>
                        <m:e>
                          <m:r>
                            <m:rPr>
                              <m:sty m:val="i"/>
                            </m:rPr>
                            <a:rPr sz="1700">
                              <a:solidFill>
                                <a:srgbClr val="252529"/>
                              </a:solidFill>
                              <a:latin typeface="Cambria Math"/>
                            </a:rPr>
                            <m:t xml:space="preserve">t,s</m:t>
                          </m:r>
                        </m:e>
                      </m:d>
                    </m:e>
                  </m:d>
                  <m:d>
                    <m:dPr>
                      <m:begChr m:val="("/>
                      <m:endChr m:val=")"/>
                      <m:ctrlPr>
                        <a:rPr sz="1700">
                          <a:solidFill>
                            <a:srgbClr val="252529"/>
                          </a:solidFill>
                          <a:latin typeface="Cambria Math"/>
                        </a:rPr>
                      </m:ctrlPr>
                    </m:dPr>
                    <m:e>
                      <m:sSub>
                        <m:sSubPr>
                          <m:ctrlPr>
                            <a:rPr sz="1700">
                              <a:solidFill>
                                <a:srgbClr val="252529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m:rPr>
                              <m:sty m:val="i"/>
                            </m:rPr>
                            <a:rPr sz="1700">
                              <a:solidFill>
                                <a:srgbClr val="147C60"/>
                              </a:solidFill>
                              <a:latin typeface="Cambria Math"/>
                            </a:rPr>
                            <m:t xml:space="preserve">w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sz="1700">
                              <a:solidFill>
                                <a:srgbClr val="147C60"/>
                              </a:solidFill>
                              <a:latin typeface="Cambria Math"/>
                            </a:rPr>
                            <m:t xml:space="preserve">Δ</m:t>
                          </m:r>
                        </m:sub>
                      </m:sSub>
                      <m:d>
                        <m:dPr>
                          <m:begChr m:val="("/>
                          <m:endChr m:val=")"/>
                          <m:ctrlPr>
                            <a:rPr sz="1700">
                              <a:solidFill>
                                <a:srgbClr val="252529"/>
                              </a:solidFill>
                              <a:latin typeface="Cambria Math"/>
                            </a:rPr>
                          </m:ctrlPr>
                        </m:dPr>
                        <m:e>
                          <m:r>
                            <m:rPr>
                              <m:sty m:val="i"/>
                            </m:rPr>
                            <a:rPr sz="1700">
                              <a:solidFill>
                                <a:srgbClr val="252529"/>
                              </a:solidFill>
                              <a:latin typeface="Cambria Math"/>
                            </a:rPr>
                            <m:t xml:space="preserve">t,s</m:t>
                          </m:r>
                        </m:e>
                      </m:d>
                      <m:r>
                        <m:rPr>
                          <m:sty m:val="i"/>
                        </m:rPr>
                        <a:rPr sz="1700">
                          <a:solidFill>
                            <a:srgbClr val="147C60"/>
                          </a:solidFill>
                          <a:latin typeface="Cambria Math"/>
                        </a:rPr>
                        <m:t xml:space="preserve">−α</m:t>
                      </m:r>
                      <m:sSub>
                        <m:sSubPr>
                          <m:ctrlPr>
                            <a:rPr sz="1700">
                              <a:solidFill>
                                <a:srgbClr val="252529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m:rPr>
                              <m:sty m:val="i"/>
                            </m:rPr>
                            <a:rPr sz="1700">
                              <a:solidFill>
                                <a:srgbClr val="147C60"/>
                              </a:solidFill>
                              <a:latin typeface="Cambria Math"/>
                            </a:rPr>
                            <m:t xml:space="preserve">z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sz="1700">
                              <a:solidFill>
                                <a:srgbClr val="147C60"/>
                              </a:solidFill>
                              <a:latin typeface="Cambria Math"/>
                            </a:rPr>
                            <m:t xml:space="preserve">Δ</m:t>
                          </m:r>
                        </m:sub>
                      </m:sSub>
                      <m:d>
                        <m:dPr>
                          <m:begChr m:val="("/>
                          <m:endChr m:val=")"/>
                          <m:ctrlPr>
                            <a:rPr sz="1700">
                              <a:solidFill>
                                <a:srgbClr val="252529"/>
                              </a:solidFill>
                              <a:latin typeface="Cambria Math"/>
                            </a:rPr>
                          </m:ctrlPr>
                        </m:dPr>
                        <m:e>
                          <m:r>
                            <m:rPr>
                              <m:sty m:val="i"/>
                            </m:rPr>
                            <a:rPr sz="1700">
                              <a:solidFill>
                                <a:srgbClr val="252529"/>
                              </a:solidFill>
                              <a:latin typeface="Cambria Math"/>
                            </a:rPr>
                            <m:t xml:space="preserve">t,s</m:t>
                          </m:r>
                        </m:e>
                      </m:d>
                    </m:e>
                  </m:d>
                  <m:r>
                    <m:rPr>
                      <m:sty m:val="p"/>
                    </m:rPr>
                    <a:rPr sz="1700">
                      <a:solidFill>
                        <a:srgbClr val="147C60"/>
                      </a:solidFill>
                      <a:latin typeface="Cambria Math"/>
                    </a:rPr>
                    <m:t xml:space="preserve">≥0</m:t>
                  </m:r>
                </m:oMath>
              </m:oMathPara>
            </a14:m>
            <a:endParaRPr sz="1700"/>
          </a:p>
        </p:txBody>
      </p:sp>
      <p:sp>
        <p:nvSpPr>
          <p:cNvPr id="128" name="Pointwise quantifiers"/>
          <p:cNvSpPr/>
          <p:nvPr/>
        </p:nvSpPr>
        <p:spPr>
          <a:xfrm>
            <a:off x="444500" y="4273550"/>
            <a:ext cx="8255000" cy="2667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buNone/>
            </a:pPr>
            <a:r>
              <a:rPr lang="en-GB" sz="1400" baseline="0" b="0" i="0" u="none">
                <a:solidFill>
                  <a:srgbClr val="252529"/>
                </a:solidFill>
                <a:latin typeface="Aptos"/>
                <a:ea typeface="Aptos"/>
                <a:cs typeface="Aptos"/>
              </a:rPr>
              <a:t xml:space="preserve">For every input, at every time and spatial point.</a:t>
            </a:r>
            <a:endParaRPr sz="1400"/>
          </a:p>
        </p:txBody>
      </p:sp>
      <p:sp>
        <p:nvSpPr>
          <p:cNvPr id="129" name="Footer"/>
          <p:cNvSpPr/>
          <p:nvPr/>
        </p:nvSpPr>
        <p:spPr>
          <a:xfrm>
            <a:off x="457200" y="4876800"/>
            <a:ext cx="508000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buNone/>
            </a:pPr>
            <a:r>
              <a:rPr lang="en-GB" sz="800" baseline="0" b="0" i="0" u="none">
                <a:solidFill>
                  <a:srgbClr val="747B82"/>
                </a:solidFill>
                <a:latin typeface="Aptos"/>
                <a:ea typeface="Aptos"/>
                <a:cs typeface="Aptos"/>
              </a:rPr>
              <a:t xml:space="preserve">Msc Defence T.M. Lenssen</a:t>
            </a:r>
            <a:endParaRPr sz="800"/>
          </a:p>
        </p:txBody>
      </p:sp>
      <p:sp>
        <p:nvSpPr>
          <p:cNvPr id="130" name="Slide number"/>
          <p:cNvSpPr/>
          <p:nvPr/>
        </p:nvSpPr>
        <p:spPr>
          <a:xfrm>
            <a:off x="7874000" y="4876800"/>
            <a:ext cx="35560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buNone/>
            </a:pPr>
            <a:r>
              <a:rPr lang="en-GB" sz="800" baseline="0" b="0" i="0" u="none">
                <a:solidFill>
                  <a:srgbClr val="747B82"/>
                </a:solidFill>
                <a:latin typeface="Aptos"/>
                <a:ea typeface="Aptos"/>
                <a:cs typeface="Aptos"/>
              </a:rPr>
              <a:t xml:space="preserve">2</a:t>
            </a:r>
            <a:endParaRPr sz="800"/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 xmlns:m="http://schemas.openxmlformats.org/officeDocument/2006/math" xmlns:a14="http://schemas.microsoft.com/office/drawing/2010/main" xmlns:mc="http://schemas.openxmlformats.org/markup-compatibility/2006" mc:Ignorable="a14">
  <p:cSld>
    <p:spTree>
      <p:nvGrpSpPr>
        <p:cNvPr id="1" name=""/>
        <p:cNvGrpSpPr/>
        <p:nvPr/>
      </p:nvGrpSpPr>
      <p:grpSpPr/>
      <p:sp>
        <p:nvSpPr>
          <p:cNvPr id="101" name="Title"/>
          <p:cNvSpPr/>
          <p:nvPr/>
        </p:nvSpPr>
        <p:spPr>
          <a:xfrm>
            <a:off x="457200" y="371475"/>
            <a:ext cx="8229600" cy="4762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buNone/>
            </a:pPr>
            <a:r>
              <a:rPr lang="en-GB" sz="2500" baseline="0" b="1" i="0" u="none">
                <a:solidFill>
                  <a:srgbClr val="252529"/>
                </a:solidFill>
                <a:latin typeface="Aptos"/>
                <a:ea typeface="Aptos"/>
                <a:cs typeface="Aptos"/>
              </a:rPr>
              <a:t xml:space="preserve">Write the supply as a quadratic form</a:t>
            </a:r>
            <a:endParaRPr sz="2500"/>
          </a:p>
        </p:txBody>
      </p:sp>
      <p:sp>
        <p:nvSpPr>
          <p:cNvPr id="102" name="Admissible sector"/>
          <p:cNvSpPr/>
          <p:nvPr/>
        </p:nvSpPr>
        <p:spPr>
          <a:xfrm>
            <a:off x="894080" y="2171700"/>
            <a:ext cx="1557020" cy="958088"/>
          </a:xfrm>
          <a:custGeom>
            <a:avLst/>
            <a:gdLst/>
            <a:ahLst/>
            <a:cxnLst/>
            <a:rect l="0" t="0" r="r" b="b"/>
            <a:pathLst>
              <a:path w="1557020" h="958088" fill="norm">
                <a:moveTo>
                  <a:pt x="1544320" y="12700"/>
                </a:moveTo>
                <a:lnTo>
                  <a:pt x="12700" y="168148"/>
                </a:lnTo>
                <a:lnTo>
                  <a:pt x="12700" y="945388"/>
                </a:lnTo>
                <a:close/>
              </a:path>
            </a:pathLst>
          </a:custGeom>
          <a:solidFill>
            <a:srgbClr val="EDF2F5"/>
          </a:solidFill>
          <a:ln w="0">
            <a:noFill/>
          </a:ln>
        </p:spPr>
      </p:sp>
      <p:sp>
        <p:nvSpPr>
          <p:cNvPr id="103" name="Admissible sector"/>
          <p:cNvSpPr/>
          <p:nvPr/>
        </p:nvSpPr>
        <p:spPr>
          <a:xfrm>
            <a:off x="2425700" y="1239012"/>
            <a:ext cx="1557020" cy="958088"/>
          </a:xfrm>
          <a:custGeom>
            <a:avLst/>
            <a:gdLst/>
            <a:ahLst/>
            <a:cxnLst/>
            <a:rect l="0" t="0" r="r" b="b"/>
            <a:pathLst>
              <a:path w="1557020" h="958088" fill="norm">
                <a:moveTo>
                  <a:pt x="12700" y="945388"/>
                </a:moveTo>
                <a:lnTo>
                  <a:pt x="1544320" y="789940"/>
                </a:lnTo>
                <a:lnTo>
                  <a:pt x="1544320" y="12700"/>
                </a:lnTo>
                <a:close/>
              </a:path>
            </a:pathLst>
          </a:custGeom>
          <a:solidFill>
            <a:srgbClr val="EDF2F5"/>
          </a:solidFill>
          <a:ln w="0">
            <a:noFill/>
          </a:ln>
        </p:spPr>
      </p:sp>
      <p:sp>
        <p:nvSpPr>
          <p:cNvPr id="104" name="Input axis"/>
          <p:cNvSpPr/>
          <p:nvPr/>
        </p:nvSpPr>
        <p:spPr>
          <a:xfrm>
            <a:off x="766445" y="2171700"/>
            <a:ext cx="3403473" cy="25400"/>
          </a:xfrm>
          <a:custGeom>
            <a:avLst/>
            <a:gdLst/>
            <a:ahLst/>
            <a:cxnLst/>
            <a:rect l="0" t="0" r="r" b="b"/>
            <a:pathLst>
              <a:path w="3403473" h="25400" fill="none">
                <a:moveTo>
                  <a:pt x="12700" y="12700"/>
                </a:moveTo>
                <a:lnTo>
                  <a:pt x="3390773" y="12700"/>
                </a:lnTo>
              </a:path>
            </a:pathLst>
          </a:custGeom>
          <a:noFill/>
          <a:ln w="8255">
            <a:solidFill>
              <a:srgbClr val="A9ADB2"/>
            </a:solidFill>
            <a:round/>
            <a:tailEnd type="triangle" w="sm" len="sm"/>
          </a:ln>
        </p:spPr>
      </p:sp>
      <p:sp>
        <p:nvSpPr>
          <p:cNvPr id="105" name="Output axis"/>
          <p:cNvSpPr/>
          <p:nvPr/>
        </p:nvSpPr>
        <p:spPr>
          <a:xfrm>
            <a:off x="2425700" y="1144016"/>
            <a:ext cx="25400" cy="2067814"/>
          </a:xfrm>
          <a:custGeom>
            <a:avLst/>
            <a:gdLst/>
            <a:ahLst/>
            <a:cxnLst/>
            <a:rect l="0" t="0" r="r" b="b"/>
            <a:pathLst>
              <a:path w="25400" h="2067814" fill="none">
                <a:moveTo>
                  <a:pt x="12700" y="2055114"/>
                </a:moveTo>
                <a:lnTo>
                  <a:pt x="12700" y="12700"/>
                </a:lnTo>
              </a:path>
            </a:pathLst>
          </a:custGeom>
          <a:noFill/>
          <a:ln w="8255">
            <a:solidFill>
              <a:srgbClr val="A9ADB2"/>
            </a:solidFill>
            <a:round/>
            <a:tailEnd type="triangle" w="sm" len="sm"/>
          </a:ln>
        </p:spPr>
      </p:sp>
      <p:sp>
        <p:nvSpPr>
          <p:cNvPr id="106" name="Sector boundary"/>
          <p:cNvSpPr/>
          <p:nvPr/>
        </p:nvSpPr>
        <p:spPr>
          <a:xfrm>
            <a:off x="894080" y="2016252"/>
            <a:ext cx="3088640" cy="336296"/>
          </a:xfrm>
          <a:custGeom>
            <a:avLst/>
            <a:gdLst/>
            <a:ahLst/>
            <a:cxnLst/>
            <a:rect l="0" t="0" r="r" b="b"/>
            <a:pathLst>
              <a:path w="3088640" h="336296" fill="none">
                <a:moveTo>
                  <a:pt x="12700" y="323596"/>
                </a:moveTo>
                <a:lnTo>
                  <a:pt x="3075940" y="12700"/>
                </a:lnTo>
              </a:path>
            </a:pathLst>
          </a:custGeom>
          <a:noFill/>
          <a:ln w="11430">
            <a:solidFill>
              <a:srgbClr val="747B82"/>
            </a:solidFill>
          </a:ln>
        </p:spPr>
      </p:sp>
      <p:sp>
        <p:nvSpPr>
          <p:cNvPr id="107" name="Sector boundary"/>
          <p:cNvSpPr/>
          <p:nvPr/>
        </p:nvSpPr>
        <p:spPr>
          <a:xfrm>
            <a:off x="894080" y="1239012"/>
            <a:ext cx="3088640" cy="1890776"/>
          </a:xfrm>
          <a:custGeom>
            <a:avLst/>
            <a:gdLst/>
            <a:ahLst/>
            <a:cxnLst/>
            <a:rect l="0" t="0" r="r" b="b"/>
            <a:pathLst>
              <a:path w="3088640" h="1890776" fill="none">
                <a:moveTo>
                  <a:pt x="12700" y="1878076"/>
                </a:moveTo>
                <a:lnTo>
                  <a:pt x="3075940" y="12700"/>
                </a:lnTo>
              </a:path>
            </a:pathLst>
          </a:custGeom>
          <a:noFill/>
          <a:ln w="11430">
            <a:solidFill>
              <a:srgbClr val="747B82"/>
            </a:solidFill>
          </a:ln>
        </p:spPr>
      </p:sp>
      <p:sp>
        <p:nvSpPr>
          <p:cNvPr id="108" name="Example sector nonlinearity"/>
          <p:cNvSpPr/>
          <p:nvPr/>
        </p:nvSpPr>
        <p:spPr>
          <a:xfrm>
            <a:off x="894080" y="1504983"/>
            <a:ext cx="3088640" cy="1358835"/>
          </a:xfrm>
          <a:custGeom>
            <a:avLst/>
            <a:gdLst/>
            <a:ahLst/>
            <a:cxnLst/>
            <a:rect l="0" t="0" r="r" b="b"/>
            <a:pathLst>
              <a:path w="3088640" h="1358835" fill="none">
                <a:moveTo>
                  <a:pt x="12700" y="1346135"/>
                </a:moveTo>
                <a:lnTo>
                  <a:pt x="43332" y="1334753"/>
                </a:lnTo>
                <a:lnTo>
                  <a:pt x="73965" y="1323337"/>
                </a:lnTo>
                <a:lnTo>
                  <a:pt x="104597" y="1311884"/>
                </a:lnTo>
                <a:lnTo>
                  <a:pt x="135230" y="1300390"/>
                </a:lnTo>
                <a:lnTo>
                  <a:pt x="165862" y="1288854"/>
                </a:lnTo>
                <a:lnTo>
                  <a:pt x="196494" y="1277273"/>
                </a:lnTo>
                <a:lnTo>
                  <a:pt x="227127" y="1265645"/>
                </a:lnTo>
                <a:lnTo>
                  <a:pt x="257759" y="1253965"/>
                </a:lnTo>
                <a:lnTo>
                  <a:pt x="288392" y="1242232"/>
                </a:lnTo>
                <a:lnTo>
                  <a:pt x="319024" y="1230441"/>
                </a:lnTo>
                <a:lnTo>
                  <a:pt x="349656" y="1218590"/>
                </a:lnTo>
                <a:lnTo>
                  <a:pt x="380289" y="1206676"/>
                </a:lnTo>
                <a:lnTo>
                  <a:pt x="410921" y="1194693"/>
                </a:lnTo>
                <a:lnTo>
                  <a:pt x="441554" y="1182640"/>
                </a:lnTo>
                <a:lnTo>
                  <a:pt x="472186" y="1170512"/>
                </a:lnTo>
                <a:lnTo>
                  <a:pt x="502818" y="1158305"/>
                </a:lnTo>
                <a:lnTo>
                  <a:pt x="533451" y="1146015"/>
                </a:lnTo>
                <a:lnTo>
                  <a:pt x="564083" y="1133638"/>
                </a:lnTo>
                <a:lnTo>
                  <a:pt x="594716" y="1121171"/>
                </a:lnTo>
                <a:lnTo>
                  <a:pt x="625348" y="1108609"/>
                </a:lnTo>
                <a:lnTo>
                  <a:pt x="655980" y="1095948"/>
                </a:lnTo>
                <a:lnTo>
                  <a:pt x="686613" y="1083185"/>
                </a:lnTo>
                <a:lnTo>
                  <a:pt x="717245" y="1070315"/>
                </a:lnTo>
                <a:lnTo>
                  <a:pt x="747878" y="1057335"/>
                </a:lnTo>
                <a:lnTo>
                  <a:pt x="778510" y="1044240"/>
                </a:lnTo>
                <a:lnTo>
                  <a:pt x="809142" y="1031029"/>
                </a:lnTo>
                <a:lnTo>
                  <a:pt x="839775" y="1017698"/>
                </a:lnTo>
                <a:lnTo>
                  <a:pt x="870407" y="1004244"/>
                </a:lnTo>
                <a:lnTo>
                  <a:pt x="901040" y="990665"/>
                </a:lnTo>
                <a:lnTo>
                  <a:pt x="931672" y="976959"/>
                </a:lnTo>
                <a:lnTo>
                  <a:pt x="962304" y="963125"/>
                </a:lnTo>
                <a:lnTo>
                  <a:pt x="992937" y="949161"/>
                </a:lnTo>
                <a:lnTo>
                  <a:pt x="1023569" y="935069"/>
                </a:lnTo>
                <a:lnTo>
                  <a:pt x="1054202" y="920848"/>
                </a:lnTo>
                <a:lnTo>
                  <a:pt x="1084834" y="906499"/>
                </a:lnTo>
                <a:lnTo>
                  <a:pt x="1115466" y="892026"/>
                </a:lnTo>
                <a:lnTo>
                  <a:pt x="1146099" y="877430"/>
                </a:lnTo>
                <a:lnTo>
                  <a:pt x="1176731" y="862715"/>
                </a:lnTo>
                <a:lnTo>
                  <a:pt x="1207364" y="847887"/>
                </a:lnTo>
                <a:lnTo>
                  <a:pt x="1237996" y="832950"/>
                </a:lnTo>
                <a:lnTo>
                  <a:pt x="1268628" y="817911"/>
                </a:lnTo>
                <a:lnTo>
                  <a:pt x="1299261" y="802777"/>
                </a:lnTo>
                <a:lnTo>
                  <a:pt x="1329893" y="787557"/>
                </a:lnTo>
                <a:lnTo>
                  <a:pt x="1360526" y="772259"/>
                </a:lnTo>
                <a:lnTo>
                  <a:pt x="1391158" y="756893"/>
                </a:lnTo>
                <a:lnTo>
                  <a:pt x="1421790" y="741469"/>
                </a:lnTo>
                <a:lnTo>
                  <a:pt x="1452423" y="725998"/>
                </a:lnTo>
                <a:lnTo>
                  <a:pt x="1483055" y="710491"/>
                </a:lnTo>
                <a:lnTo>
                  <a:pt x="1513688" y="694960"/>
                </a:lnTo>
                <a:lnTo>
                  <a:pt x="1544320" y="679417"/>
                </a:lnTo>
                <a:lnTo>
                  <a:pt x="1574952" y="663874"/>
                </a:lnTo>
                <a:lnTo>
                  <a:pt x="1605585" y="648344"/>
                </a:lnTo>
                <a:lnTo>
                  <a:pt x="1636217" y="632837"/>
                </a:lnTo>
                <a:lnTo>
                  <a:pt x="1666850" y="617366"/>
                </a:lnTo>
                <a:lnTo>
                  <a:pt x="1697482" y="601942"/>
                </a:lnTo>
                <a:lnTo>
                  <a:pt x="1728114" y="586576"/>
                </a:lnTo>
                <a:lnTo>
                  <a:pt x="1758747" y="571278"/>
                </a:lnTo>
                <a:lnTo>
                  <a:pt x="1789379" y="556057"/>
                </a:lnTo>
                <a:lnTo>
                  <a:pt x="1820012" y="540924"/>
                </a:lnTo>
                <a:lnTo>
                  <a:pt x="1850644" y="525885"/>
                </a:lnTo>
                <a:lnTo>
                  <a:pt x="1881276" y="510948"/>
                </a:lnTo>
                <a:lnTo>
                  <a:pt x="1911909" y="496119"/>
                </a:lnTo>
                <a:lnTo>
                  <a:pt x="1942541" y="481405"/>
                </a:lnTo>
                <a:lnTo>
                  <a:pt x="1973174" y="466809"/>
                </a:lnTo>
                <a:lnTo>
                  <a:pt x="2003806" y="452335"/>
                </a:lnTo>
                <a:lnTo>
                  <a:pt x="2034438" y="437987"/>
                </a:lnTo>
                <a:lnTo>
                  <a:pt x="2065071" y="423766"/>
                </a:lnTo>
                <a:lnTo>
                  <a:pt x="2095703" y="409673"/>
                </a:lnTo>
                <a:lnTo>
                  <a:pt x="2126336" y="395710"/>
                </a:lnTo>
                <a:lnTo>
                  <a:pt x="2156968" y="381876"/>
                </a:lnTo>
                <a:lnTo>
                  <a:pt x="2187600" y="368170"/>
                </a:lnTo>
                <a:lnTo>
                  <a:pt x="2218233" y="354590"/>
                </a:lnTo>
                <a:lnTo>
                  <a:pt x="2248865" y="341136"/>
                </a:lnTo>
                <a:lnTo>
                  <a:pt x="2279498" y="327805"/>
                </a:lnTo>
                <a:lnTo>
                  <a:pt x="2310130" y="314594"/>
                </a:lnTo>
                <a:lnTo>
                  <a:pt x="2340762" y="301500"/>
                </a:lnTo>
                <a:lnTo>
                  <a:pt x="2371395" y="288520"/>
                </a:lnTo>
                <a:lnTo>
                  <a:pt x="2402027" y="275650"/>
                </a:lnTo>
                <a:lnTo>
                  <a:pt x="2432660" y="262886"/>
                </a:lnTo>
                <a:lnTo>
                  <a:pt x="2463292" y="250225"/>
                </a:lnTo>
                <a:lnTo>
                  <a:pt x="2493924" y="237663"/>
                </a:lnTo>
                <a:lnTo>
                  <a:pt x="2524557" y="225196"/>
                </a:lnTo>
                <a:lnTo>
                  <a:pt x="2555189" y="212820"/>
                </a:lnTo>
                <a:lnTo>
                  <a:pt x="2585822" y="200530"/>
                </a:lnTo>
                <a:lnTo>
                  <a:pt x="2616454" y="188323"/>
                </a:lnTo>
                <a:lnTo>
                  <a:pt x="2647086" y="176195"/>
                </a:lnTo>
                <a:lnTo>
                  <a:pt x="2677719" y="164141"/>
                </a:lnTo>
                <a:lnTo>
                  <a:pt x="2708351" y="152159"/>
                </a:lnTo>
                <a:lnTo>
                  <a:pt x="2738984" y="140244"/>
                </a:lnTo>
                <a:lnTo>
                  <a:pt x="2769616" y="128393"/>
                </a:lnTo>
                <a:lnTo>
                  <a:pt x="2800248" y="116603"/>
                </a:lnTo>
                <a:lnTo>
                  <a:pt x="2830881" y="104869"/>
                </a:lnTo>
                <a:lnTo>
                  <a:pt x="2861513" y="93190"/>
                </a:lnTo>
                <a:lnTo>
                  <a:pt x="2892146" y="81561"/>
                </a:lnTo>
                <a:lnTo>
                  <a:pt x="2922778" y="69980"/>
                </a:lnTo>
                <a:lnTo>
                  <a:pt x="2953410" y="58444"/>
                </a:lnTo>
                <a:lnTo>
                  <a:pt x="2984043" y="46951"/>
                </a:lnTo>
                <a:lnTo>
                  <a:pt x="3014675" y="35497"/>
                </a:lnTo>
                <a:lnTo>
                  <a:pt x="3045308" y="24081"/>
                </a:lnTo>
                <a:lnTo>
                  <a:pt x="3075940" y="12700"/>
                </a:lnTo>
              </a:path>
            </a:pathLst>
          </a:custGeom>
          <a:noFill/>
          <a:ln w="24130">
            <a:solidFill>
              <a:srgbClr val="D61016"/>
            </a:solidFill>
          </a:ln>
        </p:spPr>
      </p:sp>
      <p:sp>
        <p:nvSpPr>
          <p:cNvPr id="109" name="Input graph label"/>
          <p:cNvSpPr/>
          <p:nvPr/>
        </p:nvSpPr>
        <p:spPr>
          <a:xfrm>
            <a:off x="3517900" y="2217420"/>
            <a:ext cx="1143000" cy="391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buNone/>
            </a:pPr>
            <a14:m>
              <m:oMathPara>
                <m:oMathParaPr>
                  <m:jc m:val="center"/>
                </m:oMathParaPr>
                <m:oMath>
                  <m:sSub>
                    <m:sSubPr>
                      <m:ctrlPr>
                        <a:rPr sz="1100">
                          <a:solidFill>
                            <a:srgbClr val="252529"/>
                          </a:solidFill>
                          <a:latin typeface="Cambria Math"/>
                        </a:rPr>
                      </m:ctrlPr>
                    </m:sSubPr>
                    <m:e>
                      <m:r>
                        <m:rPr>
                          <m:sty m:val="i"/>
                        </m:rPr>
                        <a:rPr sz="1100">
                          <a:solidFill>
                            <a:srgbClr val="252529"/>
                          </a:solidFill>
                          <a:latin typeface="Cambria Math"/>
                        </a:rPr>
                        <m:t xml:space="preserve">z</m:t>
                      </m:r>
                    </m:e>
                    <m:sub>
                      <m:r>
                        <m:rPr>
                          <m:sty m:val="p"/>
                        </m:rPr>
                        <a:rPr sz="1100">
                          <a:solidFill>
                            <a:srgbClr val="252529"/>
                          </a:solidFill>
                          <a:latin typeface="Cambria Math"/>
                        </a:rPr>
                        <m:t xml:space="preserve">Δ</m:t>
                      </m:r>
                    </m:sub>
                  </m:sSub>
                  <m:d>
                    <m:dPr>
                      <m:begChr m:val="("/>
                      <m:endChr m:val=")"/>
                      <m:ctrlPr>
                        <a:rPr sz="1100">
                          <a:solidFill>
                            <a:srgbClr val="252529"/>
                          </a:solidFill>
                          <a:latin typeface="Cambria Math"/>
                        </a:rPr>
                      </m:ctrlPr>
                    </m:dPr>
                    <m:e>
                      <m:r>
                        <m:rPr>
                          <m:sty m:val="i"/>
                        </m:rPr>
                        <a:rPr sz="1100">
                          <a:solidFill>
                            <a:srgbClr val="252529"/>
                          </a:solidFill>
                          <a:latin typeface="Cambria Math"/>
                        </a:rPr>
                        <m:t xml:space="preserve">t,s</m:t>
                      </m:r>
                    </m:e>
                  </m:d>
                </m:oMath>
              </m:oMathPara>
            </a14:m>
            <a:endParaRPr sz="1100"/>
          </a:p>
        </p:txBody>
      </p:sp>
      <p:sp>
        <p:nvSpPr>
          <p:cNvPr id="110" name="Output graph label"/>
          <p:cNvSpPr/>
          <p:nvPr/>
        </p:nvSpPr>
        <p:spPr>
          <a:xfrm>
            <a:off x="1835150" y="858520"/>
            <a:ext cx="1206500" cy="391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buNone/>
            </a:pPr>
            <a14:m>
              <m:oMathPara>
                <m:oMathParaPr>
                  <m:jc m:val="center"/>
                </m:oMathParaPr>
                <m:oMath>
                  <m:sSub>
                    <m:sSubPr>
                      <m:ctrlPr>
                        <a:rPr sz="1100">
                          <a:solidFill>
                            <a:srgbClr val="252529"/>
                          </a:solidFill>
                          <a:latin typeface="Cambria Math"/>
                        </a:rPr>
                      </m:ctrlPr>
                    </m:sSubPr>
                    <m:e>
                      <m:r>
                        <m:rPr>
                          <m:sty m:val="i"/>
                        </m:rPr>
                        <a:rPr sz="1100">
                          <a:solidFill>
                            <a:srgbClr val="252529"/>
                          </a:solidFill>
                          <a:latin typeface="Cambria Math"/>
                        </a:rPr>
                        <m:t xml:space="preserve">w</m:t>
                      </m:r>
                    </m:e>
                    <m:sub>
                      <m:r>
                        <m:rPr>
                          <m:sty m:val="p"/>
                        </m:rPr>
                        <a:rPr sz="1100">
                          <a:solidFill>
                            <a:srgbClr val="252529"/>
                          </a:solidFill>
                          <a:latin typeface="Cambria Math"/>
                        </a:rPr>
                        <m:t xml:space="preserve">Δ</m:t>
                      </m:r>
                    </m:sub>
                  </m:sSub>
                  <m:d>
                    <m:dPr>
                      <m:begChr m:val="("/>
                      <m:endChr m:val=")"/>
                      <m:ctrlPr>
                        <a:rPr sz="1100">
                          <a:solidFill>
                            <a:srgbClr val="252529"/>
                          </a:solidFill>
                          <a:latin typeface="Cambria Math"/>
                        </a:rPr>
                      </m:ctrlPr>
                    </m:dPr>
                    <m:e>
                      <m:r>
                        <m:rPr>
                          <m:sty m:val="i"/>
                        </m:rPr>
                        <a:rPr sz="1100">
                          <a:solidFill>
                            <a:srgbClr val="252529"/>
                          </a:solidFill>
                          <a:latin typeface="Cambria Math"/>
                        </a:rPr>
                        <m:t xml:space="preserve">t,s</m:t>
                      </m:r>
                    </m:e>
                  </m:d>
                </m:oMath>
              </m:oMathPara>
            </a14:m>
            <a:endParaRPr sz="1100"/>
          </a:p>
        </p:txBody>
      </p:sp>
      <p:sp>
        <p:nvSpPr>
          <p:cNvPr id="111" name="Upper sector bound"/>
          <p:cNvSpPr/>
          <p:nvPr/>
        </p:nvSpPr>
        <p:spPr>
          <a:xfrm>
            <a:off x="3435350" y="1023620"/>
            <a:ext cx="1333500" cy="391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buNone/>
            </a:pPr>
            <a14:m>
              <m:oMathPara>
                <m:oMathParaPr>
                  <m:jc m:val="center"/>
                </m:oMathParaPr>
                <m:oMath>
                  <m:r>
                    <m:rPr>
                      <m:sty m:val="p"/>
                    </m:rPr>
                    <a:rPr sz="1100">
                      <a:solidFill>
                        <a:srgbClr val="252529"/>
                      </a:solidFill>
                      <a:latin typeface="Cambria Math"/>
                    </a:rPr>
                    <m:t xml:space="preserve">β</m:t>
                  </m:r>
                  <m:sSub>
                    <m:sSubPr>
                      <m:ctrlPr>
                        <a:rPr sz="1100">
                          <a:solidFill>
                            <a:srgbClr val="252529"/>
                          </a:solidFill>
                          <a:latin typeface="Cambria Math"/>
                        </a:rPr>
                      </m:ctrlPr>
                    </m:sSubPr>
                    <m:e>
                      <m:r>
                        <m:rPr>
                          <m:sty m:val="i"/>
                        </m:rPr>
                        <a:rPr sz="1100">
                          <a:solidFill>
                            <a:srgbClr val="252529"/>
                          </a:solidFill>
                          <a:latin typeface="Cambria Math"/>
                        </a:rPr>
                        <m:t xml:space="preserve">z</m:t>
                      </m:r>
                    </m:e>
                    <m:sub>
                      <m:r>
                        <m:rPr>
                          <m:sty m:val="p"/>
                        </m:rPr>
                        <a:rPr sz="1100">
                          <a:solidFill>
                            <a:srgbClr val="252529"/>
                          </a:solidFill>
                          <a:latin typeface="Cambria Math"/>
                        </a:rPr>
                        <m:t xml:space="preserve">Δ</m:t>
                      </m:r>
                    </m:sub>
                  </m:sSub>
                  <m:d>
                    <m:dPr>
                      <m:begChr m:val="("/>
                      <m:endChr m:val=")"/>
                      <m:ctrlPr>
                        <a:rPr sz="1100">
                          <a:solidFill>
                            <a:srgbClr val="252529"/>
                          </a:solidFill>
                          <a:latin typeface="Cambria Math"/>
                        </a:rPr>
                      </m:ctrlPr>
                    </m:dPr>
                    <m:e>
                      <m:r>
                        <m:rPr>
                          <m:sty m:val="i"/>
                        </m:rPr>
                        <a:rPr sz="1100">
                          <a:solidFill>
                            <a:srgbClr val="252529"/>
                          </a:solidFill>
                          <a:latin typeface="Cambria Math"/>
                        </a:rPr>
                        <m:t xml:space="preserve">t,s</m:t>
                      </m:r>
                    </m:e>
                  </m:d>
                </m:oMath>
              </m:oMathPara>
            </a14:m>
            <a:endParaRPr sz="1100"/>
          </a:p>
        </p:txBody>
      </p:sp>
      <p:sp>
        <p:nvSpPr>
          <p:cNvPr id="112" name="Lower sector bound"/>
          <p:cNvSpPr/>
          <p:nvPr/>
        </p:nvSpPr>
        <p:spPr>
          <a:xfrm>
            <a:off x="3486150" y="1633220"/>
            <a:ext cx="1333500" cy="391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buNone/>
            </a:pPr>
            <a14:m>
              <m:oMathPara>
                <m:oMathParaPr>
                  <m:jc m:val="center"/>
                </m:oMathParaPr>
                <m:oMath>
                  <m:r>
                    <m:rPr>
                      <m:sty m:val="i"/>
                    </m:rPr>
                    <a:rPr sz="1100">
                      <a:solidFill>
                        <a:srgbClr val="252529"/>
                      </a:solidFill>
                      <a:latin typeface="Cambria Math"/>
                    </a:rPr>
                    <m:t xml:space="preserve">α</m:t>
                  </m:r>
                  <m:sSub>
                    <m:sSubPr>
                      <m:ctrlPr>
                        <a:rPr sz="1100">
                          <a:solidFill>
                            <a:srgbClr val="252529"/>
                          </a:solidFill>
                          <a:latin typeface="Cambria Math"/>
                        </a:rPr>
                      </m:ctrlPr>
                    </m:sSubPr>
                    <m:e>
                      <m:r>
                        <m:rPr>
                          <m:sty m:val="i"/>
                        </m:rPr>
                        <a:rPr sz="1100">
                          <a:solidFill>
                            <a:srgbClr val="252529"/>
                          </a:solidFill>
                          <a:latin typeface="Cambria Math"/>
                        </a:rPr>
                        <m:t xml:space="preserve">z</m:t>
                      </m:r>
                    </m:e>
                    <m:sub>
                      <m:r>
                        <m:rPr>
                          <m:sty m:val="p"/>
                        </m:rPr>
                        <a:rPr sz="1100">
                          <a:solidFill>
                            <a:srgbClr val="252529"/>
                          </a:solidFill>
                          <a:latin typeface="Cambria Math"/>
                        </a:rPr>
                        <m:t xml:space="preserve">Δ</m:t>
                      </m:r>
                    </m:sub>
                  </m:sSub>
                  <m:d>
                    <m:dPr>
                      <m:begChr m:val="("/>
                      <m:endChr m:val=")"/>
                      <m:ctrlPr>
                        <a:rPr sz="1100">
                          <a:solidFill>
                            <a:srgbClr val="252529"/>
                          </a:solidFill>
                          <a:latin typeface="Cambria Math"/>
                        </a:rPr>
                      </m:ctrlPr>
                    </m:dPr>
                    <m:e>
                      <m:r>
                        <m:rPr>
                          <m:sty m:val="i"/>
                        </m:rPr>
                        <a:rPr sz="1100">
                          <a:solidFill>
                            <a:srgbClr val="252529"/>
                          </a:solidFill>
                          <a:latin typeface="Cambria Math"/>
                        </a:rPr>
                        <m:t xml:space="preserve">t,s</m:t>
                      </m:r>
                    </m:e>
                  </m:d>
                </m:oMath>
              </m:oMathPara>
            </a14:m>
            <a:endParaRPr sz="1100"/>
          </a:p>
        </p:txBody>
      </p:sp>
      <p:sp>
        <p:nvSpPr>
          <p:cNvPr id="113" name="Upper gap"/>
          <p:cNvSpPr/>
          <p:nvPr/>
        </p:nvSpPr>
        <p:spPr>
          <a:xfrm>
            <a:off x="3378708" y="1591361"/>
            <a:ext cx="25400" cy="162596"/>
          </a:xfrm>
          <a:custGeom>
            <a:avLst/>
            <a:gdLst/>
            <a:ahLst/>
            <a:cxnLst/>
            <a:rect l="0" t="0" r="r" b="b"/>
            <a:pathLst>
              <a:path w="25400" h="162596" fill="none">
                <a:moveTo>
                  <a:pt x="12700" y="12700"/>
                </a:moveTo>
                <a:lnTo>
                  <a:pt x="12700" y="149896"/>
                </a:lnTo>
              </a:path>
            </a:pathLst>
          </a:custGeom>
          <a:noFill/>
          <a:ln w="35560">
            <a:solidFill>
              <a:srgbClr val="216F9C"/>
            </a:solidFill>
            <a:round/>
          </a:ln>
        </p:spPr>
      </p:sp>
      <p:sp>
        <p:nvSpPr>
          <p:cNvPr id="114" name="Lower gap"/>
          <p:cNvSpPr/>
          <p:nvPr/>
        </p:nvSpPr>
        <p:spPr>
          <a:xfrm>
            <a:off x="3378708" y="1728556"/>
            <a:ext cx="25400" cy="371820"/>
          </a:xfrm>
          <a:custGeom>
            <a:avLst/>
            <a:gdLst/>
            <a:ahLst/>
            <a:cxnLst/>
            <a:rect l="0" t="0" r="r" b="b"/>
            <a:pathLst>
              <a:path w="25400" h="371820" fill="none">
                <a:moveTo>
                  <a:pt x="12700" y="12700"/>
                </a:moveTo>
                <a:lnTo>
                  <a:pt x="12700" y="359120"/>
                </a:lnTo>
              </a:path>
            </a:pathLst>
          </a:custGeom>
          <a:noFill/>
          <a:ln w="35560">
            <a:solidFill>
              <a:srgbClr val="147C60"/>
            </a:solidFill>
            <a:round/>
          </a:ln>
        </p:spPr>
      </p:sp>
      <p:sp>
        <p:nvSpPr>
          <p:cNvPr id="115" name="Gap tick"/>
          <p:cNvSpPr/>
          <p:nvPr/>
        </p:nvSpPr>
        <p:spPr>
          <a:xfrm>
            <a:off x="3340608" y="1591361"/>
            <a:ext cx="101600" cy="25400"/>
          </a:xfrm>
          <a:custGeom>
            <a:avLst/>
            <a:gdLst/>
            <a:ahLst/>
            <a:cxnLst/>
            <a:rect l="0" t="0" r="r" b="b"/>
            <a:pathLst>
              <a:path w="101600" h="25400" fill="none">
                <a:moveTo>
                  <a:pt x="12700" y="12700"/>
                </a:moveTo>
                <a:lnTo>
                  <a:pt x="88900" y="12700"/>
                </a:lnTo>
              </a:path>
            </a:pathLst>
          </a:custGeom>
          <a:noFill/>
          <a:ln w="8255">
            <a:solidFill>
              <a:srgbClr val="252529"/>
            </a:solidFill>
            <a:round/>
          </a:ln>
        </p:spPr>
      </p:sp>
      <p:sp>
        <p:nvSpPr>
          <p:cNvPr id="116" name="Gap tick"/>
          <p:cNvSpPr/>
          <p:nvPr/>
        </p:nvSpPr>
        <p:spPr>
          <a:xfrm>
            <a:off x="3340608" y="1728556"/>
            <a:ext cx="101600" cy="25400"/>
          </a:xfrm>
          <a:custGeom>
            <a:avLst/>
            <a:gdLst/>
            <a:ahLst/>
            <a:cxnLst/>
            <a:rect l="0" t="0" r="r" b="b"/>
            <a:pathLst>
              <a:path w="101600" h="25400" fill="none">
                <a:moveTo>
                  <a:pt x="12700" y="12700"/>
                </a:moveTo>
                <a:lnTo>
                  <a:pt x="88900" y="12700"/>
                </a:lnTo>
              </a:path>
            </a:pathLst>
          </a:custGeom>
          <a:noFill/>
          <a:ln w="8255">
            <a:solidFill>
              <a:srgbClr val="252529"/>
            </a:solidFill>
            <a:round/>
          </a:ln>
        </p:spPr>
      </p:sp>
      <p:sp>
        <p:nvSpPr>
          <p:cNvPr id="117" name="Gap tick"/>
          <p:cNvSpPr/>
          <p:nvPr/>
        </p:nvSpPr>
        <p:spPr>
          <a:xfrm>
            <a:off x="3340608" y="2074977"/>
            <a:ext cx="101600" cy="25400"/>
          </a:xfrm>
          <a:custGeom>
            <a:avLst/>
            <a:gdLst/>
            <a:ahLst/>
            <a:cxnLst/>
            <a:rect l="0" t="0" r="r" b="b"/>
            <a:pathLst>
              <a:path w="101600" h="25400" fill="none">
                <a:moveTo>
                  <a:pt x="12700" y="12700"/>
                </a:moveTo>
                <a:lnTo>
                  <a:pt x="88900" y="12700"/>
                </a:lnTo>
              </a:path>
            </a:pathLst>
          </a:custGeom>
          <a:noFill/>
          <a:ln w="8255">
            <a:solidFill>
              <a:srgbClr val="252529"/>
            </a:solidFill>
            <a:round/>
          </a:ln>
        </p:spPr>
      </p:sp>
      <p:sp>
        <p:nvSpPr>
          <p:cNvPr id="118" name="Sample point"/>
          <p:cNvSpPr/>
          <p:nvPr/>
        </p:nvSpPr>
        <p:spPr>
          <a:xfrm>
            <a:off x="3359658" y="1709506"/>
            <a:ext cx="63500" cy="63500"/>
          </a:xfrm>
          <a:prstGeom prst="ellipse">
            <a:avLst/>
          </a:prstGeom>
          <a:solidFill>
            <a:srgbClr val="D61016"/>
          </a:solidFill>
          <a:ln>
            <a:noFill/>
          </a:ln>
        </p:spPr>
      </p:sp>
      <p:sp>
        <p:nvSpPr>
          <p:cNvPr id="119" name="Delta input"/>
          <p:cNvSpPr/>
          <p:nvPr/>
        </p:nvSpPr>
        <p:spPr>
          <a:xfrm>
            <a:off x="5194300" y="1841500"/>
            <a:ext cx="1079500" cy="25400"/>
          </a:xfrm>
          <a:custGeom>
            <a:avLst/>
            <a:gdLst/>
            <a:ahLst/>
            <a:cxnLst/>
            <a:rect l="0" t="0" r="r" b="b"/>
            <a:pathLst>
              <a:path w="1079500" h="25400" fill="none">
                <a:moveTo>
                  <a:pt x="12700" y="12700"/>
                </a:moveTo>
                <a:lnTo>
                  <a:pt x="1066800" y="12700"/>
                </a:lnTo>
              </a:path>
            </a:pathLst>
          </a:custGeom>
          <a:noFill/>
          <a:ln w="12700">
            <a:solidFill>
              <a:srgbClr val="252529"/>
            </a:solidFill>
            <a:round/>
            <a:tailEnd type="triangle" w="sm" len="sm"/>
          </a:ln>
        </p:spPr>
      </p:sp>
      <p:sp>
        <p:nvSpPr>
          <p:cNvPr id="120" name="Delta output"/>
          <p:cNvSpPr/>
          <p:nvPr/>
        </p:nvSpPr>
        <p:spPr>
          <a:xfrm>
            <a:off x="6934200" y="1841500"/>
            <a:ext cx="1333500" cy="25400"/>
          </a:xfrm>
          <a:custGeom>
            <a:avLst/>
            <a:gdLst/>
            <a:ahLst/>
            <a:cxnLst/>
            <a:rect l="0" t="0" r="r" b="b"/>
            <a:pathLst>
              <a:path w="1333500" h="25400" fill="none">
                <a:moveTo>
                  <a:pt x="12700" y="12700"/>
                </a:moveTo>
                <a:lnTo>
                  <a:pt x="1320800" y="12700"/>
                </a:lnTo>
              </a:path>
            </a:pathLst>
          </a:custGeom>
          <a:noFill/>
          <a:ln w="12700">
            <a:solidFill>
              <a:srgbClr val="252529"/>
            </a:solidFill>
            <a:round/>
            <a:tailEnd type="triangle" w="sm" len="sm"/>
          </a:ln>
        </p:spPr>
      </p:sp>
      <p:sp>
        <p:nvSpPr>
          <p:cNvPr id="121" name="Delta block"/>
          <p:cNvSpPr/>
          <p:nvPr/>
        </p:nvSpPr>
        <p:spPr>
          <a:xfrm>
            <a:off x="6261100" y="1549400"/>
            <a:ext cx="685800" cy="609600"/>
          </a:xfrm>
          <a:prstGeom prst="rect">
            <a:avLst/>
          </a:prstGeom>
          <a:noFill/>
          <a:ln w="12700">
            <a:solidFill>
              <a:srgbClr val="D61016"/>
            </a:solidFill>
          </a:ln>
        </p:spPr>
      </p:sp>
      <p:sp>
        <p:nvSpPr>
          <p:cNvPr id="122" name="Delta label"/>
          <p:cNvSpPr/>
          <p:nvPr/>
        </p:nvSpPr>
        <p:spPr>
          <a:xfrm>
            <a:off x="6286500" y="1409700"/>
            <a:ext cx="635000" cy="889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buNone/>
            </a:pPr>
            <a14:m>
              <m:oMathPara>
                <m:oMathParaPr>
                  <m:jc m:val="center"/>
                </m:oMathParaPr>
                <m:oMath>
                  <m:r>
                    <m:rPr>
                      <m:sty m:val="p"/>
                    </m:rPr>
                    <a:rPr sz="2500">
                      <a:solidFill>
                        <a:srgbClr val="D61016"/>
                      </a:solidFill>
                      <a:latin typeface="Cambria Math"/>
                    </a:rPr>
                    <m:t xml:space="preserve">Δ</m:t>
                  </m:r>
                </m:oMath>
              </m:oMathPara>
            </a14:m>
            <a:endParaRPr sz="2500"/>
          </a:p>
        </p:txBody>
      </p:sp>
      <p:sp>
        <p:nvSpPr>
          <p:cNvPr id="123" name="Delta input label"/>
          <p:cNvSpPr/>
          <p:nvPr/>
        </p:nvSpPr>
        <p:spPr>
          <a:xfrm>
            <a:off x="5092700" y="1394460"/>
            <a:ext cx="1143000" cy="462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buNone/>
            </a:pPr>
            <a14:m>
              <m:oMathPara>
                <m:oMathParaPr>
                  <m:jc m:val="center"/>
                </m:oMathParaPr>
                <m:oMath>
                  <m:sSub>
                    <m:sSubPr>
                      <m:ctrlPr>
                        <a:rPr sz="1300">
                          <a:solidFill>
                            <a:srgbClr val="252529"/>
                          </a:solidFill>
                          <a:latin typeface="Cambria Math"/>
                        </a:rPr>
                      </m:ctrlPr>
                    </m:sSubPr>
                    <m:e>
                      <m:r>
                        <m:rPr>
                          <m:sty m:val="i"/>
                        </m:rPr>
                        <a:rPr sz="1300">
                          <a:solidFill>
                            <a:srgbClr val="252529"/>
                          </a:solidFill>
                          <a:latin typeface="Cambria Math"/>
                        </a:rPr>
                        <m:t xml:space="preserve">z</m:t>
                      </m:r>
                    </m:e>
                    <m:sub>
                      <m:r>
                        <m:rPr>
                          <m:sty m:val="p"/>
                        </m:rPr>
                        <a:rPr sz="1300">
                          <a:solidFill>
                            <a:srgbClr val="252529"/>
                          </a:solidFill>
                          <a:latin typeface="Cambria Math"/>
                        </a:rPr>
                        <m:t xml:space="preserve">Δ</m:t>
                      </m:r>
                    </m:sub>
                  </m:sSub>
                  <m:d>
                    <m:dPr>
                      <m:begChr m:val="("/>
                      <m:endChr m:val=")"/>
                      <m:ctrlPr>
                        <a:rPr sz="1300">
                          <a:solidFill>
                            <a:srgbClr val="252529"/>
                          </a:solidFill>
                          <a:latin typeface="Cambria Math"/>
                        </a:rPr>
                      </m:ctrlPr>
                    </m:dPr>
                    <m:e>
                      <m:r>
                        <m:rPr>
                          <m:sty m:val="i"/>
                        </m:rPr>
                        <a:rPr sz="1300">
                          <a:solidFill>
                            <a:srgbClr val="252529"/>
                          </a:solidFill>
                          <a:latin typeface="Cambria Math"/>
                        </a:rPr>
                        <m:t xml:space="preserve">t,s</m:t>
                      </m:r>
                    </m:e>
                  </m:d>
                </m:oMath>
              </m:oMathPara>
            </a14:m>
            <a:endParaRPr sz="1300"/>
          </a:p>
        </p:txBody>
      </p:sp>
      <p:sp>
        <p:nvSpPr>
          <p:cNvPr id="124" name="Delta output label"/>
          <p:cNvSpPr/>
          <p:nvPr/>
        </p:nvSpPr>
        <p:spPr>
          <a:xfrm>
            <a:off x="7086600" y="1394460"/>
            <a:ext cx="1143000" cy="462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buNone/>
            </a:pPr>
            <a14:m>
              <m:oMathPara>
                <m:oMathParaPr>
                  <m:jc m:val="center"/>
                </m:oMathParaPr>
                <m:oMath>
                  <m:sSub>
                    <m:sSubPr>
                      <m:ctrlPr>
                        <a:rPr sz="1300">
                          <a:solidFill>
                            <a:srgbClr val="252529"/>
                          </a:solidFill>
                          <a:latin typeface="Cambria Math"/>
                        </a:rPr>
                      </m:ctrlPr>
                    </m:sSubPr>
                    <m:e>
                      <m:r>
                        <m:rPr>
                          <m:sty m:val="i"/>
                        </m:rPr>
                        <a:rPr sz="1300">
                          <a:solidFill>
                            <a:srgbClr val="252529"/>
                          </a:solidFill>
                          <a:latin typeface="Cambria Math"/>
                        </a:rPr>
                        <m:t xml:space="preserve">w</m:t>
                      </m:r>
                    </m:e>
                    <m:sub>
                      <m:r>
                        <m:rPr>
                          <m:sty m:val="p"/>
                        </m:rPr>
                        <a:rPr sz="1300">
                          <a:solidFill>
                            <a:srgbClr val="252529"/>
                          </a:solidFill>
                          <a:latin typeface="Cambria Math"/>
                        </a:rPr>
                        <m:t xml:space="preserve">Δ</m:t>
                      </m:r>
                    </m:sub>
                  </m:sSub>
                  <m:d>
                    <m:dPr>
                      <m:begChr m:val="("/>
                      <m:endChr m:val=")"/>
                      <m:ctrlPr>
                        <a:rPr sz="1300">
                          <a:solidFill>
                            <a:srgbClr val="252529"/>
                          </a:solidFill>
                          <a:latin typeface="Cambria Math"/>
                        </a:rPr>
                      </m:ctrlPr>
                    </m:dPr>
                    <m:e>
                      <m:r>
                        <m:rPr>
                          <m:sty m:val="i"/>
                        </m:rPr>
                        <a:rPr sz="1300">
                          <a:solidFill>
                            <a:srgbClr val="252529"/>
                          </a:solidFill>
                          <a:latin typeface="Cambria Math"/>
                        </a:rPr>
                        <m:t xml:space="preserve">t,s</m:t>
                      </m:r>
                    </m:e>
                  </m:d>
                </m:oMath>
              </m:oMathPara>
            </a14:m>
            <a:endParaRPr sz="1300"/>
          </a:p>
        </p:txBody>
      </p:sp>
      <p:sp>
        <p:nvSpPr>
          <p:cNvPr id="125" name="Stacked signal"/>
          <p:cNvSpPr/>
          <p:nvPr/>
        </p:nvSpPr>
        <p:spPr>
          <a:xfrm>
            <a:off x="4521200" y="2496820"/>
            <a:ext cx="4191000" cy="5689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buNone/>
            </a:pPr>
            <a14:m>
              <m:oMathPara>
                <m:oMathParaPr>
                  <m:jc m:val="center"/>
                </m:oMathParaPr>
                <m:oMath>
                  <m:r>
                    <m:rPr>
                      <m:sty m:val="i"/>
                    </m:rPr>
                    <a:rPr sz="1600">
                      <a:solidFill>
                        <a:srgbClr val="252529"/>
                      </a:solidFill>
                      <a:latin typeface="Cambria Math"/>
                    </a:rPr>
                    <m:t xml:space="preserve">x</m:t>
                  </m:r>
                  <m:d>
                    <m:dPr>
                      <m:begChr m:val="("/>
                      <m:endChr m:val=")"/>
                      <m:ctrlPr>
                        <a:rPr sz="1600">
                          <a:solidFill>
                            <a:srgbClr val="252529"/>
                          </a:solidFill>
                          <a:latin typeface="Cambria Math"/>
                        </a:rPr>
                      </m:ctrlPr>
                    </m:dPr>
                    <m:e>
                      <m:r>
                        <m:rPr>
                          <m:sty m:val="i"/>
                        </m:rPr>
                        <a:rPr sz="1600">
                          <a:solidFill>
                            <a:srgbClr val="252529"/>
                          </a:solidFill>
                          <a:latin typeface="Cambria Math"/>
                        </a:rPr>
                        <m:t xml:space="preserve">t,s</m:t>
                      </m:r>
                    </m:e>
                  </m:d>
                  <m:r>
                    <m:rPr>
                      <m:sty m:val="p"/>
                    </m:rPr>
                    <a:rPr sz="1600">
                      <a:solidFill>
                        <a:srgbClr val="252529"/>
                      </a:solidFill>
                      <a:latin typeface="Cambria Math"/>
                    </a:rPr>
                    <m:t xml:space="preserve">=</m:t>
                  </m:r>
                  <m:d>
                    <m:dPr>
                      <m:begChr m:val="["/>
                      <m:endChr m:val="]"/>
                      <m:ctrlPr>
                        <a:rPr sz="1600">
                          <a:solidFill>
                            <a:srgbClr val="252529"/>
                          </a:solidFill>
                          <a:latin typeface="Cambria Math"/>
                        </a:rPr>
                      </m:ctrlPr>
                    </m:dPr>
                    <m:e>
                      <m:m>
                        <m:mPr>
                          <m:mcs>
                            <m:mc>
                              <m:mcPr>
                                <m:count m:val="1"/>
                                <m:mcJc m:val="center"/>
                              </m:mcPr>
                            </m:mc>
                          </m:mcs>
                          <m:ctrlPr>
                            <a:rPr sz="1600">
                              <a:solidFill>
                                <a:srgbClr val="252529"/>
                              </a:solidFill>
                              <a:latin typeface="Cambria Math"/>
                            </a:rPr>
                          </m:ctrlPr>
                        </m:mPr>
                        <m:mr>
                          <m:e>
                            <m:sSub>
                              <m:sSubPr>
                                <m:ctrlPr>
                                  <a:rPr sz="1600">
                                    <a:solidFill>
                                      <a:srgbClr val="252529"/>
                                    </a:solidFill>
                                    <a:latin typeface="Cambria Math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i"/>
                                  </m:rPr>
                                  <a:rPr sz="1600">
                                    <a:solidFill>
                                      <a:srgbClr val="252529"/>
                                    </a:solidFill>
                                    <a:latin typeface="Cambria Math"/>
                                  </a:rPr>
                                  <m:t xml:space="preserve">z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sz="1600">
                                    <a:solidFill>
                                      <a:srgbClr val="252529"/>
                                    </a:solidFill>
                                    <a:latin typeface="Cambria Math"/>
                                  </a:rPr>
                                  <m:t xml:space="preserve">Δ</m:t>
                                </m:r>
                              </m:sub>
                            </m:sSub>
                            <m:d>
                              <m:dPr>
                                <m:begChr m:val="("/>
                                <m:endChr m:val=")"/>
                                <m:ctrlPr>
                                  <a:rPr sz="1600">
                                    <a:solidFill>
                                      <a:srgbClr val="252529"/>
                                    </a:solidFill>
                                    <a:latin typeface="Cambria Math"/>
                                  </a:rPr>
                                </m:ctrlPr>
                              </m:dPr>
                              <m:e>
                                <m:r>
                                  <m:rPr>
                                    <m:sty m:val="i"/>
                                  </m:rPr>
                                  <a:rPr sz="1600">
                                    <a:solidFill>
                                      <a:srgbClr val="252529"/>
                                    </a:solidFill>
                                    <a:latin typeface="Cambria Math"/>
                                  </a:rPr>
                                  <m:t xml:space="preserve">t,s</m:t>
                                </m:r>
                              </m:e>
                            </m:d>
                          </m:e>
                        </m:mr>
                        <m:mr>
                          <m:e>
                            <m:sSub>
                              <m:sSubPr>
                                <m:ctrlPr>
                                  <a:rPr sz="1600">
                                    <a:solidFill>
                                      <a:srgbClr val="252529"/>
                                    </a:solidFill>
                                    <a:latin typeface="Cambria Math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i"/>
                                  </m:rPr>
                                  <a:rPr sz="1600">
                                    <a:solidFill>
                                      <a:srgbClr val="252529"/>
                                    </a:solidFill>
                                    <a:latin typeface="Cambria Math"/>
                                  </a:rPr>
                                  <m:t xml:space="preserve">w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sz="1600">
                                    <a:solidFill>
                                      <a:srgbClr val="252529"/>
                                    </a:solidFill>
                                    <a:latin typeface="Cambria Math"/>
                                  </a:rPr>
                                  <m:t xml:space="preserve">Δ</m:t>
                                </m:r>
                              </m:sub>
                            </m:sSub>
                            <m:d>
                              <m:dPr>
                                <m:begChr m:val="("/>
                                <m:endChr m:val=")"/>
                                <m:ctrlPr>
                                  <a:rPr sz="1600">
                                    <a:solidFill>
                                      <a:srgbClr val="252529"/>
                                    </a:solidFill>
                                    <a:latin typeface="Cambria Math"/>
                                  </a:rPr>
                                </m:ctrlPr>
                              </m:dPr>
                              <m:e>
                                <m:r>
                                  <m:rPr>
                                    <m:sty m:val="i"/>
                                  </m:rPr>
                                  <a:rPr sz="1600">
                                    <a:solidFill>
                                      <a:srgbClr val="252529"/>
                                    </a:solidFill>
                                    <a:latin typeface="Cambria Math"/>
                                  </a:rPr>
                                  <m:t xml:space="preserve">t,s</m:t>
                                </m:r>
                              </m:e>
                            </m:d>
                          </m:e>
                        </m:mr>
                      </m:m>
                    </m:e>
                  </m:d>
                </m:oMath>
              </m:oMathPara>
            </a14:m>
            <a:endParaRPr sz="1600"/>
          </a:p>
        </p:txBody>
      </p:sp>
      <p:sp>
        <p:nvSpPr>
          <p:cNvPr id="126" name="Quadratic supply"/>
          <p:cNvSpPr/>
          <p:nvPr/>
        </p:nvSpPr>
        <p:spPr>
          <a:xfrm>
            <a:off x="508000" y="3230880"/>
            <a:ext cx="8128000" cy="675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buNone/>
            </a:pPr>
            <a14:m>
              <m:oMathPara>
                <m:oMathParaPr>
                  <m:jc m:val="center"/>
                </m:oMathParaPr>
                <m:oMath>
                  <m:r>
                    <m:rPr>
                      <m:sty m:val="i"/>
                    </m:rPr>
                    <a:rPr sz="1900">
                      <a:solidFill>
                        <a:srgbClr val="147C60"/>
                      </a:solidFill>
                      <a:latin typeface="Cambria Math"/>
                    </a:rPr>
                    <m:t xml:space="preserve">q</m:t>
                  </m:r>
                  <m:d>
                    <m:dPr>
                      <m:begChr m:val="("/>
                      <m:endChr m:val=")"/>
                      <m:ctrlPr>
                        <a:rPr sz="1900">
                          <a:solidFill>
                            <a:srgbClr val="252529"/>
                          </a:solidFill>
                          <a:latin typeface="Cambria Math"/>
                        </a:rPr>
                      </m:ctrlPr>
                    </m:dPr>
                    <m:e>
                      <m:r>
                        <m:rPr>
                          <m:sty m:val="i"/>
                        </m:rPr>
                        <a:rPr sz="1900">
                          <a:solidFill>
                            <a:srgbClr val="252529"/>
                          </a:solidFill>
                          <a:latin typeface="Cambria Math"/>
                        </a:rPr>
                        <m:t xml:space="preserve">t,s</m:t>
                      </m:r>
                    </m:e>
                  </m:d>
                  <m:r>
                    <m:rPr>
                      <m:sty m:val="p"/>
                    </m:rPr>
                    <a:rPr sz="1900">
                      <a:solidFill>
                        <a:srgbClr val="252529"/>
                      </a:solidFill>
                      <a:latin typeface="Cambria Math"/>
                    </a:rPr>
                    <m:t xml:space="preserve">=</m:t>
                  </m:r>
                  <m:sSup>
                    <m:sSupPr>
                      <m:ctrlPr>
                        <a:rPr sz="1900">
                          <a:solidFill>
                            <a:srgbClr val="252529"/>
                          </a:solidFill>
                          <a:latin typeface="Cambria Math"/>
                        </a:rPr>
                      </m:ctrlPr>
                    </m:sSupPr>
                    <m:e>
                      <m:r>
                        <m:rPr>
                          <m:sty m:val="i"/>
                        </m:rPr>
                        <a:rPr sz="1900">
                          <a:solidFill>
                            <a:srgbClr val="252529"/>
                          </a:solidFill>
                          <a:latin typeface="Cambria Math"/>
                        </a:rPr>
                        <m:t xml:space="preserve">x</m:t>
                      </m:r>
                      <m:d>
                        <m:dPr>
                          <m:begChr m:val="("/>
                          <m:endChr m:val=")"/>
                          <m:ctrlPr>
                            <a:rPr sz="1900">
                              <a:solidFill>
                                <a:srgbClr val="252529"/>
                              </a:solidFill>
                              <a:latin typeface="Cambria Math"/>
                            </a:rPr>
                          </m:ctrlPr>
                        </m:dPr>
                        <m:e>
                          <m:r>
                            <m:rPr>
                              <m:sty m:val="i"/>
                            </m:rPr>
                            <a:rPr sz="1900">
                              <a:solidFill>
                                <a:srgbClr val="252529"/>
                              </a:solidFill>
                              <a:latin typeface="Cambria Math"/>
                            </a:rPr>
                            <m:t xml:space="preserve">t,s</m:t>
                          </m:r>
                        </m:e>
                      </m:d>
                    </m:e>
                    <m:sup>
                      <m:r>
                        <m:rPr>
                          <m:sty m:val="p"/>
                        </m:rPr>
                        <a:rPr sz="1900">
                          <a:solidFill>
                            <a:srgbClr val="252529"/>
                          </a:solidFill>
                          <a:latin typeface="Cambria Math"/>
                        </a:rPr>
                        <m:t xml:space="preserve">⊤</m:t>
                      </m:r>
                    </m:sup>
                  </m:sSup>
                  <m:sSub>
                    <m:sSubPr>
                      <m:ctrlPr>
                        <a:rPr sz="1900">
                          <a:solidFill>
                            <a:srgbClr val="252529"/>
                          </a:solidFill>
                          <a:latin typeface="Cambria Math"/>
                        </a:rPr>
                      </m:ctrlPr>
                    </m:sSubPr>
                    <m:e>
                      <m:r>
                        <m:rPr>
                          <m:sty m:val="p"/>
                        </m:rPr>
                        <a:rPr sz="1900">
                          <a:solidFill>
                            <a:srgbClr val="252529"/>
                          </a:solidFill>
                          <a:latin typeface="Cambria Math"/>
                        </a:rPr>
                        <m:t xml:space="preserve">𝒱</m:t>
                      </m:r>
                    </m:e>
                    <m:sub>
                      <m:r>
                        <m:rPr>
                          <m:sty m:val="p"/>
                        </m:rPr>
                        <a:rPr sz="1900">
                          <a:solidFill>
                            <a:srgbClr val="252529"/>
                          </a:solidFill>
                          <a:latin typeface="Cambria Math"/>
                        </a:rPr>
                        <m:t xml:space="preserve">Δ</m:t>
                      </m:r>
                    </m:sub>
                  </m:sSub>
                  <m:r>
                    <m:rPr>
                      <m:sty m:val="i"/>
                    </m:rPr>
                    <a:rPr sz="1900">
                      <a:solidFill>
                        <a:srgbClr val="252529"/>
                      </a:solidFill>
                      <a:latin typeface="Cambria Math"/>
                    </a:rPr>
                    <m:t xml:space="preserve">x</m:t>
                  </m:r>
                  <m:d>
                    <m:dPr>
                      <m:begChr m:val="("/>
                      <m:endChr m:val=")"/>
                      <m:ctrlPr>
                        <a:rPr sz="1900">
                          <a:solidFill>
                            <a:srgbClr val="252529"/>
                          </a:solidFill>
                          <a:latin typeface="Cambria Math"/>
                        </a:rPr>
                      </m:ctrlPr>
                    </m:dPr>
                    <m:e>
                      <m:r>
                        <m:rPr>
                          <m:sty m:val="i"/>
                        </m:rPr>
                        <a:rPr sz="1900">
                          <a:solidFill>
                            <a:srgbClr val="252529"/>
                          </a:solidFill>
                          <a:latin typeface="Cambria Math"/>
                        </a:rPr>
                        <m:t xml:space="preserve">t,s</m:t>
                      </m:r>
                    </m:e>
                  </m:d>
                  <m:r>
                    <m:rPr>
                      <m:sty m:val="p"/>
                    </m:rPr>
                    <a:rPr sz="1900">
                      <a:solidFill>
                        <a:srgbClr val="147C60"/>
                      </a:solidFill>
                      <a:latin typeface="Cambria Math"/>
                    </a:rPr>
                    <m:t xml:space="preserve">≥0</m:t>
                  </m:r>
                </m:oMath>
              </m:oMathPara>
            </a14:m>
            <a:endParaRPr sz="1900"/>
          </a:p>
        </p:txBody>
      </p:sp>
      <p:sp>
        <p:nvSpPr>
          <p:cNvPr id="127" name="Sector multiplier"/>
          <p:cNvSpPr/>
          <p:nvPr/>
        </p:nvSpPr>
        <p:spPr>
          <a:xfrm>
            <a:off x="508000" y="4046220"/>
            <a:ext cx="8128000" cy="5689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buNone/>
            </a:pPr>
            <a14:m>
              <m:oMathPara>
                <m:oMathParaPr>
                  <m:jc m:val="center"/>
                </m:oMathParaPr>
                <m:oMath>
                  <m:sSub>
                    <m:sSubPr>
                      <m:ctrlPr>
                        <a:rPr sz="1600">
                          <a:solidFill>
                            <a:srgbClr val="252529"/>
                          </a:solidFill>
                          <a:latin typeface="Cambria Math"/>
                        </a:rPr>
                      </m:ctrlPr>
                    </m:sSubPr>
                    <m:e>
                      <m:r>
                        <m:rPr>
                          <m:sty m:val="p"/>
                        </m:rPr>
                        <a:rPr sz="1600">
                          <a:solidFill>
                            <a:srgbClr val="252529"/>
                          </a:solidFill>
                          <a:latin typeface="Cambria Math"/>
                        </a:rPr>
                        <m:t xml:space="preserve">𝒱</m:t>
                      </m:r>
                    </m:e>
                    <m:sub>
                      <m:r>
                        <m:rPr>
                          <m:sty m:val="p"/>
                        </m:rPr>
                        <a:rPr sz="1600">
                          <a:solidFill>
                            <a:srgbClr val="252529"/>
                          </a:solidFill>
                          <a:latin typeface="Cambria Math"/>
                        </a:rPr>
                        <m:t xml:space="preserve">Δ</m:t>
                      </m:r>
                    </m:sub>
                  </m:sSub>
                  <m:r>
                    <m:rPr>
                      <m:sty m:val="p"/>
                    </m:rPr>
                    <a:rPr sz="1600">
                      <a:solidFill>
                        <a:srgbClr val="252529"/>
                      </a:solidFill>
                      <a:latin typeface="Cambria Math"/>
                    </a:rPr>
                    <m:t xml:space="preserve">=</m:t>
                  </m:r>
                  <m:d>
                    <m:dPr>
                      <m:begChr m:val="["/>
                      <m:endChr m:val="]"/>
                      <m:ctrlPr>
                        <a:rPr sz="1600">
                          <a:solidFill>
                            <a:srgbClr val="252529"/>
                          </a:solidFill>
                          <a:latin typeface="Cambria Math"/>
                        </a:rPr>
                      </m:ctrlPr>
                    </m:dPr>
                    <m:e>
                      <m:m>
                        <m:mPr>
                          <m:mcs>
                            <m:mc>
                              <m:mcPr>
                                <m:count m:val="2"/>
                                <m:mcJc m:val="center"/>
                              </m:mcPr>
                            </m:mc>
                          </m:mcs>
                          <m:ctrlPr>
                            <a:rPr sz="1600">
                              <a:solidFill>
                                <a:srgbClr val="252529"/>
                              </a:solidFill>
                              <a:latin typeface="Cambria Math"/>
                            </a:rPr>
                          </m:ctrlPr>
                        </m:mPr>
                        <m:mr>
                          <m:e>
                            <m:r>
                              <m:rPr>
                                <m:sty m:val="i"/>
                              </m:rPr>
                              <a:rPr sz="1600">
                                <a:solidFill>
                                  <a:srgbClr val="252529"/>
                                </a:solidFill>
                                <a:latin typeface="Cambria Math"/>
                              </a:rPr>
                              <m:t xml:space="preserve">−αβ</m:t>
                            </m:r>
                          </m:e>
                          <m:e>
                            <m:f>
                              <m:fPr>
                                <m:ctrlPr>
                                  <a:rPr sz="1600">
                                    <a:solidFill>
                                      <a:srgbClr val="252529"/>
                                    </a:solidFill>
                                    <a:latin typeface="Cambria Math"/>
                                  </a:rPr>
                                </m:ctrlPr>
                              </m:fPr>
                              <m:num>
                                <m:r>
                                  <m:rPr>
                                    <m:sty m:val="i"/>
                                  </m:rPr>
                                  <a:rPr sz="1600">
                                    <a:solidFill>
                                      <a:srgbClr val="252529"/>
                                    </a:solidFill>
                                    <a:latin typeface="Cambria Math"/>
                                  </a:rPr>
                                  <m:t xml:space="preserve">α+β</m:t>
                                </m:r>
                              </m:num>
                              <m:den>
                                <m:r>
                                  <m:rPr>
                                    <m:sty m:val="p"/>
                                  </m:rPr>
                                  <a:rPr sz="1600">
                                    <a:solidFill>
                                      <a:srgbClr val="252529"/>
                                    </a:solidFill>
                                    <a:latin typeface="Cambria Math"/>
                                  </a:rPr>
                                  <m:t xml:space="preserve">2</m:t>
                                </m:r>
                              </m:den>
                            </m:f>
                          </m:e>
                        </m:mr>
                        <m:mr>
                          <m:e>
                            <m:f>
                              <m:fPr>
                                <m:ctrlPr>
                                  <a:rPr sz="1600">
                                    <a:solidFill>
                                      <a:srgbClr val="252529"/>
                                    </a:solidFill>
                                    <a:latin typeface="Cambria Math"/>
                                  </a:rPr>
                                </m:ctrlPr>
                              </m:fPr>
                              <m:num>
                                <m:r>
                                  <m:rPr>
                                    <m:sty m:val="i"/>
                                  </m:rPr>
                                  <a:rPr sz="1600">
                                    <a:solidFill>
                                      <a:srgbClr val="252529"/>
                                    </a:solidFill>
                                    <a:latin typeface="Cambria Math"/>
                                  </a:rPr>
                                  <m:t xml:space="preserve">α+β</m:t>
                                </m:r>
                              </m:num>
                              <m:den>
                                <m:r>
                                  <m:rPr>
                                    <m:sty m:val="p"/>
                                  </m:rPr>
                                  <a:rPr sz="1600">
                                    <a:solidFill>
                                      <a:srgbClr val="252529"/>
                                    </a:solidFill>
                                    <a:latin typeface="Cambria Math"/>
                                  </a:rPr>
                                  <m:t xml:space="preserve">2</m:t>
                                </m:r>
                              </m:den>
                            </m:f>
                          </m:e>
                          <m:e>
                            <m:r>
                              <m:rPr>
                                <m:sty m:val="p"/>
                              </m:rPr>
                              <a:rPr sz="1600">
                                <a:solidFill>
                                  <a:srgbClr val="252529"/>
                                </a:solidFill>
                                <a:latin typeface="Cambria Math"/>
                              </a:rPr>
                              <m:t xml:space="preserve">−1</m:t>
                            </m:r>
                          </m:e>
                        </m:mr>
                      </m:m>
                    </m:e>
                  </m:d>
                </m:oMath>
              </m:oMathPara>
            </a14:m>
            <a:endParaRPr sz="1600"/>
          </a:p>
        </p:txBody>
      </p:sp>
      <p:sp>
        <p:nvSpPr>
          <p:cNvPr id="128" name="Footer"/>
          <p:cNvSpPr/>
          <p:nvPr/>
        </p:nvSpPr>
        <p:spPr>
          <a:xfrm>
            <a:off x="457200" y="4876800"/>
            <a:ext cx="508000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buNone/>
            </a:pPr>
            <a:r>
              <a:rPr lang="en-GB" sz="800" baseline="0" b="0" i="0" u="none">
                <a:solidFill>
                  <a:srgbClr val="747B82"/>
                </a:solidFill>
                <a:latin typeface="Aptos"/>
                <a:ea typeface="Aptos"/>
                <a:cs typeface="Aptos"/>
              </a:rPr>
              <a:t xml:space="preserve">Msc Defence T.M. Lenssen</a:t>
            </a:r>
            <a:endParaRPr sz="800"/>
          </a:p>
        </p:txBody>
      </p:sp>
      <p:sp>
        <p:nvSpPr>
          <p:cNvPr id="129" name="Slide number"/>
          <p:cNvSpPr/>
          <p:nvPr/>
        </p:nvSpPr>
        <p:spPr>
          <a:xfrm>
            <a:off x="7874000" y="4876800"/>
            <a:ext cx="35560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buNone/>
            </a:pPr>
            <a:r>
              <a:rPr lang="en-GB" sz="800" baseline="0" b="0" i="0" u="none">
                <a:solidFill>
                  <a:srgbClr val="747B82"/>
                </a:solidFill>
                <a:latin typeface="Aptos"/>
                <a:ea typeface="Aptos"/>
                <a:cs typeface="Aptos"/>
              </a:rPr>
              <a:t xml:space="preserve">3</a:t>
            </a:r>
            <a:endParaRPr sz="800"/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 xmlns:m="http://schemas.openxmlformats.org/officeDocument/2006/math" xmlns:a14="http://schemas.microsoft.com/office/drawing/2010/main" xmlns:mc="http://schemas.openxmlformats.org/markup-compatibility/2006" mc:Ignorable="a14">
  <p:cSld>
    <p:spTree>
      <p:nvGrpSpPr>
        <p:cNvPr id="1" name=""/>
        <p:cNvGrpSpPr/>
        <p:nvPr/>
      </p:nvGrpSpPr>
      <p:grpSpPr/>
      <p:sp>
        <p:nvSpPr>
          <p:cNvPr id="101" name="Title"/>
          <p:cNvSpPr/>
          <p:nvPr/>
        </p:nvSpPr>
        <p:spPr>
          <a:xfrm>
            <a:off x="457200" y="371475"/>
            <a:ext cx="8229600" cy="4762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buNone/>
            </a:pPr>
            <a:r>
              <a:rPr lang="en-GB" sz="2500" baseline="0" b="1" i="0" u="none">
                <a:solidFill>
                  <a:srgbClr val="252529"/>
                </a:solidFill>
                <a:latin typeface="Aptos"/>
                <a:ea typeface="Aptos"/>
                <a:cs typeface="Aptos"/>
              </a:rPr>
              <a:t xml:space="preserve">Definition 5: a hard IQC for Δ</a:t>
            </a:r>
            <a:endParaRPr sz="2500"/>
          </a:p>
        </p:txBody>
      </p:sp>
      <p:sp>
        <p:nvSpPr>
          <p:cNvPr id="102" name="Admissible sector"/>
          <p:cNvSpPr/>
          <p:nvPr/>
        </p:nvSpPr>
        <p:spPr>
          <a:xfrm>
            <a:off x="894080" y="2171700"/>
            <a:ext cx="1557020" cy="958088"/>
          </a:xfrm>
          <a:custGeom>
            <a:avLst/>
            <a:gdLst/>
            <a:ahLst/>
            <a:cxnLst/>
            <a:rect l="0" t="0" r="r" b="b"/>
            <a:pathLst>
              <a:path w="1557020" h="958088" fill="norm">
                <a:moveTo>
                  <a:pt x="1544320" y="12700"/>
                </a:moveTo>
                <a:lnTo>
                  <a:pt x="12700" y="168148"/>
                </a:lnTo>
                <a:lnTo>
                  <a:pt x="12700" y="945388"/>
                </a:lnTo>
                <a:close/>
              </a:path>
            </a:pathLst>
          </a:custGeom>
          <a:solidFill>
            <a:srgbClr val="EDF2F5"/>
          </a:solidFill>
          <a:ln w="0">
            <a:noFill/>
          </a:ln>
        </p:spPr>
      </p:sp>
      <p:sp>
        <p:nvSpPr>
          <p:cNvPr id="103" name="Admissible sector"/>
          <p:cNvSpPr/>
          <p:nvPr/>
        </p:nvSpPr>
        <p:spPr>
          <a:xfrm>
            <a:off x="2425700" y="1239012"/>
            <a:ext cx="1557020" cy="958088"/>
          </a:xfrm>
          <a:custGeom>
            <a:avLst/>
            <a:gdLst/>
            <a:ahLst/>
            <a:cxnLst/>
            <a:rect l="0" t="0" r="r" b="b"/>
            <a:pathLst>
              <a:path w="1557020" h="958088" fill="norm">
                <a:moveTo>
                  <a:pt x="12700" y="945388"/>
                </a:moveTo>
                <a:lnTo>
                  <a:pt x="1544320" y="789940"/>
                </a:lnTo>
                <a:lnTo>
                  <a:pt x="1544320" y="12700"/>
                </a:lnTo>
                <a:close/>
              </a:path>
            </a:pathLst>
          </a:custGeom>
          <a:solidFill>
            <a:srgbClr val="EDF2F5"/>
          </a:solidFill>
          <a:ln w="0">
            <a:noFill/>
          </a:ln>
        </p:spPr>
      </p:sp>
      <p:sp>
        <p:nvSpPr>
          <p:cNvPr id="104" name="Input axis"/>
          <p:cNvSpPr/>
          <p:nvPr/>
        </p:nvSpPr>
        <p:spPr>
          <a:xfrm>
            <a:off x="766445" y="2171700"/>
            <a:ext cx="3403473" cy="25400"/>
          </a:xfrm>
          <a:custGeom>
            <a:avLst/>
            <a:gdLst/>
            <a:ahLst/>
            <a:cxnLst/>
            <a:rect l="0" t="0" r="r" b="b"/>
            <a:pathLst>
              <a:path w="3403473" h="25400" fill="none">
                <a:moveTo>
                  <a:pt x="12700" y="12700"/>
                </a:moveTo>
                <a:lnTo>
                  <a:pt x="3390773" y="12700"/>
                </a:lnTo>
              </a:path>
            </a:pathLst>
          </a:custGeom>
          <a:noFill/>
          <a:ln w="8255">
            <a:solidFill>
              <a:srgbClr val="A9ADB2"/>
            </a:solidFill>
            <a:round/>
            <a:tailEnd type="triangle" w="sm" len="sm"/>
          </a:ln>
        </p:spPr>
      </p:sp>
      <p:sp>
        <p:nvSpPr>
          <p:cNvPr id="105" name="Output axis"/>
          <p:cNvSpPr/>
          <p:nvPr/>
        </p:nvSpPr>
        <p:spPr>
          <a:xfrm>
            <a:off x="2425700" y="1144016"/>
            <a:ext cx="25400" cy="2067814"/>
          </a:xfrm>
          <a:custGeom>
            <a:avLst/>
            <a:gdLst/>
            <a:ahLst/>
            <a:cxnLst/>
            <a:rect l="0" t="0" r="r" b="b"/>
            <a:pathLst>
              <a:path w="25400" h="2067814" fill="none">
                <a:moveTo>
                  <a:pt x="12700" y="2055114"/>
                </a:moveTo>
                <a:lnTo>
                  <a:pt x="12700" y="12700"/>
                </a:lnTo>
              </a:path>
            </a:pathLst>
          </a:custGeom>
          <a:noFill/>
          <a:ln w="8255">
            <a:solidFill>
              <a:srgbClr val="A9ADB2"/>
            </a:solidFill>
            <a:round/>
            <a:tailEnd type="triangle" w="sm" len="sm"/>
          </a:ln>
        </p:spPr>
      </p:sp>
      <p:sp>
        <p:nvSpPr>
          <p:cNvPr id="106" name="Sector boundary"/>
          <p:cNvSpPr/>
          <p:nvPr/>
        </p:nvSpPr>
        <p:spPr>
          <a:xfrm>
            <a:off x="894080" y="2016252"/>
            <a:ext cx="3088640" cy="336296"/>
          </a:xfrm>
          <a:custGeom>
            <a:avLst/>
            <a:gdLst/>
            <a:ahLst/>
            <a:cxnLst/>
            <a:rect l="0" t="0" r="r" b="b"/>
            <a:pathLst>
              <a:path w="3088640" h="336296" fill="none">
                <a:moveTo>
                  <a:pt x="12700" y="323596"/>
                </a:moveTo>
                <a:lnTo>
                  <a:pt x="3075940" y="12700"/>
                </a:lnTo>
              </a:path>
            </a:pathLst>
          </a:custGeom>
          <a:noFill/>
          <a:ln w="11430">
            <a:solidFill>
              <a:srgbClr val="747B82"/>
            </a:solidFill>
          </a:ln>
        </p:spPr>
      </p:sp>
      <p:sp>
        <p:nvSpPr>
          <p:cNvPr id="107" name="Sector boundary"/>
          <p:cNvSpPr/>
          <p:nvPr/>
        </p:nvSpPr>
        <p:spPr>
          <a:xfrm>
            <a:off x="894080" y="1239012"/>
            <a:ext cx="3088640" cy="1890776"/>
          </a:xfrm>
          <a:custGeom>
            <a:avLst/>
            <a:gdLst/>
            <a:ahLst/>
            <a:cxnLst/>
            <a:rect l="0" t="0" r="r" b="b"/>
            <a:pathLst>
              <a:path w="3088640" h="1890776" fill="none">
                <a:moveTo>
                  <a:pt x="12700" y="1878076"/>
                </a:moveTo>
                <a:lnTo>
                  <a:pt x="3075940" y="12700"/>
                </a:lnTo>
              </a:path>
            </a:pathLst>
          </a:custGeom>
          <a:noFill/>
          <a:ln w="11430">
            <a:solidFill>
              <a:srgbClr val="747B82"/>
            </a:solidFill>
          </a:ln>
        </p:spPr>
      </p:sp>
      <p:sp>
        <p:nvSpPr>
          <p:cNvPr id="108" name="Example sector nonlinearity"/>
          <p:cNvSpPr/>
          <p:nvPr/>
        </p:nvSpPr>
        <p:spPr>
          <a:xfrm>
            <a:off x="894080" y="1504983"/>
            <a:ext cx="3088640" cy="1358835"/>
          </a:xfrm>
          <a:custGeom>
            <a:avLst/>
            <a:gdLst/>
            <a:ahLst/>
            <a:cxnLst/>
            <a:rect l="0" t="0" r="r" b="b"/>
            <a:pathLst>
              <a:path w="3088640" h="1358835" fill="none">
                <a:moveTo>
                  <a:pt x="12700" y="1346135"/>
                </a:moveTo>
                <a:lnTo>
                  <a:pt x="43332" y="1334753"/>
                </a:lnTo>
                <a:lnTo>
                  <a:pt x="73965" y="1323337"/>
                </a:lnTo>
                <a:lnTo>
                  <a:pt x="104597" y="1311884"/>
                </a:lnTo>
                <a:lnTo>
                  <a:pt x="135230" y="1300390"/>
                </a:lnTo>
                <a:lnTo>
                  <a:pt x="165862" y="1288854"/>
                </a:lnTo>
                <a:lnTo>
                  <a:pt x="196494" y="1277273"/>
                </a:lnTo>
                <a:lnTo>
                  <a:pt x="227127" y="1265645"/>
                </a:lnTo>
                <a:lnTo>
                  <a:pt x="257759" y="1253965"/>
                </a:lnTo>
                <a:lnTo>
                  <a:pt x="288392" y="1242232"/>
                </a:lnTo>
                <a:lnTo>
                  <a:pt x="319024" y="1230441"/>
                </a:lnTo>
                <a:lnTo>
                  <a:pt x="349656" y="1218590"/>
                </a:lnTo>
                <a:lnTo>
                  <a:pt x="380289" y="1206676"/>
                </a:lnTo>
                <a:lnTo>
                  <a:pt x="410921" y="1194693"/>
                </a:lnTo>
                <a:lnTo>
                  <a:pt x="441554" y="1182640"/>
                </a:lnTo>
                <a:lnTo>
                  <a:pt x="472186" y="1170512"/>
                </a:lnTo>
                <a:lnTo>
                  <a:pt x="502818" y="1158305"/>
                </a:lnTo>
                <a:lnTo>
                  <a:pt x="533451" y="1146015"/>
                </a:lnTo>
                <a:lnTo>
                  <a:pt x="564083" y="1133638"/>
                </a:lnTo>
                <a:lnTo>
                  <a:pt x="594716" y="1121171"/>
                </a:lnTo>
                <a:lnTo>
                  <a:pt x="625348" y="1108609"/>
                </a:lnTo>
                <a:lnTo>
                  <a:pt x="655980" y="1095948"/>
                </a:lnTo>
                <a:lnTo>
                  <a:pt x="686613" y="1083185"/>
                </a:lnTo>
                <a:lnTo>
                  <a:pt x="717245" y="1070315"/>
                </a:lnTo>
                <a:lnTo>
                  <a:pt x="747878" y="1057335"/>
                </a:lnTo>
                <a:lnTo>
                  <a:pt x="778510" y="1044240"/>
                </a:lnTo>
                <a:lnTo>
                  <a:pt x="809142" y="1031029"/>
                </a:lnTo>
                <a:lnTo>
                  <a:pt x="839775" y="1017698"/>
                </a:lnTo>
                <a:lnTo>
                  <a:pt x="870407" y="1004244"/>
                </a:lnTo>
                <a:lnTo>
                  <a:pt x="901040" y="990665"/>
                </a:lnTo>
                <a:lnTo>
                  <a:pt x="931672" y="976959"/>
                </a:lnTo>
                <a:lnTo>
                  <a:pt x="962304" y="963125"/>
                </a:lnTo>
                <a:lnTo>
                  <a:pt x="992937" y="949161"/>
                </a:lnTo>
                <a:lnTo>
                  <a:pt x="1023569" y="935069"/>
                </a:lnTo>
                <a:lnTo>
                  <a:pt x="1054202" y="920848"/>
                </a:lnTo>
                <a:lnTo>
                  <a:pt x="1084834" y="906499"/>
                </a:lnTo>
                <a:lnTo>
                  <a:pt x="1115466" y="892026"/>
                </a:lnTo>
                <a:lnTo>
                  <a:pt x="1146099" y="877430"/>
                </a:lnTo>
                <a:lnTo>
                  <a:pt x="1176731" y="862715"/>
                </a:lnTo>
                <a:lnTo>
                  <a:pt x="1207364" y="847887"/>
                </a:lnTo>
                <a:lnTo>
                  <a:pt x="1237996" y="832950"/>
                </a:lnTo>
                <a:lnTo>
                  <a:pt x="1268628" y="817911"/>
                </a:lnTo>
                <a:lnTo>
                  <a:pt x="1299261" y="802777"/>
                </a:lnTo>
                <a:lnTo>
                  <a:pt x="1329893" y="787557"/>
                </a:lnTo>
                <a:lnTo>
                  <a:pt x="1360526" y="772259"/>
                </a:lnTo>
                <a:lnTo>
                  <a:pt x="1391158" y="756893"/>
                </a:lnTo>
                <a:lnTo>
                  <a:pt x="1421790" y="741469"/>
                </a:lnTo>
                <a:lnTo>
                  <a:pt x="1452423" y="725998"/>
                </a:lnTo>
                <a:lnTo>
                  <a:pt x="1483055" y="710491"/>
                </a:lnTo>
                <a:lnTo>
                  <a:pt x="1513688" y="694960"/>
                </a:lnTo>
                <a:lnTo>
                  <a:pt x="1544320" y="679417"/>
                </a:lnTo>
                <a:lnTo>
                  <a:pt x="1574952" y="663874"/>
                </a:lnTo>
                <a:lnTo>
                  <a:pt x="1605585" y="648344"/>
                </a:lnTo>
                <a:lnTo>
                  <a:pt x="1636217" y="632837"/>
                </a:lnTo>
                <a:lnTo>
                  <a:pt x="1666850" y="617366"/>
                </a:lnTo>
                <a:lnTo>
                  <a:pt x="1697482" y="601942"/>
                </a:lnTo>
                <a:lnTo>
                  <a:pt x="1728114" y="586576"/>
                </a:lnTo>
                <a:lnTo>
                  <a:pt x="1758747" y="571278"/>
                </a:lnTo>
                <a:lnTo>
                  <a:pt x="1789379" y="556057"/>
                </a:lnTo>
                <a:lnTo>
                  <a:pt x="1820012" y="540924"/>
                </a:lnTo>
                <a:lnTo>
                  <a:pt x="1850644" y="525885"/>
                </a:lnTo>
                <a:lnTo>
                  <a:pt x="1881276" y="510948"/>
                </a:lnTo>
                <a:lnTo>
                  <a:pt x="1911909" y="496119"/>
                </a:lnTo>
                <a:lnTo>
                  <a:pt x="1942541" y="481405"/>
                </a:lnTo>
                <a:lnTo>
                  <a:pt x="1973174" y="466809"/>
                </a:lnTo>
                <a:lnTo>
                  <a:pt x="2003806" y="452335"/>
                </a:lnTo>
                <a:lnTo>
                  <a:pt x="2034438" y="437987"/>
                </a:lnTo>
                <a:lnTo>
                  <a:pt x="2065071" y="423766"/>
                </a:lnTo>
                <a:lnTo>
                  <a:pt x="2095703" y="409673"/>
                </a:lnTo>
                <a:lnTo>
                  <a:pt x="2126336" y="395710"/>
                </a:lnTo>
                <a:lnTo>
                  <a:pt x="2156968" y="381876"/>
                </a:lnTo>
                <a:lnTo>
                  <a:pt x="2187600" y="368170"/>
                </a:lnTo>
                <a:lnTo>
                  <a:pt x="2218233" y="354590"/>
                </a:lnTo>
                <a:lnTo>
                  <a:pt x="2248865" y="341136"/>
                </a:lnTo>
                <a:lnTo>
                  <a:pt x="2279498" y="327805"/>
                </a:lnTo>
                <a:lnTo>
                  <a:pt x="2310130" y="314594"/>
                </a:lnTo>
                <a:lnTo>
                  <a:pt x="2340762" y="301500"/>
                </a:lnTo>
                <a:lnTo>
                  <a:pt x="2371395" y="288520"/>
                </a:lnTo>
                <a:lnTo>
                  <a:pt x="2402027" y="275650"/>
                </a:lnTo>
                <a:lnTo>
                  <a:pt x="2432660" y="262886"/>
                </a:lnTo>
                <a:lnTo>
                  <a:pt x="2463292" y="250225"/>
                </a:lnTo>
                <a:lnTo>
                  <a:pt x="2493924" y="237663"/>
                </a:lnTo>
                <a:lnTo>
                  <a:pt x="2524557" y="225196"/>
                </a:lnTo>
                <a:lnTo>
                  <a:pt x="2555189" y="212820"/>
                </a:lnTo>
                <a:lnTo>
                  <a:pt x="2585822" y="200530"/>
                </a:lnTo>
                <a:lnTo>
                  <a:pt x="2616454" y="188323"/>
                </a:lnTo>
                <a:lnTo>
                  <a:pt x="2647086" y="176195"/>
                </a:lnTo>
                <a:lnTo>
                  <a:pt x="2677719" y="164141"/>
                </a:lnTo>
                <a:lnTo>
                  <a:pt x="2708351" y="152159"/>
                </a:lnTo>
                <a:lnTo>
                  <a:pt x="2738984" y="140244"/>
                </a:lnTo>
                <a:lnTo>
                  <a:pt x="2769616" y="128393"/>
                </a:lnTo>
                <a:lnTo>
                  <a:pt x="2800248" y="116603"/>
                </a:lnTo>
                <a:lnTo>
                  <a:pt x="2830881" y="104869"/>
                </a:lnTo>
                <a:lnTo>
                  <a:pt x="2861513" y="93190"/>
                </a:lnTo>
                <a:lnTo>
                  <a:pt x="2892146" y="81561"/>
                </a:lnTo>
                <a:lnTo>
                  <a:pt x="2922778" y="69980"/>
                </a:lnTo>
                <a:lnTo>
                  <a:pt x="2953410" y="58444"/>
                </a:lnTo>
                <a:lnTo>
                  <a:pt x="2984043" y="46951"/>
                </a:lnTo>
                <a:lnTo>
                  <a:pt x="3014675" y="35497"/>
                </a:lnTo>
                <a:lnTo>
                  <a:pt x="3045308" y="24081"/>
                </a:lnTo>
                <a:lnTo>
                  <a:pt x="3075940" y="12700"/>
                </a:lnTo>
              </a:path>
            </a:pathLst>
          </a:custGeom>
          <a:noFill/>
          <a:ln w="24130">
            <a:solidFill>
              <a:srgbClr val="D61016"/>
            </a:solidFill>
          </a:ln>
        </p:spPr>
      </p:sp>
      <p:sp>
        <p:nvSpPr>
          <p:cNvPr id="109" name="Input graph label"/>
          <p:cNvSpPr/>
          <p:nvPr/>
        </p:nvSpPr>
        <p:spPr>
          <a:xfrm>
            <a:off x="3517900" y="2217420"/>
            <a:ext cx="1143000" cy="391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buNone/>
            </a:pPr>
            <a14:m>
              <m:oMathPara>
                <m:oMathParaPr>
                  <m:jc m:val="center"/>
                </m:oMathParaPr>
                <m:oMath>
                  <m:sSub>
                    <m:sSubPr>
                      <m:ctrlPr>
                        <a:rPr sz="1100">
                          <a:solidFill>
                            <a:srgbClr val="252529"/>
                          </a:solidFill>
                          <a:latin typeface="Cambria Math"/>
                        </a:rPr>
                      </m:ctrlPr>
                    </m:sSubPr>
                    <m:e>
                      <m:r>
                        <m:rPr>
                          <m:sty m:val="i"/>
                        </m:rPr>
                        <a:rPr sz="1100">
                          <a:solidFill>
                            <a:srgbClr val="252529"/>
                          </a:solidFill>
                          <a:latin typeface="Cambria Math"/>
                        </a:rPr>
                        <m:t xml:space="preserve">z</m:t>
                      </m:r>
                    </m:e>
                    <m:sub>
                      <m:r>
                        <m:rPr>
                          <m:sty m:val="p"/>
                        </m:rPr>
                        <a:rPr sz="1100">
                          <a:solidFill>
                            <a:srgbClr val="252529"/>
                          </a:solidFill>
                          <a:latin typeface="Cambria Math"/>
                        </a:rPr>
                        <m:t xml:space="preserve">Δ</m:t>
                      </m:r>
                    </m:sub>
                  </m:sSub>
                  <m:d>
                    <m:dPr>
                      <m:begChr m:val="("/>
                      <m:endChr m:val=")"/>
                      <m:ctrlPr>
                        <a:rPr sz="1100">
                          <a:solidFill>
                            <a:srgbClr val="252529"/>
                          </a:solidFill>
                          <a:latin typeface="Cambria Math"/>
                        </a:rPr>
                      </m:ctrlPr>
                    </m:dPr>
                    <m:e>
                      <m:r>
                        <m:rPr>
                          <m:sty m:val="i"/>
                        </m:rPr>
                        <a:rPr sz="1100">
                          <a:solidFill>
                            <a:srgbClr val="252529"/>
                          </a:solidFill>
                          <a:latin typeface="Cambria Math"/>
                        </a:rPr>
                        <m:t xml:space="preserve">t,s</m:t>
                      </m:r>
                    </m:e>
                  </m:d>
                </m:oMath>
              </m:oMathPara>
            </a14:m>
            <a:endParaRPr sz="1100"/>
          </a:p>
        </p:txBody>
      </p:sp>
      <p:sp>
        <p:nvSpPr>
          <p:cNvPr id="110" name="Output graph label"/>
          <p:cNvSpPr/>
          <p:nvPr/>
        </p:nvSpPr>
        <p:spPr>
          <a:xfrm>
            <a:off x="1835150" y="858520"/>
            <a:ext cx="1206500" cy="391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buNone/>
            </a:pPr>
            <a14:m>
              <m:oMathPara>
                <m:oMathParaPr>
                  <m:jc m:val="center"/>
                </m:oMathParaPr>
                <m:oMath>
                  <m:sSub>
                    <m:sSubPr>
                      <m:ctrlPr>
                        <a:rPr sz="1100">
                          <a:solidFill>
                            <a:srgbClr val="252529"/>
                          </a:solidFill>
                          <a:latin typeface="Cambria Math"/>
                        </a:rPr>
                      </m:ctrlPr>
                    </m:sSubPr>
                    <m:e>
                      <m:r>
                        <m:rPr>
                          <m:sty m:val="i"/>
                        </m:rPr>
                        <a:rPr sz="1100">
                          <a:solidFill>
                            <a:srgbClr val="252529"/>
                          </a:solidFill>
                          <a:latin typeface="Cambria Math"/>
                        </a:rPr>
                        <m:t xml:space="preserve">w</m:t>
                      </m:r>
                    </m:e>
                    <m:sub>
                      <m:r>
                        <m:rPr>
                          <m:sty m:val="p"/>
                        </m:rPr>
                        <a:rPr sz="1100">
                          <a:solidFill>
                            <a:srgbClr val="252529"/>
                          </a:solidFill>
                          <a:latin typeface="Cambria Math"/>
                        </a:rPr>
                        <m:t xml:space="preserve">Δ</m:t>
                      </m:r>
                    </m:sub>
                  </m:sSub>
                  <m:d>
                    <m:dPr>
                      <m:begChr m:val="("/>
                      <m:endChr m:val=")"/>
                      <m:ctrlPr>
                        <a:rPr sz="1100">
                          <a:solidFill>
                            <a:srgbClr val="252529"/>
                          </a:solidFill>
                          <a:latin typeface="Cambria Math"/>
                        </a:rPr>
                      </m:ctrlPr>
                    </m:dPr>
                    <m:e>
                      <m:r>
                        <m:rPr>
                          <m:sty m:val="i"/>
                        </m:rPr>
                        <a:rPr sz="1100">
                          <a:solidFill>
                            <a:srgbClr val="252529"/>
                          </a:solidFill>
                          <a:latin typeface="Cambria Math"/>
                        </a:rPr>
                        <m:t xml:space="preserve">t,s</m:t>
                      </m:r>
                    </m:e>
                  </m:d>
                </m:oMath>
              </m:oMathPara>
            </a14:m>
            <a:endParaRPr sz="1100"/>
          </a:p>
        </p:txBody>
      </p:sp>
      <p:sp>
        <p:nvSpPr>
          <p:cNvPr id="111" name="Upper sector bound"/>
          <p:cNvSpPr/>
          <p:nvPr/>
        </p:nvSpPr>
        <p:spPr>
          <a:xfrm>
            <a:off x="3435350" y="1023620"/>
            <a:ext cx="1333500" cy="391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buNone/>
            </a:pPr>
            <a14:m>
              <m:oMathPara>
                <m:oMathParaPr>
                  <m:jc m:val="center"/>
                </m:oMathParaPr>
                <m:oMath>
                  <m:r>
                    <m:rPr>
                      <m:sty m:val="p"/>
                    </m:rPr>
                    <a:rPr sz="1100">
                      <a:solidFill>
                        <a:srgbClr val="252529"/>
                      </a:solidFill>
                      <a:latin typeface="Cambria Math"/>
                    </a:rPr>
                    <m:t xml:space="preserve">β</m:t>
                  </m:r>
                  <m:sSub>
                    <m:sSubPr>
                      <m:ctrlPr>
                        <a:rPr sz="1100">
                          <a:solidFill>
                            <a:srgbClr val="252529"/>
                          </a:solidFill>
                          <a:latin typeface="Cambria Math"/>
                        </a:rPr>
                      </m:ctrlPr>
                    </m:sSubPr>
                    <m:e>
                      <m:r>
                        <m:rPr>
                          <m:sty m:val="i"/>
                        </m:rPr>
                        <a:rPr sz="1100">
                          <a:solidFill>
                            <a:srgbClr val="252529"/>
                          </a:solidFill>
                          <a:latin typeface="Cambria Math"/>
                        </a:rPr>
                        <m:t xml:space="preserve">z</m:t>
                      </m:r>
                    </m:e>
                    <m:sub>
                      <m:r>
                        <m:rPr>
                          <m:sty m:val="p"/>
                        </m:rPr>
                        <a:rPr sz="1100">
                          <a:solidFill>
                            <a:srgbClr val="252529"/>
                          </a:solidFill>
                          <a:latin typeface="Cambria Math"/>
                        </a:rPr>
                        <m:t xml:space="preserve">Δ</m:t>
                      </m:r>
                    </m:sub>
                  </m:sSub>
                  <m:d>
                    <m:dPr>
                      <m:begChr m:val="("/>
                      <m:endChr m:val=")"/>
                      <m:ctrlPr>
                        <a:rPr sz="1100">
                          <a:solidFill>
                            <a:srgbClr val="252529"/>
                          </a:solidFill>
                          <a:latin typeface="Cambria Math"/>
                        </a:rPr>
                      </m:ctrlPr>
                    </m:dPr>
                    <m:e>
                      <m:r>
                        <m:rPr>
                          <m:sty m:val="i"/>
                        </m:rPr>
                        <a:rPr sz="1100">
                          <a:solidFill>
                            <a:srgbClr val="252529"/>
                          </a:solidFill>
                          <a:latin typeface="Cambria Math"/>
                        </a:rPr>
                        <m:t xml:space="preserve">t,s</m:t>
                      </m:r>
                    </m:e>
                  </m:d>
                </m:oMath>
              </m:oMathPara>
            </a14:m>
            <a:endParaRPr sz="1100"/>
          </a:p>
        </p:txBody>
      </p:sp>
      <p:sp>
        <p:nvSpPr>
          <p:cNvPr id="112" name="Lower sector bound"/>
          <p:cNvSpPr/>
          <p:nvPr/>
        </p:nvSpPr>
        <p:spPr>
          <a:xfrm>
            <a:off x="3486150" y="1633220"/>
            <a:ext cx="1333500" cy="391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buNone/>
            </a:pPr>
            <a14:m>
              <m:oMathPara>
                <m:oMathParaPr>
                  <m:jc m:val="center"/>
                </m:oMathParaPr>
                <m:oMath>
                  <m:r>
                    <m:rPr>
                      <m:sty m:val="i"/>
                    </m:rPr>
                    <a:rPr sz="1100">
                      <a:solidFill>
                        <a:srgbClr val="252529"/>
                      </a:solidFill>
                      <a:latin typeface="Cambria Math"/>
                    </a:rPr>
                    <m:t xml:space="preserve">α</m:t>
                  </m:r>
                  <m:sSub>
                    <m:sSubPr>
                      <m:ctrlPr>
                        <a:rPr sz="1100">
                          <a:solidFill>
                            <a:srgbClr val="252529"/>
                          </a:solidFill>
                          <a:latin typeface="Cambria Math"/>
                        </a:rPr>
                      </m:ctrlPr>
                    </m:sSubPr>
                    <m:e>
                      <m:r>
                        <m:rPr>
                          <m:sty m:val="i"/>
                        </m:rPr>
                        <a:rPr sz="1100">
                          <a:solidFill>
                            <a:srgbClr val="252529"/>
                          </a:solidFill>
                          <a:latin typeface="Cambria Math"/>
                        </a:rPr>
                        <m:t xml:space="preserve">z</m:t>
                      </m:r>
                    </m:e>
                    <m:sub>
                      <m:r>
                        <m:rPr>
                          <m:sty m:val="p"/>
                        </m:rPr>
                        <a:rPr sz="1100">
                          <a:solidFill>
                            <a:srgbClr val="252529"/>
                          </a:solidFill>
                          <a:latin typeface="Cambria Math"/>
                        </a:rPr>
                        <m:t xml:space="preserve">Δ</m:t>
                      </m:r>
                    </m:sub>
                  </m:sSub>
                  <m:d>
                    <m:dPr>
                      <m:begChr m:val="("/>
                      <m:endChr m:val=")"/>
                      <m:ctrlPr>
                        <a:rPr sz="1100">
                          <a:solidFill>
                            <a:srgbClr val="252529"/>
                          </a:solidFill>
                          <a:latin typeface="Cambria Math"/>
                        </a:rPr>
                      </m:ctrlPr>
                    </m:dPr>
                    <m:e>
                      <m:r>
                        <m:rPr>
                          <m:sty m:val="i"/>
                        </m:rPr>
                        <a:rPr sz="1100">
                          <a:solidFill>
                            <a:srgbClr val="252529"/>
                          </a:solidFill>
                          <a:latin typeface="Cambria Math"/>
                        </a:rPr>
                        <m:t xml:space="preserve">t,s</m:t>
                      </m:r>
                    </m:e>
                  </m:d>
                </m:oMath>
              </m:oMathPara>
            </a14:m>
            <a:endParaRPr sz="1100"/>
          </a:p>
        </p:txBody>
      </p:sp>
      <p:sp>
        <p:nvSpPr>
          <p:cNvPr id="113" name="Upper gap"/>
          <p:cNvSpPr/>
          <p:nvPr/>
        </p:nvSpPr>
        <p:spPr>
          <a:xfrm>
            <a:off x="3378708" y="1591361"/>
            <a:ext cx="25400" cy="162596"/>
          </a:xfrm>
          <a:custGeom>
            <a:avLst/>
            <a:gdLst/>
            <a:ahLst/>
            <a:cxnLst/>
            <a:rect l="0" t="0" r="r" b="b"/>
            <a:pathLst>
              <a:path w="25400" h="162596" fill="none">
                <a:moveTo>
                  <a:pt x="12700" y="12700"/>
                </a:moveTo>
                <a:lnTo>
                  <a:pt x="12700" y="149896"/>
                </a:lnTo>
              </a:path>
            </a:pathLst>
          </a:custGeom>
          <a:noFill/>
          <a:ln w="35560">
            <a:solidFill>
              <a:srgbClr val="216F9C"/>
            </a:solidFill>
            <a:round/>
          </a:ln>
        </p:spPr>
      </p:sp>
      <p:sp>
        <p:nvSpPr>
          <p:cNvPr id="114" name="Lower gap"/>
          <p:cNvSpPr/>
          <p:nvPr/>
        </p:nvSpPr>
        <p:spPr>
          <a:xfrm>
            <a:off x="3378708" y="1728556"/>
            <a:ext cx="25400" cy="371820"/>
          </a:xfrm>
          <a:custGeom>
            <a:avLst/>
            <a:gdLst/>
            <a:ahLst/>
            <a:cxnLst/>
            <a:rect l="0" t="0" r="r" b="b"/>
            <a:pathLst>
              <a:path w="25400" h="371820" fill="none">
                <a:moveTo>
                  <a:pt x="12700" y="12700"/>
                </a:moveTo>
                <a:lnTo>
                  <a:pt x="12700" y="359120"/>
                </a:lnTo>
              </a:path>
            </a:pathLst>
          </a:custGeom>
          <a:noFill/>
          <a:ln w="35560">
            <a:solidFill>
              <a:srgbClr val="147C60"/>
            </a:solidFill>
            <a:round/>
          </a:ln>
        </p:spPr>
      </p:sp>
      <p:sp>
        <p:nvSpPr>
          <p:cNvPr id="115" name="Gap tick"/>
          <p:cNvSpPr/>
          <p:nvPr/>
        </p:nvSpPr>
        <p:spPr>
          <a:xfrm>
            <a:off x="3340608" y="1591361"/>
            <a:ext cx="101600" cy="25400"/>
          </a:xfrm>
          <a:custGeom>
            <a:avLst/>
            <a:gdLst/>
            <a:ahLst/>
            <a:cxnLst/>
            <a:rect l="0" t="0" r="r" b="b"/>
            <a:pathLst>
              <a:path w="101600" h="25400" fill="none">
                <a:moveTo>
                  <a:pt x="12700" y="12700"/>
                </a:moveTo>
                <a:lnTo>
                  <a:pt x="88900" y="12700"/>
                </a:lnTo>
              </a:path>
            </a:pathLst>
          </a:custGeom>
          <a:noFill/>
          <a:ln w="8255">
            <a:solidFill>
              <a:srgbClr val="252529"/>
            </a:solidFill>
            <a:round/>
          </a:ln>
        </p:spPr>
      </p:sp>
      <p:sp>
        <p:nvSpPr>
          <p:cNvPr id="116" name="Gap tick"/>
          <p:cNvSpPr/>
          <p:nvPr/>
        </p:nvSpPr>
        <p:spPr>
          <a:xfrm>
            <a:off x="3340608" y="1728556"/>
            <a:ext cx="101600" cy="25400"/>
          </a:xfrm>
          <a:custGeom>
            <a:avLst/>
            <a:gdLst/>
            <a:ahLst/>
            <a:cxnLst/>
            <a:rect l="0" t="0" r="r" b="b"/>
            <a:pathLst>
              <a:path w="101600" h="25400" fill="none">
                <a:moveTo>
                  <a:pt x="12700" y="12700"/>
                </a:moveTo>
                <a:lnTo>
                  <a:pt x="88900" y="12700"/>
                </a:lnTo>
              </a:path>
            </a:pathLst>
          </a:custGeom>
          <a:noFill/>
          <a:ln w="8255">
            <a:solidFill>
              <a:srgbClr val="252529"/>
            </a:solidFill>
            <a:round/>
          </a:ln>
        </p:spPr>
      </p:sp>
      <p:sp>
        <p:nvSpPr>
          <p:cNvPr id="117" name="Gap tick"/>
          <p:cNvSpPr/>
          <p:nvPr/>
        </p:nvSpPr>
        <p:spPr>
          <a:xfrm>
            <a:off x="3340608" y="2074977"/>
            <a:ext cx="101600" cy="25400"/>
          </a:xfrm>
          <a:custGeom>
            <a:avLst/>
            <a:gdLst/>
            <a:ahLst/>
            <a:cxnLst/>
            <a:rect l="0" t="0" r="r" b="b"/>
            <a:pathLst>
              <a:path w="101600" h="25400" fill="none">
                <a:moveTo>
                  <a:pt x="12700" y="12700"/>
                </a:moveTo>
                <a:lnTo>
                  <a:pt x="88900" y="12700"/>
                </a:lnTo>
              </a:path>
            </a:pathLst>
          </a:custGeom>
          <a:noFill/>
          <a:ln w="8255">
            <a:solidFill>
              <a:srgbClr val="252529"/>
            </a:solidFill>
            <a:round/>
          </a:ln>
        </p:spPr>
      </p:sp>
      <p:sp>
        <p:nvSpPr>
          <p:cNvPr id="118" name="Sample point"/>
          <p:cNvSpPr/>
          <p:nvPr/>
        </p:nvSpPr>
        <p:spPr>
          <a:xfrm>
            <a:off x="3359658" y="1709506"/>
            <a:ext cx="63500" cy="63500"/>
          </a:xfrm>
          <a:prstGeom prst="ellipse">
            <a:avLst/>
          </a:prstGeom>
          <a:solidFill>
            <a:srgbClr val="D61016"/>
          </a:solidFill>
          <a:ln>
            <a:noFill/>
          </a:ln>
        </p:spPr>
      </p:sp>
      <p:sp>
        <p:nvSpPr>
          <p:cNvPr id="119" name="Delta input"/>
          <p:cNvSpPr/>
          <p:nvPr/>
        </p:nvSpPr>
        <p:spPr>
          <a:xfrm>
            <a:off x="5194300" y="1841500"/>
            <a:ext cx="1079500" cy="25400"/>
          </a:xfrm>
          <a:custGeom>
            <a:avLst/>
            <a:gdLst/>
            <a:ahLst/>
            <a:cxnLst/>
            <a:rect l="0" t="0" r="r" b="b"/>
            <a:pathLst>
              <a:path w="1079500" h="25400" fill="none">
                <a:moveTo>
                  <a:pt x="12700" y="12700"/>
                </a:moveTo>
                <a:lnTo>
                  <a:pt x="1066800" y="12700"/>
                </a:lnTo>
              </a:path>
            </a:pathLst>
          </a:custGeom>
          <a:noFill/>
          <a:ln w="12700">
            <a:solidFill>
              <a:srgbClr val="252529"/>
            </a:solidFill>
            <a:round/>
            <a:tailEnd type="triangle" w="sm" len="sm"/>
          </a:ln>
        </p:spPr>
      </p:sp>
      <p:sp>
        <p:nvSpPr>
          <p:cNvPr id="120" name="Delta output"/>
          <p:cNvSpPr/>
          <p:nvPr/>
        </p:nvSpPr>
        <p:spPr>
          <a:xfrm>
            <a:off x="6934200" y="1841500"/>
            <a:ext cx="1333500" cy="25400"/>
          </a:xfrm>
          <a:custGeom>
            <a:avLst/>
            <a:gdLst/>
            <a:ahLst/>
            <a:cxnLst/>
            <a:rect l="0" t="0" r="r" b="b"/>
            <a:pathLst>
              <a:path w="1333500" h="25400" fill="none">
                <a:moveTo>
                  <a:pt x="12700" y="12700"/>
                </a:moveTo>
                <a:lnTo>
                  <a:pt x="1320800" y="12700"/>
                </a:lnTo>
              </a:path>
            </a:pathLst>
          </a:custGeom>
          <a:noFill/>
          <a:ln w="12700">
            <a:solidFill>
              <a:srgbClr val="252529"/>
            </a:solidFill>
            <a:round/>
            <a:tailEnd type="triangle" w="sm" len="sm"/>
          </a:ln>
        </p:spPr>
      </p:sp>
      <p:sp>
        <p:nvSpPr>
          <p:cNvPr id="121" name="Delta block"/>
          <p:cNvSpPr/>
          <p:nvPr/>
        </p:nvSpPr>
        <p:spPr>
          <a:xfrm>
            <a:off x="6261100" y="1549400"/>
            <a:ext cx="685800" cy="609600"/>
          </a:xfrm>
          <a:prstGeom prst="rect">
            <a:avLst/>
          </a:prstGeom>
          <a:noFill/>
          <a:ln w="12700">
            <a:solidFill>
              <a:srgbClr val="D61016"/>
            </a:solidFill>
          </a:ln>
        </p:spPr>
      </p:sp>
      <p:sp>
        <p:nvSpPr>
          <p:cNvPr id="122" name="Delta label"/>
          <p:cNvSpPr/>
          <p:nvPr/>
        </p:nvSpPr>
        <p:spPr>
          <a:xfrm>
            <a:off x="6286500" y="1409700"/>
            <a:ext cx="635000" cy="889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buNone/>
            </a:pPr>
            <a14:m>
              <m:oMathPara>
                <m:oMathParaPr>
                  <m:jc m:val="center"/>
                </m:oMathParaPr>
                <m:oMath>
                  <m:r>
                    <m:rPr>
                      <m:sty m:val="p"/>
                    </m:rPr>
                    <a:rPr sz="2500">
                      <a:solidFill>
                        <a:srgbClr val="D61016"/>
                      </a:solidFill>
                      <a:latin typeface="Cambria Math"/>
                    </a:rPr>
                    <m:t xml:space="preserve">Δ</m:t>
                  </m:r>
                </m:oMath>
              </m:oMathPara>
            </a14:m>
            <a:endParaRPr sz="2500"/>
          </a:p>
        </p:txBody>
      </p:sp>
      <p:sp>
        <p:nvSpPr>
          <p:cNvPr id="123" name="Delta input label"/>
          <p:cNvSpPr/>
          <p:nvPr/>
        </p:nvSpPr>
        <p:spPr>
          <a:xfrm>
            <a:off x="5092700" y="1394460"/>
            <a:ext cx="1143000" cy="462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buNone/>
            </a:pPr>
            <a14:m>
              <m:oMathPara>
                <m:oMathParaPr>
                  <m:jc m:val="center"/>
                </m:oMathParaPr>
                <m:oMath>
                  <m:sSub>
                    <m:sSubPr>
                      <m:ctrlPr>
                        <a:rPr sz="1300">
                          <a:solidFill>
                            <a:srgbClr val="252529"/>
                          </a:solidFill>
                          <a:latin typeface="Cambria Math"/>
                        </a:rPr>
                      </m:ctrlPr>
                    </m:sSubPr>
                    <m:e>
                      <m:r>
                        <m:rPr>
                          <m:sty m:val="i"/>
                        </m:rPr>
                        <a:rPr sz="1300">
                          <a:solidFill>
                            <a:srgbClr val="252529"/>
                          </a:solidFill>
                          <a:latin typeface="Cambria Math"/>
                        </a:rPr>
                        <m:t xml:space="preserve">z</m:t>
                      </m:r>
                    </m:e>
                    <m:sub>
                      <m:r>
                        <m:rPr>
                          <m:sty m:val="p"/>
                        </m:rPr>
                        <a:rPr sz="1300">
                          <a:solidFill>
                            <a:srgbClr val="252529"/>
                          </a:solidFill>
                          <a:latin typeface="Cambria Math"/>
                        </a:rPr>
                        <m:t xml:space="preserve">Δ</m:t>
                      </m:r>
                    </m:sub>
                  </m:sSub>
                  <m:d>
                    <m:dPr>
                      <m:begChr m:val="("/>
                      <m:endChr m:val=")"/>
                      <m:ctrlPr>
                        <a:rPr sz="1300">
                          <a:solidFill>
                            <a:srgbClr val="252529"/>
                          </a:solidFill>
                          <a:latin typeface="Cambria Math"/>
                        </a:rPr>
                      </m:ctrlPr>
                    </m:dPr>
                    <m:e>
                      <m:r>
                        <m:rPr>
                          <m:sty m:val="i"/>
                        </m:rPr>
                        <a:rPr sz="1300">
                          <a:solidFill>
                            <a:srgbClr val="252529"/>
                          </a:solidFill>
                          <a:latin typeface="Cambria Math"/>
                        </a:rPr>
                        <m:t xml:space="preserve">t,s</m:t>
                      </m:r>
                    </m:e>
                  </m:d>
                </m:oMath>
              </m:oMathPara>
            </a14:m>
            <a:endParaRPr sz="1300"/>
          </a:p>
        </p:txBody>
      </p:sp>
      <p:sp>
        <p:nvSpPr>
          <p:cNvPr id="124" name="Delta output label"/>
          <p:cNvSpPr/>
          <p:nvPr/>
        </p:nvSpPr>
        <p:spPr>
          <a:xfrm>
            <a:off x="7086600" y="1394460"/>
            <a:ext cx="1143000" cy="462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buNone/>
            </a:pPr>
            <a14:m>
              <m:oMathPara>
                <m:oMathParaPr>
                  <m:jc m:val="center"/>
                </m:oMathParaPr>
                <m:oMath>
                  <m:sSub>
                    <m:sSubPr>
                      <m:ctrlPr>
                        <a:rPr sz="1300">
                          <a:solidFill>
                            <a:srgbClr val="252529"/>
                          </a:solidFill>
                          <a:latin typeface="Cambria Math"/>
                        </a:rPr>
                      </m:ctrlPr>
                    </m:sSubPr>
                    <m:e>
                      <m:r>
                        <m:rPr>
                          <m:sty m:val="i"/>
                        </m:rPr>
                        <a:rPr sz="1300">
                          <a:solidFill>
                            <a:srgbClr val="252529"/>
                          </a:solidFill>
                          <a:latin typeface="Cambria Math"/>
                        </a:rPr>
                        <m:t xml:space="preserve">w</m:t>
                      </m:r>
                    </m:e>
                    <m:sub>
                      <m:r>
                        <m:rPr>
                          <m:sty m:val="p"/>
                        </m:rPr>
                        <a:rPr sz="1300">
                          <a:solidFill>
                            <a:srgbClr val="252529"/>
                          </a:solidFill>
                          <a:latin typeface="Cambria Math"/>
                        </a:rPr>
                        <m:t xml:space="preserve">Δ</m:t>
                      </m:r>
                    </m:sub>
                  </m:sSub>
                  <m:d>
                    <m:dPr>
                      <m:begChr m:val="("/>
                      <m:endChr m:val=")"/>
                      <m:ctrlPr>
                        <a:rPr sz="1300">
                          <a:solidFill>
                            <a:srgbClr val="252529"/>
                          </a:solidFill>
                          <a:latin typeface="Cambria Math"/>
                        </a:rPr>
                      </m:ctrlPr>
                    </m:dPr>
                    <m:e>
                      <m:r>
                        <m:rPr>
                          <m:sty m:val="i"/>
                        </m:rPr>
                        <a:rPr sz="1300">
                          <a:solidFill>
                            <a:srgbClr val="252529"/>
                          </a:solidFill>
                          <a:latin typeface="Cambria Math"/>
                        </a:rPr>
                        <m:t xml:space="preserve">t,s</m:t>
                      </m:r>
                    </m:e>
                  </m:d>
                </m:oMath>
              </m:oMathPara>
            </a14:m>
            <a:endParaRPr sz="1300"/>
          </a:p>
        </p:txBody>
      </p:sp>
      <p:sp>
        <p:nvSpPr>
          <p:cNvPr id="125" name="Identity filter"/>
          <p:cNvSpPr/>
          <p:nvPr/>
        </p:nvSpPr>
        <p:spPr>
          <a:xfrm>
            <a:off x="4965700" y="2192020"/>
            <a:ext cx="3302000" cy="746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buNone/>
            </a:pPr>
            <a14:m>
              <m:oMathPara>
                <m:oMathParaPr>
                  <m:jc m:val="center"/>
                </m:oMathParaPr>
                <m:oMath>
                  <m:sSub>
                    <m:sSubPr>
                      <m:ctrlPr>
                        <a:rPr sz="2100">
                          <a:solidFill>
                            <a:srgbClr val="252529"/>
                          </a:solidFill>
                          <a:latin typeface="Cambria Math"/>
                        </a:rPr>
                      </m:ctrlPr>
                    </m:sSubPr>
                    <m:e>
                      <m:r>
                        <m:rPr>
                          <m:sty m:val="p"/>
                        </m:rPr>
                        <a:rPr sz="2100">
                          <a:solidFill>
                            <a:srgbClr val="252529"/>
                          </a:solidFill>
                          <a:latin typeface="Cambria Math"/>
                        </a:rPr>
                        <m:t xml:space="preserve">Ψ</m:t>
                      </m:r>
                    </m:e>
                    <m:sub>
                      <m:r>
                        <m:rPr>
                          <m:sty m:val="p"/>
                        </m:rPr>
                        <a:rPr sz="2100">
                          <a:solidFill>
                            <a:srgbClr val="252529"/>
                          </a:solidFill>
                          <a:latin typeface="Cambria Math"/>
                        </a:rPr>
                        <m:t xml:space="preserve">Δ</m:t>
                      </m:r>
                    </m:sub>
                  </m:sSub>
                  <m:r>
                    <m:rPr>
                      <m:sty m:val="i"/>
                    </m:rPr>
                    <a:rPr sz="2100">
                      <a:solidFill>
                        <a:srgbClr val="252529"/>
                      </a:solidFill>
                      <a:latin typeface="Cambria Math"/>
                    </a:rPr>
                    <m:t xml:space="preserve">=I</m:t>
                  </m:r>
                </m:oMath>
              </m:oMathPara>
            </a14:m>
            <a:endParaRPr sz="2100"/>
          </a:p>
        </p:txBody>
      </p:sp>
      <p:sp>
        <p:nvSpPr>
          <p:cNvPr id="126" name="Definition connection"/>
          <p:cNvSpPr/>
          <p:nvPr/>
        </p:nvSpPr>
        <p:spPr>
          <a:xfrm>
            <a:off x="4552950" y="2844800"/>
            <a:ext cx="41275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buNone/>
            </a:pPr>
            <a:r>
              <a:rPr lang="en-GB" sz="1200" baseline="0" b="0" i="0" u="none">
                <a:solidFill>
                  <a:srgbClr val="747B82"/>
                </a:solidFill>
                <a:latin typeface="Aptos"/>
                <a:ea typeface="Aptos"/>
                <a:cs typeface="Aptos"/>
              </a:rPr>
              <a:t xml:space="preserve">Use the sector multiplier in Definition 5.</a:t>
            </a:r>
            <a:endParaRPr sz="1200"/>
          </a:p>
        </p:txBody>
      </p:sp>
      <p:sp>
        <p:nvSpPr>
          <p:cNvPr id="127" name="Hard IQC integral"/>
          <p:cNvSpPr/>
          <p:nvPr/>
        </p:nvSpPr>
        <p:spPr>
          <a:xfrm>
            <a:off x="508000" y="3195320"/>
            <a:ext cx="8128000" cy="746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buNone/>
            </a:pPr>
            <a14:m>
              <m:oMathPara>
                <m:oMathParaPr>
                  <m:jc m:val="center"/>
                </m:oMathParaPr>
                <m:oMath>
                  <m:nary>
                    <m:naryPr>
                      <m:chr m:val="∫"/>
                      <m:limLoc m:val="subSup"/>
                      <m:ctrlPr>
                        <a:rPr sz="2100">
                          <a:solidFill>
                            <a:srgbClr val="252529"/>
                          </a:solidFill>
                          <a:latin typeface="Cambria Math"/>
                        </a:rPr>
                      </m:ctrlPr>
                    </m:naryPr>
                    <m:sub>
                      <m:r>
                        <m:rPr>
                          <m:sty m:val="p"/>
                        </m:rPr>
                        <a:rPr sz="2100">
                          <a:solidFill>
                            <a:srgbClr val="252529"/>
                          </a:solidFill>
                          <a:latin typeface="Cambria Math"/>
                        </a:rPr>
                        <m:t xml:space="preserve">0</m:t>
                      </m:r>
                    </m:sub>
                    <m:sup>
                      <m:r>
                        <m:rPr>
                          <m:sty m:val="i"/>
                        </m:rPr>
                        <a:rPr sz="2100">
                          <a:solidFill>
                            <a:srgbClr val="252529"/>
                          </a:solidFill>
                          <a:latin typeface="Cambria Math"/>
                        </a:rPr>
                        <m:t xml:space="preserve">T</m:t>
                      </m:r>
                    </m:sup>
                    <m:e>
                      <m:nary>
                        <m:naryPr>
                          <m:chr m:val="∫"/>
                          <m:limLoc m:val="subSup"/>
                          <m:ctrlPr>
                            <a:rPr sz="2100">
                              <a:solidFill>
                                <a:srgbClr val="252529"/>
                              </a:solidFill>
                              <a:latin typeface="Cambria Math"/>
                            </a:rPr>
                          </m:ctrlPr>
                        </m:naryPr>
                        <m:sub>
                          <m:r>
                            <m:rPr>
                              <m:sty m:val="i"/>
                            </m:rPr>
                            <a:rPr sz="2100">
                              <a:solidFill>
                                <a:srgbClr val="252529"/>
                              </a:solidFill>
                              <a:latin typeface="Cambria Math"/>
                            </a:rPr>
                            <m:t xml:space="preserve">a</m:t>
                          </m:r>
                        </m:sub>
                        <m:sup>
                          <m:r>
                            <m:rPr>
                              <m:sty m:val="i"/>
                            </m:rPr>
                            <a:rPr sz="2100">
                              <a:solidFill>
                                <a:srgbClr val="252529"/>
                              </a:solidFill>
                              <a:latin typeface="Cambria Math"/>
                            </a:rPr>
                            <m:t xml:space="preserve">b</m:t>
                          </m:r>
                        </m:sup>
                        <m:e>
                          <m:r>
                            <m:rPr>
                              <m:sty m:val="i"/>
                            </m:rPr>
                            <a:rPr sz="2100">
                              <a:solidFill>
                                <a:srgbClr val="147C60"/>
                              </a:solidFill>
                              <a:latin typeface="Cambria Math"/>
                            </a:rPr>
                            <m:t xml:space="preserve">q</m:t>
                          </m:r>
                          <m:d>
                            <m:dPr>
                              <m:begChr m:val="("/>
                              <m:endChr m:val=")"/>
                              <m:ctrlPr>
                                <a:rPr sz="2100">
                                  <a:solidFill>
                                    <a:srgbClr val="252529"/>
                                  </a:solidFill>
                                  <a:latin typeface="Cambria Math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i"/>
                                </m:rPr>
                                <a:rPr sz="2100">
                                  <a:solidFill>
                                    <a:srgbClr val="252529"/>
                                  </a:solidFill>
                                  <a:latin typeface="Cambria Math"/>
                                </a:rPr>
                                <m:t xml:space="preserve">t,s</m:t>
                              </m:r>
                            </m:e>
                          </m:d>
                          <m:r>
                            <m:rPr>
                              <m:sty m:val="i"/>
                            </m:rPr>
                            <a:rPr sz="2100">
                              <a:solidFill>
                                <a:srgbClr val="252529"/>
                              </a:solidFill>
                              <a:latin typeface="Cambria Math"/>
                            </a:rPr>
                            <m:t xml:space="preserve"> ds dt</m:t>
                          </m:r>
                        </m:e>
                      </m:nary>
                    </m:e>
                  </m:nary>
                  <m:r>
                    <m:rPr>
                      <m:sty m:val="p"/>
                    </m:rPr>
                    <a:rPr sz="2100">
                      <a:solidFill>
                        <a:srgbClr val="147C60"/>
                      </a:solidFill>
                      <a:latin typeface="Cambria Math"/>
                    </a:rPr>
                    <m:t xml:space="preserve">≥0</m:t>
                  </m:r>
                  <m:r>
                    <m:rPr>
                      <m:sty m:val="i"/>
                    </m:rPr>
                    <a:rPr sz="2100">
                      <a:solidFill>
                        <a:srgbClr val="252529"/>
                      </a:solidFill>
                      <a:latin typeface="Cambria Math"/>
                    </a:rPr>
                    <m:t xml:space="preserve">    ∀T≥0</m:t>
                  </m:r>
                </m:oMath>
              </m:oMathPara>
            </a14:m>
            <a:endParaRPr sz="2100"/>
          </a:p>
        </p:txBody>
      </p:sp>
      <p:sp>
        <p:nvSpPr>
          <p:cNvPr id="128" name="Dissipativity storage inequality"/>
          <p:cNvSpPr/>
          <p:nvPr/>
        </p:nvSpPr>
        <p:spPr>
          <a:xfrm>
            <a:off x="508000" y="3921760"/>
            <a:ext cx="8128000" cy="640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buNone/>
            </a:pPr>
            <a14:m>
              <m:oMathPara>
                <m:oMathParaPr>
                  <m:jc m:val="center"/>
                </m:oMathParaPr>
                <m:oMath>
                  <m:r>
                    <m:rPr>
                      <m:sty m:val="i"/>
                    </m:rPr>
                    <a:rPr sz="1800">
                      <a:solidFill>
                        <a:srgbClr val="252529"/>
                      </a:solidFill>
                      <a:latin typeface="Cambria Math"/>
                    </a:rPr>
                    <m:t xml:space="preserve">S</m:t>
                  </m:r>
                  <m:d>
                    <m:dPr>
                      <m:begChr m:val="("/>
                      <m:endChr m:val=")"/>
                      <m:ctrlPr>
                        <a:rPr sz="1800">
                          <a:solidFill>
                            <a:srgbClr val="252529"/>
                          </a:solidFill>
                          <a:latin typeface="Cambria Math"/>
                        </a:rPr>
                      </m:ctrlPr>
                    </m:dPr>
                    <m:e>
                      <m:r>
                        <m:rPr>
                          <m:sty m:val="i"/>
                        </m:rPr>
                        <a:rPr sz="1800">
                          <a:solidFill>
                            <a:srgbClr val="252529"/>
                          </a:solidFill>
                          <a:latin typeface="Cambria Math"/>
                        </a:rPr>
                        <m:t xml:space="preserve">T</m:t>
                      </m:r>
                    </m:e>
                  </m:d>
                  <m:r>
                    <m:rPr>
                      <m:sty m:val="i"/>
                    </m:rPr>
                    <a:rPr sz="1800">
                      <a:solidFill>
                        <a:srgbClr val="252529"/>
                      </a:solidFill>
                      <a:latin typeface="Cambria Math"/>
                    </a:rPr>
                    <m:t xml:space="preserve">−S</m:t>
                  </m:r>
                  <m:d>
                    <m:dPr>
                      <m:begChr m:val="("/>
                      <m:endChr m:val=")"/>
                      <m:ctrlPr>
                        <a:rPr sz="1800">
                          <a:solidFill>
                            <a:srgbClr val="252529"/>
                          </a:solidFill>
                          <a:latin typeface="Cambria Math"/>
                        </a:rPr>
                      </m:ctrlPr>
                    </m:dPr>
                    <m:e>
                      <m:r>
                        <m:rPr>
                          <m:sty m:val="p"/>
                        </m:rPr>
                        <a:rPr sz="1800">
                          <a:solidFill>
                            <a:srgbClr val="252529"/>
                          </a:solidFill>
                          <a:latin typeface="Cambria Math"/>
                        </a:rPr>
                        <m:t xml:space="preserve">0</m:t>
                      </m:r>
                    </m:e>
                  </m:d>
                  <m:r>
                    <m:rPr>
                      <m:sty m:val="p"/>
                    </m:rPr>
                    <a:rPr sz="1800">
                      <a:solidFill>
                        <a:srgbClr val="252529"/>
                      </a:solidFill>
                      <a:latin typeface="Cambria Math"/>
                    </a:rPr>
                    <m:t xml:space="preserve">=0≤</m:t>
                  </m:r>
                  <m:nary>
                    <m:naryPr>
                      <m:chr m:val="∫"/>
                      <m:limLoc m:val="subSup"/>
                      <m:ctrlPr>
                        <a:rPr sz="1800">
                          <a:solidFill>
                            <a:srgbClr val="252529"/>
                          </a:solidFill>
                          <a:latin typeface="Cambria Math"/>
                        </a:rPr>
                      </m:ctrlPr>
                    </m:naryPr>
                    <m:sub>
                      <m:r>
                        <m:rPr>
                          <m:sty m:val="p"/>
                        </m:rPr>
                        <a:rPr sz="1800">
                          <a:solidFill>
                            <a:srgbClr val="252529"/>
                          </a:solidFill>
                          <a:latin typeface="Cambria Math"/>
                        </a:rPr>
                        <m:t xml:space="preserve">0</m:t>
                      </m:r>
                    </m:sub>
                    <m:sup>
                      <m:r>
                        <m:rPr>
                          <m:sty m:val="i"/>
                        </m:rPr>
                        <a:rPr sz="1800">
                          <a:solidFill>
                            <a:srgbClr val="252529"/>
                          </a:solidFill>
                          <a:latin typeface="Cambria Math"/>
                        </a:rPr>
                        <m:t xml:space="preserve">T</m:t>
                      </m:r>
                    </m:sup>
                    <m:e>
                      <m:nary>
                        <m:naryPr>
                          <m:chr m:val="∫"/>
                          <m:limLoc m:val="subSup"/>
                          <m:ctrlPr>
                            <a:rPr sz="1800">
                              <a:solidFill>
                                <a:srgbClr val="252529"/>
                              </a:solidFill>
                              <a:latin typeface="Cambria Math"/>
                            </a:rPr>
                          </m:ctrlPr>
                        </m:naryPr>
                        <m:sub>
                          <m:r>
                            <m:rPr>
                              <m:sty m:val="i"/>
                            </m:rPr>
                            <a:rPr sz="1800">
                              <a:solidFill>
                                <a:srgbClr val="252529"/>
                              </a:solidFill>
                              <a:latin typeface="Cambria Math"/>
                            </a:rPr>
                            <m:t xml:space="preserve">a</m:t>
                          </m:r>
                        </m:sub>
                        <m:sup>
                          <m:r>
                            <m:rPr>
                              <m:sty m:val="i"/>
                            </m:rPr>
                            <a:rPr sz="1800">
                              <a:solidFill>
                                <a:srgbClr val="252529"/>
                              </a:solidFill>
                              <a:latin typeface="Cambria Math"/>
                            </a:rPr>
                            <m:t xml:space="preserve">b</m:t>
                          </m:r>
                        </m:sup>
                        <m:e>
                          <m:r>
                            <m:rPr>
                              <m:sty m:val="i"/>
                            </m:rPr>
                            <a:rPr sz="1800">
                              <a:solidFill>
                                <a:srgbClr val="147C60"/>
                              </a:solidFill>
                              <a:latin typeface="Cambria Math"/>
                            </a:rPr>
                            <m:t xml:space="preserve">q</m:t>
                          </m:r>
                          <m:d>
                            <m:dPr>
                              <m:begChr m:val="("/>
                              <m:endChr m:val=")"/>
                              <m:ctrlPr>
                                <a:rPr sz="1800">
                                  <a:solidFill>
                                    <a:srgbClr val="252529"/>
                                  </a:solidFill>
                                  <a:latin typeface="Cambria Math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i"/>
                                </m:rPr>
                                <a:rPr sz="1800">
                                  <a:solidFill>
                                    <a:srgbClr val="252529"/>
                                  </a:solidFill>
                                  <a:latin typeface="Cambria Math"/>
                                </a:rPr>
                                <m:t xml:space="preserve">t,s</m:t>
                              </m:r>
                            </m:e>
                          </m:d>
                          <m:r>
                            <m:rPr>
                              <m:sty m:val="i"/>
                            </m:rPr>
                            <a:rPr sz="1800">
                              <a:solidFill>
                                <a:srgbClr val="252529"/>
                              </a:solidFill>
                              <a:latin typeface="Cambria Math"/>
                            </a:rPr>
                            <m:t xml:space="preserve"> ds dt</m:t>
                          </m:r>
                        </m:e>
                      </m:nary>
                    </m:e>
                  </m:nary>
                </m:oMath>
              </m:oMathPara>
            </a14:m>
            <a:endParaRPr sz="1800"/>
          </a:p>
        </p:txBody>
      </p:sp>
      <p:sp>
        <p:nvSpPr>
          <p:cNvPr id="129" name="Dissipativity result"/>
          <p:cNvSpPr/>
          <p:nvPr/>
        </p:nvSpPr>
        <p:spPr>
          <a:xfrm>
            <a:off x="444500" y="4645025"/>
            <a:ext cx="8255000" cy="2095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buNone/>
            </a:pPr>
            <a:r>
              <a:rPr lang="en-GB" sz="1100" baseline="0" b="0" i="0" u="none">
                <a:solidFill>
                  <a:srgbClr val="147C60"/>
                </a:solidFill>
                <a:latin typeface="Aptos"/>
                <a:ea typeface="Aptos"/>
                <a:cs typeface="Aptos"/>
              </a:rPr>
              <a:t xml:space="preserve">Δ is dissipative with this supply and zero storage.</a:t>
            </a:r>
            <a:endParaRPr sz="1100"/>
          </a:p>
        </p:txBody>
      </p:sp>
      <p:sp>
        <p:nvSpPr>
          <p:cNvPr id="130" name="Footer"/>
          <p:cNvSpPr/>
          <p:nvPr/>
        </p:nvSpPr>
        <p:spPr>
          <a:xfrm>
            <a:off x="457200" y="4876800"/>
            <a:ext cx="508000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buNone/>
            </a:pPr>
            <a:r>
              <a:rPr lang="en-GB" sz="800" baseline="0" b="0" i="0" u="none">
                <a:solidFill>
                  <a:srgbClr val="747B82"/>
                </a:solidFill>
                <a:latin typeface="Aptos"/>
                <a:ea typeface="Aptos"/>
                <a:cs typeface="Aptos"/>
              </a:rPr>
              <a:t xml:space="preserve">Msc Defence T.M. Lenssen</a:t>
            </a:r>
            <a:endParaRPr sz="800"/>
          </a:p>
        </p:txBody>
      </p:sp>
      <p:sp>
        <p:nvSpPr>
          <p:cNvPr id="131" name="Slide number"/>
          <p:cNvSpPr/>
          <p:nvPr/>
        </p:nvSpPr>
        <p:spPr>
          <a:xfrm>
            <a:off x="7874000" y="4876800"/>
            <a:ext cx="35560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buNone/>
            </a:pPr>
            <a:r>
              <a:rPr lang="en-GB" sz="800" baseline="0" b="0" i="0" u="none">
                <a:solidFill>
                  <a:srgbClr val="747B82"/>
                </a:solidFill>
                <a:latin typeface="Aptos"/>
                <a:ea typeface="Aptos"/>
                <a:cs typeface="Aptos"/>
              </a:rPr>
              <a:t xml:space="preserve">4</a:t>
            </a:r>
            <a:endParaRPr sz="800"/>
          </a:p>
        </p:txBody>
      </p:sp>
    </p:spTree>
  </p:cSld>
  <p:clrMapOvr>
    <a:masterClrMapping/>
  </p:clrMapOvr>
</p:sld>
</file>

<file path=ppt/theme/sectorNotesTheme.xml><?xml version="1.0" encoding="utf-8"?>
<a:theme xmlns:a="http://schemas.openxmlformats.org/drawingml/2006/main" name="Kantoorthema">
  <a:themeElements>
    <a:clrScheme name="Kantoor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Kantoor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Kantoor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.xml><?xml version="1.0" encoding="utf-8"?>
<a:theme xmlns:a="http://schemas.openxmlformats.org/drawingml/2006/main" name="TUe - Clean White">
  <a:themeElements>
    <a:clrScheme name="TUe_PPT_V2">
      <a:dk1>
        <a:sysClr val="windowText" lastClr="000000"/>
      </a:dk1>
      <a:lt1>
        <a:sysClr val="window" lastClr="FFFFFF"/>
      </a:lt1>
      <a:dk2>
        <a:srgbClr val="C81919"/>
      </a:dk2>
      <a:lt2>
        <a:srgbClr val="101073"/>
      </a:lt2>
      <a:accent1>
        <a:srgbClr val="C81919"/>
      </a:accent1>
      <a:accent2>
        <a:srgbClr val="9E9EB1"/>
      </a:accent2>
      <a:accent3>
        <a:srgbClr val="0092B5"/>
      </a:accent3>
      <a:accent4>
        <a:srgbClr val="FF9A00"/>
      </a:accent4>
      <a:accent5>
        <a:srgbClr val="101073"/>
      </a:accent5>
      <a:accent6>
        <a:srgbClr val="CEDF00"/>
      </a:accent6>
      <a:hlink>
        <a:srgbClr val="0563C1"/>
      </a:hlink>
      <a:folHlink>
        <a:srgbClr val="954F72"/>
      </a:folHlink>
    </a:clrScheme>
    <a:fontScheme name="Clean White - Aptos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Kantoorthema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Ue - Clean White" id="{9370F84E-7576-4FDA-B736-A09996DF8429}" vid="{ED81D3C9-A1FB-4E5B-AF38-E92F700A58FD}"/>
    </a:ext>
  </a:extLst>
</a:theme>
</file>