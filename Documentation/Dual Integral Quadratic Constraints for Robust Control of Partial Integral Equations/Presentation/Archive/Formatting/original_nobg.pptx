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0.5"/>
                                      </p:to>
                                    </p:set>
                                    <p:animEffect filter="image" prLst="opacity: 0.5">
                                      <p:cBhvr rctx="IE">
                                        <p:cTn id="36" dur="indefinite"/>
                                        <p:tgtEl>
                                          <p:spTgt spid="3">
                                            <p:txEl>
                                              <p:pRg st="1" end="1"/>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9" presetClass="emph" presetSubtype="0" grpId="1" nodeType="withEffect">
                                  <p:stCondLst>
                                    <p:cond delay="0"/>
                                  </p:stCondLst>
                                  <p:childTnLst>
                                    <p:set>
                                      <p:cBhvr>
                                        <p:cTn id="48" dur="indefinite"/>
                                        <p:tgtEl>
                                          <p:spTgt spid="3">
                                            <p:txEl>
                                              <p:pRg st="2" end="2"/>
                                            </p:txEl>
                                          </p:spTgt>
                                        </p:tgtEl>
                                        <p:attrNameLst>
                                          <p:attrName>style.opacity</p:attrName>
                                        </p:attrNameLst>
                                      </p:cBhvr>
                                      <p:to>
                                        <p:strVal val="0.5"/>
                                      </p:to>
                                    </p:set>
                                    <p:animEffect filter="image" prLst="opacity: 0.5">
                                      <p:cBhvr rctx="IE">
                                        <p:cTn id="49" dur="indefinite"/>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22"/>
                                        </p:tgtEl>
                                        <p:attrNameLst>
                                          <p:attrName>style.visibility</p:attrName>
                                        </p:attrNameLst>
                                      </p:cBhvr>
                                      <p:to>
                                        <p:strVal val="hidden"/>
                                      </p:to>
                                    </p:set>
                                  </p:childTnLst>
                                </p:cTn>
                              </p:par>
                              <p:par>
                                <p:cTn id="58" presetID="9" presetClass="emph" presetSubtype="0" grpId="1" nodeType="withEffect">
                                  <p:stCondLst>
                                    <p:cond delay="0"/>
                                  </p:stCondLst>
                                  <p:childTnLst>
                                    <p:set>
                                      <p:cBhvr>
                                        <p:cTn id="59" dur="indefinite"/>
                                        <p:tgtEl>
                                          <p:spTgt spid="3">
                                            <p:txEl>
                                              <p:pRg st="3" end="3"/>
                                            </p:txEl>
                                          </p:spTgt>
                                        </p:tgtEl>
                                        <p:attrNameLst>
                                          <p:attrName>style.opacity</p:attrName>
                                        </p:attrNameLst>
                                      </p:cBhvr>
                                      <p:to>
                                        <p:strVal val="0.5"/>
                                      </p:to>
                                    </p:set>
                                    <p:animEffect filter="image" prLst="opacity: 0.5">
                                      <p:cBhvr rctx="IE">
                                        <p:cTn id="60" dur="indefinite"/>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9" presetClass="emph" presetSubtype="0" grpId="1" nodeType="withEffect">
                                  <p:stCondLst>
                                    <p:cond delay="0"/>
                                  </p:stCondLst>
                                  <p:childTnLst>
                                    <p:set>
                                      <p:cBhvr>
                                        <p:cTn id="68" dur="indefinite"/>
                                        <p:tgtEl>
                                          <p:spTgt spid="3">
                                            <p:txEl>
                                              <p:pRg st="4" end="4"/>
                                            </p:txEl>
                                          </p:spTgt>
                                        </p:tgtEl>
                                        <p:attrNameLst>
                                          <p:attrName>style.opacity</p:attrName>
                                        </p:attrNameLst>
                                      </p:cBhvr>
                                      <p:to>
                                        <p:strVal val="0.5"/>
                                      </p:to>
                                    </p:set>
                                    <p:animEffect filter="image" prLst="opacity: 0.5">
                                      <p:cBhvr rctx="IE">
                                        <p:cTn id="6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1" grpId="0" animBg="1"/>
      <p:bldP spid="13" grpId="0" animBg="1"/>
      <p:bldP spid="14" grpId="0" animBg="1"/>
      <p:bldP spid="15" grpId="0"/>
      <p:bldP spid="17" grpId="0"/>
      <p:bldP spid="17" grpId="1"/>
      <p:bldP spid="18" grpId="0"/>
      <p:bldP spid="18" grpId="1"/>
      <p:bldP spid="21" grpId="0"/>
      <p:bldP spid="21"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