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6B6F-1B31-5704-4D5B-0120C3831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6E997-A2EF-AD9D-3D85-0AEAD305F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864E-6AB7-118A-8606-0EE3CCD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A76C-67F6-4767-31DD-33A2EA2F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F871-703F-22F9-E133-1859AF38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046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55B1-9A81-B782-C7C3-9703634F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BEDA-73B6-B564-2D8D-95854D3A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0C78-8536-F57A-2793-C63632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F855-8017-B67A-ACDA-079CA27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EDAF-B47B-0176-2DBB-C12E9208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A063-2673-5EA2-15D3-B06CD8DA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D106-8A21-054B-5BCF-35DF79DF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3B4D-2418-B17A-C88A-8DF86539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56C-9985-1DD1-81BD-62BFD91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9F65-8F4A-CD19-0492-A8657AD7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1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E57-64B7-E5C9-595C-081EFC8C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4A5-6E80-52AD-8C3D-417E37102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52B1-E864-0110-9507-4FD1F28E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6E6B-79D3-79AA-6741-71A2BD6A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ECFFE-2A4C-324A-6D1A-F1A10AE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E1AB7-3FC1-6313-913C-09979A60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7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6B17-5786-BB44-3798-093693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4F23-BD0F-1738-A389-E1FE9E2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DE23-2154-5E66-9021-80FC04D9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C707-502E-A505-1979-32692A2D4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ADF31-72FB-EE15-1C53-403C1AF2F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8CF8F-A186-50CE-F4CC-41FF09C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8FE6D-12ED-1EEB-1B1F-DA10A615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3941-F975-4448-FE56-B7534004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0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C4B-7EFB-9072-EE60-7E250E2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0F63-E837-093D-41E8-36217D0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10B7-C92F-F4E1-C340-97148FEA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10B0-CB9F-6B69-4F7A-72B30FD8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88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D73F8-F435-11FD-D739-C63D14E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387-A58F-7FC3-1BA7-1A8D97D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7926B-03FD-5EC0-4B37-F1865C42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EB8-4CFF-96CF-EE82-13A5CA6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3E48-9E83-6ECC-BB99-3D50DF58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301A-3744-9085-1FC6-D827C54B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3CFF-4C2B-B9B7-5962-7CE1DBAF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32C-42E9-58DB-A180-38C0F964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AA75-C427-37AF-3212-6EC7343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699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73D6-89B6-515C-E35A-6BA81A5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80D6-EE2D-3C73-9629-9C17889FF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B1C3-816E-07FF-73C5-E3E14EE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0268B-2F5A-3A55-9207-606F467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DCAA-AA29-34A0-0F8A-F589B61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3A32-FAFE-AE44-4BB5-A686CCB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6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A77A-0F6A-5411-E208-7377792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5862-ADD3-F98C-8536-C1082048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D1E2-EC17-1B0D-A5CE-6C749D32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85BA-3667-46AB-1FA7-43E0CD9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F39-D926-1D57-123D-A0DCB69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7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629B-98B6-05A3-B655-DB703A6D4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CA47-75AE-FA17-FCF0-17E28733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DD30-9563-A16B-5F53-D248AAF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344F-5368-6A63-6AA8-96B0B46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D8F2-23FA-8318-1626-1BA570E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10700-351A-EF22-3259-7257F921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E434-704A-8130-9415-CF9A03D9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92BCA-155A-5334-4CB8-30B324BB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F39FD-61D4-5E8E-0C6D-1A7545FB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18FB-9B9F-1B04-A137-49DCF4ED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62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612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2026-09-23T15:50:21Z</dcterms:created>
  <dcterms:modified xsi:type="dcterms:W3CDTF">2026-09-23T15:50:21Z</dcterms:modified>
</cp:coreProperties>
</file>