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8B70B-551C-91EA-D278-5D6B0356CD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B94020-B2DD-0557-4AB6-5B82636B7F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84E81-9FE9-D250-3FAB-BBB361A63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F2DED-CBC4-4B9B-B8CD-F0299CD9134B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C7CC8-CE1D-DA6C-9B30-A1042D12E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44432-7632-861B-CB79-8B755257F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E13BB-B958-4B5F-BCCC-948ECDC13C7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2263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40AEE-16FB-4340-E64A-2E05A1281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FBD3D-E4A1-1904-8B43-46A03213B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090B2-0337-F827-1276-23B46A680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F2DED-CBC4-4B9B-B8CD-F0299CD9134B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C6872-9A85-6956-6C3B-721779490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99597-9D50-9CCC-C95E-16C4057ED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E13BB-B958-4B5F-BCCC-948ECDC13C7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08705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6FAAE-C527-388C-0A67-29C422011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34698-0C3A-A23F-8111-DDD24765B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8E93A-3F6F-7991-1307-E67730BEF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F2DED-CBC4-4B9B-B8CD-F0299CD9134B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9F0E2-14F6-4662-BF31-50C9354EF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5BFE0-126D-5EBD-53DF-27988F7C5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E13BB-B958-4B5F-BCCC-948ECDC13C7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80236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2C0B1-C7AE-D933-7389-2367EB64E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11F89-A736-ECB2-50E6-06D14A53F4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3016D5-DF18-0DEA-B678-5D121285E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E00097-F094-93A5-77F6-09436BB27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F2DED-CBC4-4B9B-B8CD-F0299CD9134B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67BE2-F520-DB73-BA50-B68983E9F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4C4307-D919-F8B0-14EB-2BF064EAE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E13BB-B958-4B5F-BCCC-948ECDC13C7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25472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5DF24-D11A-6506-5076-71B9D6A3D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E162C5-FCE8-801B-C104-AE101803B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B2B9FC-E8D0-EE2E-B80C-3E5C32122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302546-3663-0BAA-BE9F-1BA9B19984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F4DFED-0B73-5E52-201A-15512F67A6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72B330-D954-040C-AB5B-CE344F0B7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F2DED-CBC4-4B9B-B8CD-F0299CD9134B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991AD2-3C70-96A9-9C95-713E9A06E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E520E-C348-4756-E9D1-E5E9890E2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E13BB-B958-4B5F-BCCC-948ECDC13C7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92643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F9162-D036-1BAB-77DA-8C69D5AE4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823207-4B3D-3C11-E09D-A46E42035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F2DED-CBC4-4B9B-B8CD-F0299CD9134B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F08872-2356-E5CD-6A0C-9C5FDC27B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F5E77-8DCF-A1FC-342D-3A74DD9BA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E13BB-B958-4B5F-BCCC-948ECDC13C7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84334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9E17EC-5988-3FB9-925B-30442CEE0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F2DED-CBC4-4B9B-B8CD-F0299CD9134B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781C13-A56D-C110-9DB0-2BB641079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2F6F8-401A-4E07-61F8-6F150FF73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E13BB-B958-4B5F-BCCC-948ECDC13C7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85126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1C4C4-0D11-D491-7AE9-25B41EB08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4353E-2DAC-3281-153D-7D8DD554A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3600EE-BEA4-0979-048C-DA1B4D3FC9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344ED-F7C8-ABCD-EA7F-93A9863A5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F2DED-CBC4-4B9B-B8CD-F0299CD9134B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47600A-5A36-419C-F131-2BCF399E5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FB7676-4D1E-7349-BC02-054FCE2D2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E13BB-B958-4B5F-BCCC-948ECDC13C7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88964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1FA59-AD33-E758-0100-5E08D72B1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2BCFFD-B21B-4457-E257-56E5239E26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3C9C2A-AD21-EEEF-CFFC-FDC9B4AD92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E0B025-DD38-9981-CD4F-35DBDDBBC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F2DED-CBC4-4B9B-B8CD-F0299CD9134B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55C55F-25FF-9BD9-01A9-9F7C674EC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ACB7F-1398-D0E4-7388-F8695A2D0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E13BB-B958-4B5F-BCCC-948ECDC13C7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93457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7A4C3-8368-398E-0AC9-11862C744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90BCEF-236B-2521-5400-76FCB7E08D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2E0B1-5FD3-72B8-A640-A7C18AD92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F2DED-CBC4-4B9B-B8CD-F0299CD9134B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E2712-FC33-187D-6E98-DD81BF486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12005-5709-B986-1C19-6B1CA92A8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E13BB-B958-4B5F-BCCC-948ECDC13C7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70598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1D09EE-DC3C-330F-1E40-BA366D0196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0C888-0730-F8C5-0985-33024623F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15D2D-0698-AB14-7C2D-7D6656FF7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F2DED-CBC4-4B9B-B8CD-F0299CD9134B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3E0DE-462A-C472-8693-040021F0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F2DDD-B5D8-774F-D7DE-87B6DC42B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E13BB-B958-4B5F-BCCC-948ECDC13C7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81293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133D12-C5E7-A914-D7EC-53790D7F2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F3684-A7E6-A71A-AB9A-B73700AEC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331C1-0993-99D2-F409-325AEEE480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4F2DED-CBC4-4B9B-B8CD-F0299CD9134B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FC820-CA29-2867-1932-CB9A9CD9A5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09A17-2810-58F9-943B-4AFC41C6A4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0E13BB-B958-4B5F-BCCC-948ECDC13C7D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11334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Lenssen, Thijs</dc:creator>
  <cp:lastModifiedBy>Lenssen, Thijs</cp:lastModifiedBy>
  <cp:revision>1</cp:revision>
  <dcterms:created xsi:type="dcterms:W3CDTF">2026-09-23T15:45:58Z</dcterms:created>
  <dcterms:modified xsi:type="dcterms:W3CDTF">2026-09-23T15:45:58Z</dcterms:modified>
</cp:coreProperties>
</file>