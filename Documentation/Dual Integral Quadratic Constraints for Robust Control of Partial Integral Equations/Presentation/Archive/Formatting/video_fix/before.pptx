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401" r:id="rId2"/>
    <p:sldId id="402" r:id="rId3"/>
    <p:sldId id="403" r:id="rId4"/>
    <p:sldId id="404" r:id="rId5"/>
    <p:sldId id="405" r:id="rId6"/>
    <p:sldId id="406" r:id="rId7"/>
    <p:sldId id="407" r:id="rId8"/>
    <p:sldId id="408"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2" r:id="rId22"/>
    <p:sldId id="423" r:id="rId23"/>
    <p:sldId id="424" r:id="rId24"/>
    <p:sldId id="425" r:id="rId25"/>
    <p:sldId id="421" r:id="rId2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p:scale>
          <a:sx n="100" d="100"/>
          <a:sy n="100" d="100"/>
        </p:scale>
        <p:origin x="136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312820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nl-NL" sz="1800" i="1">
                          <a:latin typeface="Cambria Math" panose="02040503050406030204" pitchFamily="18" charset="0"/>
                        </a:rPr>
                        <m:t>heat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400"/>
                </a:stretch>
              </a:blipFill>
              <a:ln>
                <a:noFill/>
              </a:ln>
            </p:spPr>
            <p:txBody>
              <a:bodyPr/>
              <a:lstStyle/>
              <a:p>
                <a:r>
                  <a:rPr lang="en-NL">
                    <a:noFill/>
                  </a:rPr>
                  <a:t> </a:t>
                </a:r>
              </a:p>
            </p:txBody>
          </p:sp>
        </mc:Fallback>
      </mc:AlternateContent>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marL="0" indent="0" algn="l" defTabSz="1">
              <a:lnSpc>
                <a:spcPct val="115000"/>
              </a:lnSpc>
              <a:spcAft>
                <a:spcPts val="0"/>
              </a:spcAft>
              <a:buNone/>
              <a:defRPr sz="1700" b="1" u="none" cap="none">
                <a:solidFill>
                  <a:srgbClr val="C81919"/>
                </a:solidFill>
                <a:latin typeface="Aptos"/>
                <a:ea typeface="Aptos"/>
                <a:cs typeface="Aptos"/>
              </a:defRPr>
            </a:pPr>
            <a:r>
              <a:rPr lang="en-US" sz="1700" b="1" u="none" cap="none" dirty="0">
                <a:solidFill>
                  <a:srgbClr val="C81919"/>
                </a:solidFill>
                <a:latin typeface="Aptos"/>
                <a:ea typeface="Aptos"/>
                <a:cs typeface="Aptos"/>
              </a:rPr>
              <a:t>	Solved during internship</a:t>
            </a:r>
            <a:endParaRPr lang="en-NL" sz="1700" b="1" u="none" cap="none" dirty="0">
              <a:solidFill>
                <a:srgbClr val="C81919"/>
              </a:solidFill>
              <a:latin typeface="Aptos"/>
              <a:ea typeface="Aptos"/>
              <a:cs typeface="Aptos"/>
            </a:endParaRPr>
          </a:p>
        </p:txBody>
      </p:sp>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lIns="0" tIns="0" rIns="0" bIns="0" rtlCol="0" anchor="t">
            <a:noAutofit/>
          </a:bodyPr>
          <a:lstStyle/>
          <a:p>
            <a:pPr marL="0" indent="0" algn="ctr">
              <a:spcAft>
                <a:spcPts val="0"/>
              </a:spcAft>
              <a:buNone/>
              <a:defRPr sz="1200" b="0" u="none" cap="none">
                <a:solidFill>
                  <a:srgbClr val="747B82"/>
                </a:solidFill>
                <a:latin typeface="Aptos"/>
                <a:ea typeface="Aptos"/>
                <a:cs typeface="Aptos"/>
              </a:defRPr>
            </a:pPr>
            <a:r>
              <a:rPr lang="en-US" sz="1200" b="0" u="none" cap="none" dirty="0">
                <a:solidFill>
                  <a:srgbClr val="747B82"/>
                </a:solidFill>
                <a:latin typeface="Aptos"/>
                <a:ea typeface="Aptos"/>
                <a:cs typeface="Aptos"/>
              </a:rPr>
              <a:t>[1] beta oscillatory activity in basal ganglia</a:t>
            </a:r>
            <a:endParaRPr lang="en-NL" sz="1200" b="0" u="none" cap="none" dirty="0">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S</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G</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00B050"/>
                              </a:solidFill>
                              <a:latin typeface="Cambria Math" panose="02040503050406030204" pitchFamily="18" charset="0"/>
                            </a:rPr>
                            <m:t>𝑢</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FC43C3-8B99-46F4-BD95-944C7898DE6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37BDBB-3B9D-2687-E9E1-D43633E63E41}"/>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8E8896B-3DA3-FACD-171F-4DBC43529CA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2A669DD-15C7-3D44-4C07-9180C312FE08}"/>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25EA5956-0319-154B-CE86-8DA441CC7C38}"/>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20000"/>
              </a:lnSpc>
              <a:spcAft>
                <a:spcPts val="1900"/>
              </a:spcAft>
              <a:defRPr sz="2100" b="0" u="none" cap="none">
                <a:solidFill>
                  <a:srgbClr val="252529"/>
                </a:solidFill>
                <a:latin typeface="Aptos"/>
                <a:ea typeface="Aptos"/>
                <a:cs typeface="Aptos"/>
              </a:defRPr>
            </a:pPr>
            <a:r>
              <a:rPr lang="en-US" sz="1600" b="1" dirty="0">
                <a:solidFill>
                  <a:srgbClr val="C81919">
                    <a:alpha val="10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9B97984B-9357-32C5-0A6D-7E3F706CC546}"/>
              </a:ext>
            </a:extLst>
          </p:cNvPr>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79246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68072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5308600" y="2656920"/>
            <a:ext cx="1528175" cy="300082"/>
          </a:xfrm>
          <a:prstGeom prst="rect">
            <a:avLst/>
          </a:prstGeom>
          <a:noFill/>
        </p:spPr>
        <p:txBody>
          <a:bodyPr wrap="none" rtlCol="0">
            <a:spAutoFit/>
          </a:bodyPr>
          <a:lstStyle/>
          <a:p>
            <a:r>
              <a:rPr lang="en-US" dirty="0"/>
              <a:t>Main contributions</a:t>
            </a:r>
            <a:endParaRPr lang="en-NL" dirty="0"/>
          </a:p>
        </p:txBody>
      </p:sp>
    </p:spTree>
    <p:extLst>
      <p:ext uri="{BB962C8B-B14F-4D97-AF65-F5344CB8AC3E}">
        <p14:creationId xmlns:p14="http://schemas.microsoft.com/office/powerpoint/2010/main" val="4244936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2097</TotalTime>
  <Words>2353</Words>
  <Application>Microsoft Office PowerPoint</Application>
  <PresentationFormat>On-screen Show (16:9)</PresentationFormat>
  <Paragraphs>258</Paragraphs>
  <Slides>25</Slides>
  <Notes>20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10</cp:revision>
  <dcterms:created xsi:type="dcterms:W3CDTF">2019-11-27T15:26:32Z</dcterms:created>
  <dcterms:modified xsi:type="dcterms:W3CDTF">2026-09-24T09:43:44Z</dcterms:modified>
</cp:coreProperties>
</file>