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FFFFFF"/>
    <a:srgbClr val="000000"/>
    <a:srgbClr val="EEE8E8"/>
  </p:clrMru>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p:cNvPicPr>
            <a:picLocks noChangeAspect="1"/>
          </p:cNvPicPr>
          <p:nvPr userDrawn="1"/>
        </p:nvPicPr>
        <p:blipFill>
          <a:blip r:embed="rId19"/>
          <a:stretch>
            <a:fillRect/>
          </a:stretch>
        </p:blipFill>
        <p:spPr>
          <a:xfrm>
            <a:off x="8156575" y="4568825"/>
            <a:ext cx="987425" cy="574675"/>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p:cNvPr>
          <p:cNvPicPr>
            <a:picLocks noGrp="1" noChangeAspect="1"/>
          </p:cNvPicPr>
          <p:nvPr>
            <p:ph sz="half" idx="1"/>
            <a:videoFile r:link="rId2"/>
          </p:nvPr>
        </p:nvPicPr>
        <p:blipFill>
          <a:blip r:embed="rId7"/>
          <a:stretch>
            <a:fillRect/>
          </a:stretch>
        </p:blipFill>
        <p:spPr>
          <a:xfrm>
            <a:off x="755650" y="1749425"/>
            <a:ext cx="3598863" cy="2024063"/>
          </a:xfrm>
        </p:spPr>
      </p:pic>
      <p:pic>
        <p:nvPicPr>
          <p:cNvPr id="21" name="cart_flexible">
            <a:hlinkClick r:id="" action="ppaction://media"/>
          </p:cNvPr>
          <p:cNvPicPr>
            <a:picLocks noGrp="1" noChangeAspect="1"/>
          </p:cNvPicPr>
          <p:nvPr>
            <p:ph sz="half" idx="2"/>
            <a:videoFile r:link="rId4"/>
          </p:nvPr>
        </p:nvPicPr>
        <p:blipFill>
          <a:blip r:embed="rId8"/>
          <a:stretch>
            <a:fillRect/>
          </a:stretch>
        </p:blipFill>
        <p:spPr>
          <a:xfrm>
            <a:off x="4722813" y="1749425"/>
            <a:ext cx="3597275" cy="2024063"/>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nb-NO"/>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p:cNvPicPr>
            <a:picLocks noChangeAspect="1"/>
          </p:cNvPicPr>
          <p:nvPr/>
        </p:nvPicPr>
        <p:blipFill>
          <a:blip r:embed="rId3" cstate="print"/>
          <a:srcRect l="6208" r="6507" b="12822"/>
          <a:stretch>
            <a:fillRect/>
          </a:stretch>
        </p:blipFill>
        <p:spPr>
          <a:xfrm>
            <a:off x="79420" y="731106"/>
            <a:ext cx="3063532" cy="1721084"/>
          </a:xfrm>
          <a:prstGeom prst="rect">
            <a:avLst/>
          </a:prstGeom>
        </p:spPr>
      </p:pic>
      <p:sp>
        <p:nvSpPr>
          <p:cNvPr id="16" name="TextBox 15"/>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p:cNvPicPr>
            <a:picLocks noChangeAspect="1"/>
          </p:cNvPicPr>
          <p:nvPr/>
        </p:nvPicPr>
        <p:blipFill>
          <a:blip r:embed="rId4"/>
          <a:stretch>
            <a:fillRect/>
          </a:stretch>
        </p:blipFill>
        <p:spPr>
          <a:xfrm>
            <a:off x="3206850" y="761797"/>
            <a:ext cx="3063532" cy="1724832"/>
          </a:xfrm>
          <a:prstGeom prst="rect">
            <a:avLst/>
          </a:prstGeom>
        </p:spPr>
      </p:pic>
      <p:sp>
        <p:nvSpPr>
          <p:cNvPr id="23" name="TextBox 22"/>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p:cNvPicPr>
            <a:picLocks noChangeAspect="1"/>
          </p:cNvPicPr>
          <p:nvPr/>
        </p:nvPicPr>
        <p:blipFill>
          <a:blip r:embed="rId5"/>
          <a:stretch>
            <a:fillRect/>
          </a:stretch>
        </p:blipFill>
        <p:spPr>
          <a:xfrm>
            <a:off x="6334280" y="770298"/>
            <a:ext cx="2730300" cy="2730300"/>
          </a:xfrm>
          <a:prstGeom prst="rect">
            <a:avLst/>
          </a:prstGeom>
        </p:spPr>
      </p:pic>
      <p:sp>
        <p:nvSpPr>
          <p:cNvPr id="25" name="TextBox 24"/>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p:cNvPicPr>
            <a:picLocks noChangeAspect="1"/>
          </p:cNvPicPr>
          <p:nvPr/>
        </p:nvPicPr>
        <p:blipFill>
          <a:blip r:embed="rId7"/>
          <a:stretch>
            <a:fillRect/>
          </a:stretch>
        </p:blipFill>
        <p:spPr>
          <a:xfrm>
            <a:off x="6334280" y="799017"/>
            <a:ext cx="2905249" cy="2163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Partial Integral Equations</a:t>
            </a:r>
            <a:endParaRPr lang="en-NL" b="1" dirty="0"/>
          </a:p>
        </p:txBody>
      </p:sp>
      <p:sp>
        <p:nvSpPr>
          <p:cNvPr id="3" name="Content Placeholder 2"/>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p:cNvSpPr>
            <a:spLocks noGrp="1"/>
          </p:cNvSpPr>
          <p:nvPr>
            <p:ph type="ftr" sz="quarter" idx="11"/>
          </p:nvPr>
        </p:nvSpPr>
        <p:spPr/>
        <p:txBody>
          <a:bodyPr/>
          <a:lstStyle/>
          <a:p>
            <a:r>
              <a:rPr lang="nb-NO" dirty="0"/>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p:sp>
        <p:nvSpPr>
          <p:cNvPr id="17" name="TextBox 16"/>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p:sp>
        <p:nvSpPr>
          <p:cNvPr id="18" name="TextBox 17"/>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p:sp>
        <p:nvSpPr>
          <p:cNvPr id="21" name="TextBox 20"/>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p:sp>
        <p:nvSpPr>
          <p:cNvPr id="22" name="TextBox 21"/>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p:sp>
        <p:nvSpPr>
          <p:cNvPr id="23" name="TextBox 22"/>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5</a:t>
            </a:fld>
            <a:endParaRPr lang="en-GB" dirty="0"/>
          </a:p>
        </p:txBody>
      </p:sp>
      <p:sp>
        <p:nvSpPr>
          <p:cNvPr id="14" name="TextBox 13"/>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p:pic>
        <p:nvPicPr>
          <p:cNvPr id="18" name="Picture 17"/>
          <p:cNvPicPr>
            <a:picLocks noChangeAspect="1"/>
          </p:cNvPicPr>
          <p:nvPr/>
        </p:nvPicPr>
        <p:blipFill>
          <a:blip r:embed="rId4" cstate="print"/>
          <a:stretch>
            <a:fillRect/>
          </a:stretch>
        </p:blipFill>
        <p:spPr>
          <a:xfrm>
            <a:off x="1114426" y="2119148"/>
            <a:ext cx="3947796" cy="2359308"/>
          </a:xfrm>
          <a:prstGeom prst="rect">
            <a:avLst/>
          </a:prstGeom>
        </p:spPr>
      </p:pic>
      <p:pic>
        <p:nvPicPr>
          <p:cNvPr id="20" name="Picture 19"/>
          <p:cNvPicPr>
            <a:picLocks noChangeAspect="1"/>
          </p:cNvPicPr>
          <p:nvPr/>
        </p:nvPicPr>
        <p:blipFill>
          <a:blip r:embed="rId5" cstate="print"/>
          <a:stretch>
            <a:fillRect/>
          </a:stretch>
        </p:blipFill>
        <p:spPr>
          <a:xfrm>
            <a:off x="359862" y="0"/>
            <a:ext cx="9015684" cy="1713094"/>
          </a:xfrm>
          <a:prstGeom prst="rect">
            <a:avLst/>
          </a:prstGeom>
        </p:spPr>
      </p:pic>
      <p:sp>
        <p:nvSpPr>
          <p:cNvPr id="22" name="TextBox 21"/>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p:cNvPicPr>
            <a:picLocks noChangeAspect="1"/>
          </p:cNvPicPr>
          <p:nvPr/>
        </p:nvPicPr>
        <p:blipFill>
          <a:blip r:embed="rId2"/>
          <a:stretch>
            <a:fillRect/>
          </a:stretch>
        </p:blipFill>
        <p:spPr>
          <a:xfrm>
            <a:off x="2349500" y="-3600"/>
            <a:ext cx="4572000" cy="45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p:cNvPicPr>
            <a:picLocks noChangeAspect="1"/>
          </p:cNvPicPr>
          <p:nvPr/>
        </p:nvPicPr>
        <p:blipFill>
          <a:blip r:embed="rId2"/>
          <a:srcRect l="26518" t="40198" r="27239" b="33833"/>
          <a:stretch>
            <a:fillRect/>
          </a:stretch>
        </p:blipFill>
        <p:spPr>
          <a:xfrm>
            <a:off x="0" y="0"/>
            <a:ext cx="9143998" cy="5135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p:cNvPicPr>
            <a:picLocks noChangeAspect="1"/>
          </p:cNvPicPr>
          <p:nvPr/>
        </p:nvPicPr>
        <p:blipFill>
          <a:blip r:embed="rId3" cstate="print"/>
          <a:stretch>
            <a:fillRect/>
          </a:stretch>
        </p:blipFill>
        <p:spPr>
          <a:xfrm>
            <a:off x="2736730" y="0"/>
            <a:ext cx="3319826" cy="4132712"/>
          </a:xfrm>
          <a:prstGeom prst="rect">
            <a:avLst/>
          </a:prstGeom>
        </p:spPr>
      </p:pic>
      <p:sp>
        <p:nvSpPr>
          <p:cNvPr id="14" name="TextBox 13"/>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dirty="0"/>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9</a:t>
            </a:fld>
            <a:endParaRPr lang="en-GB" dirty="0"/>
          </a:p>
        </p:txBody>
      </p:sp>
      <p:sp>
        <p:nvSpPr>
          <p:cNvPr id="38" name="TextBox 37"/>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p:sp>
        <p:nvSpPr>
          <p:cNvPr id="40" name="TextBox 39"/>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p:sp>
        <p:nvSpPr>
          <p:cNvPr id="42" name="TextBox 41"/>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p:sp>
        <p:nvSpPr>
          <p:cNvPr id="44" name="TextBox 43"/>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p:sp>
        <p:nvSpPr>
          <p:cNvPr id="46" name="TextBox 45"/>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p:pic>
        <p:nvPicPr>
          <p:cNvPr id="54" name="Picture 53"/>
          <p:cNvPicPr>
            <a:picLocks noChangeAspect="1"/>
          </p:cNvPicPr>
          <p:nvPr/>
        </p:nvPicPr>
        <p:blipFill>
          <a:blip r:embed="rId8" cstate="print"/>
          <a:stretch>
            <a:fillRect/>
          </a:stretch>
        </p:blipFill>
        <p:spPr>
          <a:xfrm>
            <a:off x="-3875" y="0"/>
            <a:ext cx="5477073" cy="2738537"/>
          </a:xfrm>
          <a:prstGeom prst="rect">
            <a:avLst/>
          </a:prstGeom>
        </p:spPr>
      </p:pic>
      <p:pic>
        <p:nvPicPr>
          <p:cNvPr id="56" name="Picture 55"/>
          <p:cNvPicPr>
            <a:picLocks noChangeAspect="1"/>
          </p:cNvPicPr>
          <p:nvPr/>
        </p:nvPicPr>
        <p:blipFill>
          <a:blip r:embed="rId9" cstate="print"/>
          <a:stretch>
            <a:fillRect/>
          </a:stretch>
        </p:blipFill>
        <p:spPr>
          <a:xfrm>
            <a:off x="-4195" y="1676"/>
            <a:ext cx="5477073" cy="2738537"/>
          </a:xfrm>
          <a:prstGeom prst="rect">
            <a:avLst/>
          </a:prstGeom>
        </p:spPr>
      </p:pic>
      <p:pic>
        <p:nvPicPr>
          <p:cNvPr id="58" name="Picture 57"/>
          <p:cNvPicPr>
            <a:picLocks noChangeAspect="1"/>
          </p:cNvPicPr>
          <p:nvPr/>
        </p:nvPicPr>
        <p:blipFill>
          <a:blip r:embed="rId10" cstate="print"/>
          <a:stretch>
            <a:fillRect/>
          </a:stretch>
        </p:blipFill>
        <p:spPr>
          <a:xfrm>
            <a:off x="0" y="7270"/>
            <a:ext cx="5477073" cy="2738537"/>
          </a:xfrm>
          <a:prstGeom prst="rect">
            <a:avLst/>
          </a:prstGeom>
        </p:spPr>
      </p:pic>
      <p:pic>
        <p:nvPicPr>
          <p:cNvPr id="60" name="Picture 59"/>
          <p:cNvPicPr>
            <a:picLocks noChangeAspect="1"/>
          </p:cNvPicPr>
          <p:nvPr/>
        </p:nvPicPr>
        <p:blipFill>
          <a:blip r:embed="rId11" cstate="print"/>
          <a:stretch>
            <a:fillRect/>
          </a:stretch>
        </p:blipFill>
        <p:spPr>
          <a:xfrm>
            <a:off x="-4515" y="6570"/>
            <a:ext cx="5477073" cy="2738537"/>
          </a:xfrm>
          <a:prstGeom prst="rect">
            <a:avLst/>
          </a:prstGeom>
        </p:spPr>
      </p:pic>
      <p:pic>
        <p:nvPicPr>
          <p:cNvPr id="62" name="Picture 61"/>
          <p:cNvPicPr>
            <a:picLocks noChangeAspect="1"/>
          </p:cNvPicPr>
          <p:nvPr/>
        </p:nvPicPr>
        <p:blipFill>
          <a:blip r:embed="rId12" cstate="print"/>
          <a:stretch>
            <a:fillRect/>
          </a:stretch>
        </p:blipFill>
        <p:spPr>
          <a:xfrm>
            <a:off x="3233" y="6920"/>
            <a:ext cx="5477073" cy="2738537"/>
          </a:xfrm>
          <a:prstGeom prst="rect">
            <a:avLst/>
          </a:prstGeom>
        </p:spPr>
      </p:pic>
      <p:sp>
        <p:nvSpPr>
          <p:cNvPr id="68" name="TextBox 67"/>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p:cNvPicPr>
            <a:picLocks noChangeAspect="1"/>
          </p:cNvPicPr>
          <p:nvPr/>
        </p:nvPicPr>
        <p:blipFill>
          <a:blip r:embed="rId13" cstate="print"/>
          <a:stretch>
            <a:fillRect/>
          </a:stretch>
        </p:blipFill>
        <p:spPr>
          <a:xfrm>
            <a:off x="-322" y="10590"/>
            <a:ext cx="5477075" cy="2738538"/>
          </a:xfrm>
          <a:prstGeom prst="rect">
            <a:avLst/>
          </a:prstGeom>
        </p:spPr>
      </p:pic>
      <p:pic>
        <p:nvPicPr>
          <p:cNvPr id="76" name="Picture 75"/>
          <p:cNvPicPr>
            <a:picLocks noChangeAspect="1"/>
          </p:cNvPicPr>
          <p:nvPr/>
        </p:nvPicPr>
        <p:blipFill>
          <a:blip r:embed="rId14" cstate="print"/>
          <a:stretch>
            <a:fillRect/>
          </a:stretch>
        </p:blipFill>
        <p:spPr>
          <a:xfrm>
            <a:off x="4794222" y="2056104"/>
            <a:ext cx="4108345" cy="2508582"/>
          </a:xfrm>
          <a:prstGeom prst="rect">
            <a:avLst/>
          </a:prstGeom>
        </p:spPr>
      </p:pic>
      <p:pic>
        <p:nvPicPr>
          <p:cNvPr id="78" name="Picture 77"/>
          <p:cNvPicPr>
            <a:picLocks noChangeAspect="1"/>
          </p:cNvPicPr>
          <p:nvPr/>
        </p:nvPicPr>
        <p:blipFill>
          <a:blip r:embed="rId15" cstate="print"/>
          <a:stretch>
            <a:fillRect/>
          </a:stretch>
        </p:blipFill>
        <p:spPr>
          <a:xfrm>
            <a:off x="4806315" y="2431227"/>
            <a:ext cx="4141723" cy="1983417"/>
          </a:xfrm>
          <a:prstGeom prst="rect">
            <a:avLst/>
          </a:prstGeom>
        </p:spPr>
      </p:pic>
      <p:pic>
        <p:nvPicPr>
          <p:cNvPr id="80" name="Picture 79"/>
          <p:cNvPicPr>
            <a:picLocks noChangeAspect="1"/>
          </p:cNvPicPr>
          <p:nvPr/>
        </p:nvPicPr>
        <p:blipFill>
          <a:blip r:embed="rId16" cstate="print"/>
          <a:stretch>
            <a:fillRect/>
          </a:stretch>
        </p:blipFill>
        <p:spPr>
          <a:xfrm>
            <a:off x="1775" y="1586"/>
            <a:ext cx="5473201" cy="2736601"/>
          </a:xfrm>
          <a:prstGeom prst="rect">
            <a:avLst/>
          </a:prstGeom>
        </p:spPr>
      </p:pic>
      <p:sp>
        <p:nvSpPr>
          <p:cNvPr id="81" name="TextBox 80"/>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NL" dirty="0"/>
          </a:p>
        </p:txBody>
      </p:sp>
      <p:sp>
        <p:nvSpPr>
          <p:cNvPr id="3" name="Footer Placeholder 2"/>
          <p:cNvSpPr>
            <a:spLocks noGrp="1"/>
          </p:cNvSpPr>
          <p:nvPr>
            <p:ph type="ftr" sz="quarter" idx="11"/>
          </p:nvPr>
        </p:nvSpPr>
        <p:spPr/>
        <p:txBody>
          <a:bodyPr/>
          <a:lstStyle/>
          <a:p>
            <a:r>
              <a:rPr lang="nb-NO"/>
              <a:t>Msc Defence T.M. Lenssen</a:t>
            </a:r>
            <a:endParaRPr lang="en-GB" dirty="0"/>
          </a:p>
        </p:txBody>
      </p:sp>
      <p:sp>
        <p:nvSpPr>
          <p:cNvPr id="4" name="Slide Number Placeholder 3"/>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nb-NO"/>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cSld>
  <p:clrMapOvr>
    <a:masterClrMapping/>
  </p:clrMapOvr>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