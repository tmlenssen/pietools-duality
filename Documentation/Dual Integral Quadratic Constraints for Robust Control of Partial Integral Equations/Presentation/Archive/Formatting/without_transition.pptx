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gif" ContentType="image/gif"/>
  <Default Extension="jpg" ContentType="image/jpeg"/>
  <Default Extension="mp4" ContentType="video/mp4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New1"/>
  </p:sldIdLst>
  <p:sldSz cx="9144000" cy="51435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New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6B6F-1B31-5704-4D5B-0120C3831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6E997-A2EF-AD9D-3D85-0AEAD305F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B864E-6AB7-118A-8606-0EE3CCD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7A76C-67F6-4767-31DD-33A2EA2F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EF871-703F-22F9-E133-1859AF38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1046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55B1-9A81-B782-C7C3-9703634F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BBEDA-73B6-B564-2D8D-95854D3A7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30C78-8536-F57A-2793-C63632AB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4F855-8017-B67A-ACDA-079CA277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EDAF-B47B-0176-2DBB-C12E9208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29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A063-2673-5EA2-15D3-B06CD8DA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DD106-8A21-054B-5BCF-35DF79DF1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13B4D-2418-B17A-C88A-8DF86539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4156C-9985-1DD1-81BD-62BFD918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79F65-8F4A-CD19-0492-A8657AD7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814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7E57-64B7-E5C9-595C-081EFC8C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14A5-6E80-52AD-8C3D-417E37102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052B1-E864-0110-9507-4FD1F28EE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06E6B-79D3-79AA-6741-71A2BD6A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ECFFE-2A4C-324A-6D1A-F1A10AE3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E1AB7-3FC1-6313-913C-09979A60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77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6B17-5786-BB44-3798-09369320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4F23-BD0F-1738-A389-E1FE9E210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DDE23-2154-5E66-9021-80FC04D92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0C707-502E-A505-1979-32692A2D4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ADF31-72FB-EE15-1C53-403C1AF2F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8CF8F-A186-50CE-F4CC-41FF09C3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8FE6D-12ED-1EEB-1B1F-DA10A615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23941-F975-4448-FE56-B7534004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80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5C4B-7EFB-9072-EE60-7E250E2E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40F63-E837-093D-41E8-36217D0E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910B7-C92F-F4E1-C340-97148FEA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D10B0-CB9F-6B69-4F7A-72B30FD8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888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D73F8-F435-11FD-D739-C63D14EF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387-A58F-7FC3-1BA7-1A8D97DD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7926B-03FD-5EC0-4B37-F1865C42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93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2EB8-4CFF-96CF-EE82-13A5CA6A6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3E48-9E83-6ECC-BB99-3D50DF58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9301A-3744-9085-1FC6-D827C54BA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3CFF-4C2B-B9B7-5962-7CE1DBAF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8D32C-42E9-58DB-A180-38C0F964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BAA75-C427-37AF-3212-6EC73431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699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73D6-89B6-515C-E35A-6BA81A5A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580D6-EE2D-3C73-9629-9C17889FF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8B1C3-816E-07FF-73C5-E3E14EE3B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0268B-2F5A-3A55-9207-606F4678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9DCAA-AA29-34A0-0F8A-F589B610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03A32-FAFE-AE44-4BB5-A686CCBA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564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A77A-0F6A-5411-E208-73777929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95862-ADD3-F98C-8536-C1082048A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7D1E2-EC17-1B0D-A5CE-6C749D32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685BA-3667-46AB-1FA7-43E0CD91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F39-D926-1D57-123D-A0DCB69F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076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1629B-98B6-05A3-B655-DB703A6D4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5CA47-75AE-FA17-FCF0-17E28733B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DD30-9563-A16B-5F53-D248AAFA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C344F-5368-6A63-6AA8-96B0B468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D8F2-23FA-8318-1626-1BA570EE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10700-351A-EF22-3259-7257F921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DE434-704A-8130-9415-CF9A03D9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92BCA-155A-5334-4CB8-30B324BB9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F39FD-61D4-5E8E-0C6D-1A7545FB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318FB-9B9F-1B04-A137-49DCF4EDB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627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Dual Integral Quadratic Constraints for Robust Control of Partial Integral Equations </a:t>
            </a:r>
          </a:p>
        </p:txBody>
      </p:sp>
      <p:sp>
        <p:nvSpPr>
          <p:cNvPr id="7" name="Ond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An engineering overview</a:t>
            </a:r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T.M. Lenssen – supervisor: Amritam Das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CS – System &amp; Control / 30-09-2026</a:t>
            </a:r>
          </a:p>
        </p:txBody>
      </p:sp>
    </p:spTree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Lenssen, Thijs</dc:creator>
  <cp:lastModifiedBy>Lenssen, Thijs</cp:lastModifiedBy>
  <cp:revision>1</cp:revision>
  <dcterms:created xsi:type="dcterms:W3CDTF">2026-09-23T15:50:21Z</dcterms:created>
  <dcterms:modified xsi:type="dcterms:W3CDTF">2026-09-23T15:50:21Z</dcterms:modified>
</cp:coreProperties>
</file>